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256" r:id="rId3"/>
    <p:sldId id="277" r:id="rId4"/>
    <p:sldId id="279" r:id="rId5"/>
    <p:sldId id="276" r:id="rId6"/>
    <p:sldId id="270" r:id="rId7"/>
    <p:sldId id="272" r:id="rId8"/>
    <p:sldId id="280" r:id="rId9"/>
    <p:sldId id="304" r:id="rId10"/>
    <p:sldId id="330" r:id="rId11"/>
    <p:sldId id="305" r:id="rId12"/>
    <p:sldId id="25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8A97"/>
    <a:srgbClr val="5E6B7B"/>
    <a:srgbClr val="24304A"/>
    <a:srgbClr val="B0BAC4"/>
    <a:srgbClr val="141B2A"/>
    <a:srgbClr val="444E5A"/>
    <a:srgbClr val="5C6974"/>
    <a:srgbClr val="8494A4"/>
    <a:srgbClr val="650B0B"/>
    <a:srgbClr val="D41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5" autoAdjust="0"/>
    <p:restoredTop sz="95938" autoAdjust="0"/>
  </p:normalViewPr>
  <p:slideViewPr>
    <p:cSldViewPr snapToGrid="0">
      <p:cViewPr varScale="1">
        <p:scale>
          <a:sx n="69" d="100"/>
          <a:sy n="69" d="100"/>
        </p:scale>
        <p:origin x="9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10%20year%20cycl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10%20year%20cycl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b="1" dirty="0">
                <a:solidFill>
                  <a:srgbClr val="C00000"/>
                </a:solidFill>
              </a:rPr>
              <a:t>10 Year RE Cycle : Supply Vs Absorption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'[10 year cycle.xlsx]Sheet1'!$C$13</c:f>
              <c:strCache>
                <c:ptCount val="1"/>
                <c:pt idx="0">
                  <c:v>Supply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64000">
                  <a:srgbClr val="FF0000"/>
                </a:gs>
                <a:gs pos="100000">
                  <a:srgbClr val="C00000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'[10 year cycle.xlsx]Sheet1'!$B$14:$B$23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 YTD</c:v>
                </c:pt>
              </c:strCache>
            </c:strRef>
          </c:cat>
          <c:val>
            <c:numRef>
              <c:f>'[10 year cycle.xlsx]Sheet1'!$C$14:$C$23</c:f>
              <c:numCache>
                <c:formatCode>General</c:formatCode>
                <c:ptCount val="10"/>
                <c:pt idx="0">
                  <c:v>8.6</c:v>
                </c:pt>
                <c:pt idx="1">
                  <c:v>9.6999999999999993</c:v>
                </c:pt>
                <c:pt idx="2">
                  <c:v>7.5</c:v>
                </c:pt>
                <c:pt idx="3">
                  <c:v>7.5</c:v>
                </c:pt>
                <c:pt idx="4" formatCode="0.0">
                  <c:v>14</c:v>
                </c:pt>
                <c:pt idx="5">
                  <c:v>9.6999999999999993</c:v>
                </c:pt>
                <c:pt idx="6">
                  <c:v>15.2</c:v>
                </c:pt>
                <c:pt idx="7">
                  <c:v>12.7</c:v>
                </c:pt>
                <c:pt idx="8">
                  <c:v>17.100000000000001</c:v>
                </c:pt>
                <c:pt idx="9">
                  <c:v>1.8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95B5-4197-9EC4-0813A93D3E7B}"/>
            </c:ext>
          </c:extLst>
        </c:ser>
        <c:ser>
          <c:idx val="1"/>
          <c:order val="1"/>
          <c:tx>
            <c:strRef>
              <c:f>'[10 year cycle.xlsx]Sheet1'!$D$13</c:f>
              <c:strCache>
                <c:ptCount val="1"/>
                <c:pt idx="0">
                  <c:v>Absorption</c:v>
                </c:pt>
              </c:strCache>
            </c:strRef>
          </c:tx>
          <c:spPr>
            <a:gradFill flip="none" rotWithShape="1">
              <a:gsLst>
                <a:gs pos="0">
                  <a:schemeClr val="accent6">
                    <a:lumMod val="5000"/>
                    <a:lumOff val="95000"/>
                  </a:schemeClr>
                </a:gs>
                <a:gs pos="74000">
                  <a:schemeClr val="accent6">
                    <a:lumMod val="45000"/>
                    <a:lumOff val="55000"/>
                  </a:schemeClr>
                </a:gs>
                <a:gs pos="83000">
                  <a:schemeClr val="accent6">
                    <a:lumMod val="45000"/>
                    <a:lumOff val="55000"/>
                  </a:schemeClr>
                </a:gs>
                <a:gs pos="100000">
                  <a:schemeClr val="accent6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'[10 year cycle.xlsx]Sheet1'!$B$14:$B$23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 YTD</c:v>
                </c:pt>
              </c:strCache>
            </c:strRef>
          </c:cat>
          <c:val>
            <c:numRef>
              <c:f>'[10 year cycle.xlsx]Sheet1'!$D$14:$D$23</c:f>
              <c:numCache>
                <c:formatCode>0.0</c:formatCode>
                <c:ptCount val="10"/>
                <c:pt idx="0">
                  <c:v>11.84</c:v>
                </c:pt>
                <c:pt idx="1">
                  <c:v>11.84</c:v>
                </c:pt>
                <c:pt idx="2">
                  <c:v>10.76</c:v>
                </c:pt>
                <c:pt idx="3">
                  <c:v>12.9</c:v>
                </c:pt>
                <c:pt idx="4">
                  <c:v>15.6</c:v>
                </c:pt>
                <c:pt idx="5">
                  <c:v>11.4</c:v>
                </c:pt>
                <c:pt idx="6">
                  <c:v>12</c:v>
                </c:pt>
                <c:pt idx="7">
                  <c:v>17.3</c:v>
                </c:pt>
                <c:pt idx="8">
                  <c:v>15.6</c:v>
                </c:pt>
                <c:pt idx="9">
                  <c:v>4.5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95B5-4197-9EC4-0813A93D3E7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-594584416"/>
        <c:axId val="-594574624"/>
      </c:barChart>
      <c:catAx>
        <c:axId val="-59458441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 i="1" dirty="0"/>
                  <a:t>Year</a:t>
                </a:r>
              </a:p>
            </c:rich>
          </c:tx>
          <c:layout>
            <c:manualLayout>
              <c:xMode val="edge"/>
              <c:yMode val="edge"/>
              <c:x val="7.0153380419552366E-2"/>
              <c:y val="0.4670112671293635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1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594574624"/>
        <c:crosses val="autoZero"/>
        <c:auto val="1"/>
        <c:lblAlgn val="ctr"/>
        <c:lblOffset val="100"/>
        <c:noMultiLvlLbl val="0"/>
      </c:catAx>
      <c:valAx>
        <c:axId val="-5945746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i="1" dirty="0"/>
                  <a:t>Area (Mn sft)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594584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963256699438364"/>
          <c:y val="0.95339760784845917"/>
          <c:w val="0.31157942764857194"/>
          <c:h val="3.43788769958257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'[10 year cycle.xlsx]Sheet1'!$C$43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1"/>
              <c:layout>
                <c:manualLayout>
                  <c:x val="5.0913006509247924E-3"/>
                  <c:y val="-4.617511859188430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D256-4900-AEE4-CE333DE913F5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5.0913006509247924E-3"/>
                  <c:y val="-2.30875592959421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D256-4900-AEE4-CE333DE913F5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1.1879701518824516E-2"/>
                  <c:y val="-1.385253557756531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D256-4900-AEE4-CE333DE913F5}"/>
                </c:ext>
                <c:ext xmlns:c15="http://schemas.microsoft.com/office/drawing/2012/chart" uri="{CE6537A1-D6FC-4f65-9D91-7224C49458BB}">
                  <c15:layout>
                    <c:manualLayout>
                      <c:w val="2.9741748117454836E-2"/>
                      <c:h val="7.3811108860932548E-2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3.3942004339497373E-3"/>
                  <c:y val="-1.84700474367537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D256-4900-AEE4-CE333DE913F5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1.3576801735799447E-2"/>
                  <c:y val="-1.84700474367537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D256-4900-AEE4-CE333DE913F5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'[10 year cycle.xlsx]Sheet1'!$B$44:$B$49</c:f>
              <c:strCache>
                <c:ptCount val="6"/>
                <c:pt idx="0">
                  <c:v>CBD</c:v>
                </c:pt>
                <c:pt idx="1">
                  <c:v>SBD City</c:v>
                </c:pt>
                <c:pt idx="2">
                  <c:v>ORR</c:v>
                </c:pt>
                <c:pt idx="3">
                  <c:v>Whitefield &amp; Brookefield</c:v>
                </c:pt>
                <c:pt idx="4">
                  <c:v>North Bengaluru</c:v>
                </c:pt>
                <c:pt idx="5">
                  <c:v>South Bengaluru</c:v>
                </c:pt>
              </c:strCache>
            </c:strRef>
          </c:cat>
          <c:val>
            <c:numRef>
              <c:f>'[10 year cycle.xlsx]Sheet1'!$C$44:$C$49</c:f>
              <c:numCache>
                <c:formatCode>General</c:formatCode>
                <c:ptCount val="6"/>
                <c:pt idx="0">
                  <c:v>0.4</c:v>
                </c:pt>
                <c:pt idx="1">
                  <c:v>0.7</c:v>
                </c:pt>
                <c:pt idx="2">
                  <c:v>5.9</c:v>
                </c:pt>
                <c:pt idx="3">
                  <c:v>5.9</c:v>
                </c:pt>
                <c:pt idx="4">
                  <c:v>2.8</c:v>
                </c:pt>
                <c:pt idx="5">
                  <c:v>1.3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256-4900-AEE4-CE333DE913F5}"/>
            </c:ext>
          </c:extLst>
        </c:ser>
        <c:ser>
          <c:idx val="1"/>
          <c:order val="1"/>
          <c:tx>
            <c:strRef>
              <c:f>'[10 year cycle.xlsx]Sheet1'!$D$43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5E6B7B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1.3576801735799447E-2"/>
                  <c:y val="-1.847004743675372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D256-4900-AEE4-CE333DE913F5}"/>
                </c:ext>
                <c:ext xmlns:c15="http://schemas.microsoft.com/office/drawing/2012/chart" uri="{CE6537A1-D6FC-4f65-9D91-7224C49458BB}">
                  <c15:layout>
                    <c:manualLayout>
                      <c:w val="2.9741748117454836E-2"/>
                      <c:h val="7.3811108860932548E-2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1.0182601301849585E-2"/>
                  <c:y val="-1.84700474367537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D256-4900-AEE4-CE333DE913F5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1.1879701518824453E-2"/>
                  <c:y val="-1.84700474367537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D256-4900-AEE4-CE333DE913F5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1.6971002169749307E-2"/>
                  <c:y val="-1.84700474367538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D256-4900-AEE4-CE333DE913F5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1.0182601301849585E-2"/>
                  <c:y val="-1.38525355775653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D256-4900-AEE4-CE333DE913F5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1.3576801735799447E-2"/>
                  <c:y val="-1.38525355775653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D256-4900-AEE4-CE333DE913F5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'[10 year cycle.xlsx]Sheet1'!$B$44:$B$49</c:f>
              <c:strCache>
                <c:ptCount val="6"/>
                <c:pt idx="0">
                  <c:v>CBD</c:v>
                </c:pt>
                <c:pt idx="1">
                  <c:v>SBD City</c:v>
                </c:pt>
                <c:pt idx="2">
                  <c:v>ORR</c:v>
                </c:pt>
                <c:pt idx="3">
                  <c:v>Whitefield &amp; Brookefield</c:v>
                </c:pt>
                <c:pt idx="4">
                  <c:v>North Bengaluru</c:v>
                </c:pt>
                <c:pt idx="5">
                  <c:v>South Bengaluru</c:v>
                </c:pt>
              </c:strCache>
            </c:strRef>
          </c:cat>
          <c:val>
            <c:numRef>
              <c:f>'[10 year cycle.xlsx]Sheet1'!$D$44:$D$49</c:f>
              <c:numCache>
                <c:formatCode>General</c:formatCode>
                <c:ptCount val="6"/>
                <c:pt idx="0">
                  <c:v>0.5</c:v>
                </c:pt>
                <c:pt idx="1">
                  <c:v>1.5</c:v>
                </c:pt>
                <c:pt idx="2">
                  <c:v>7.5</c:v>
                </c:pt>
                <c:pt idx="3">
                  <c:v>2.5</c:v>
                </c:pt>
                <c:pt idx="4">
                  <c:v>3.5</c:v>
                </c:pt>
                <c:pt idx="5">
                  <c:v>0.2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D256-4900-AEE4-CE333DE913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-594583872"/>
        <c:axId val="-594576800"/>
        <c:axId val="0"/>
      </c:bar3DChart>
      <c:catAx>
        <c:axId val="-594583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594576800"/>
        <c:crosses val="autoZero"/>
        <c:auto val="1"/>
        <c:lblAlgn val="ctr"/>
        <c:lblOffset val="100"/>
        <c:noMultiLvlLbl val="0"/>
      </c:catAx>
      <c:valAx>
        <c:axId val="-59457680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Area  (Mn sft)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594583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8E7FDE-3035-4791-AF68-CBF2054CCF52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3DE85-DD67-4432-B28E-1E1D602392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112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43D06-8FF9-4F5B-B8CE-2971A1216F57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BD00A-B77F-4C9F-ABDE-325AEFB65B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600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36CA-707A-4A9B-93B5-6C391561B74A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BD00A-B77F-4C9F-ABDE-325AEFB65B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02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F514E-0673-43AD-94E2-515C03541DEF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32578" y="6568031"/>
            <a:ext cx="597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BD00A-B77F-4C9F-ABDE-325AEFB65B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21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3.png"/><Relationship Id="rId5" Type="http://schemas.openxmlformats.org/officeDocument/2006/relationships/image" Target="../media/image15.png"/><Relationship Id="rId10" Type="http://schemas.openxmlformats.org/officeDocument/2006/relationships/image" Target="../media/image2.png"/><Relationship Id="rId4" Type="http://schemas.openxmlformats.org/officeDocument/2006/relationships/image" Target="../media/image14.jpg"/><Relationship Id="rId9" Type="http://schemas.openxmlformats.org/officeDocument/2006/relationships/hyperlink" Target="https://english.bmrc.co.in/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jpeg"/><Relationship Id="rId7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5935778" y="0"/>
            <a:ext cx="6202671" cy="5428446"/>
            <a:chOff x="0" y="0"/>
            <a:chExt cx="406400" cy="1873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6400" cy="187305"/>
            </a:xfrm>
            <a:custGeom>
              <a:avLst/>
              <a:gdLst/>
              <a:ahLst/>
              <a:cxnLst/>
              <a:rect l="l" t="t" r="r" b="b"/>
              <a:pathLst>
                <a:path w="406400" h="187305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3363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00"/>
                </a:lnSpc>
              </a:pPr>
              <a:endParaRPr sz="12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6096000" y="1367644"/>
            <a:ext cx="6042449" cy="5490356"/>
            <a:chOff x="0" y="0"/>
            <a:chExt cx="6184570" cy="50883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184570" cy="5088399"/>
            </a:xfrm>
            <a:custGeom>
              <a:avLst/>
              <a:gdLst/>
              <a:ahLst/>
              <a:cxnLst/>
              <a:rect l="l" t="t" r="r" b="b"/>
              <a:pathLst>
                <a:path w="6184570" h="5088399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6184570" cy="5088399"/>
            </a:xfrm>
            <a:custGeom>
              <a:avLst/>
              <a:gdLst/>
              <a:ahLst/>
              <a:cxnLst/>
              <a:rect l="l" t="t" r="r" b="b"/>
              <a:pathLst>
                <a:path w="6184570" h="5088399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blipFill>
              <a:blip r:embed="rId2"/>
              <a:stretch>
                <a:fillRect l="-11745" r="-117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04565" y="4536396"/>
            <a:ext cx="5037228" cy="2321604"/>
            <a:chOff x="0" y="0"/>
            <a:chExt cx="406400" cy="1873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6400" cy="187305"/>
            </a:xfrm>
            <a:custGeom>
              <a:avLst/>
              <a:gdLst/>
              <a:ahLst/>
              <a:cxnLst/>
              <a:rect l="l" t="t" r="r" b="b"/>
              <a:pathLst>
                <a:path w="406400" h="187305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3363A">
                <a:alpha val="8000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00"/>
                </a:lnSpc>
              </a:pPr>
              <a:endParaRPr sz="1200" dirty="0">
                <a:solidFill>
                  <a:prstClr val="black"/>
                </a:solidFill>
                <a:latin typeface="Calibri"/>
              </a:endParaRPr>
            </a:p>
          </p:txBody>
        </p: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61" y="325778"/>
            <a:ext cx="2412331" cy="49784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82" y="325778"/>
            <a:ext cx="504622" cy="504622"/>
          </a:xfrm>
          <a:prstGeom prst="rect">
            <a:avLst/>
          </a:prstGeom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BD00A-B77F-4C9F-ABDE-325AEFB65BD8}" type="slidenum">
              <a:rPr lang="en-US" smtClean="0"/>
              <a:t>1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8796C209-04B6-474D-9F0C-BF7919647517}"/>
              </a:ext>
            </a:extLst>
          </p:cNvPr>
          <p:cNvSpPr/>
          <p:nvPr/>
        </p:nvSpPr>
        <p:spPr>
          <a:xfrm>
            <a:off x="268623" y="1778001"/>
            <a:ext cx="5777203" cy="194945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3200" b="1" spc="-15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POTENTIAL OFFICE SPACE </a:t>
            </a:r>
            <a:r>
              <a:rPr lang="en-IN" sz="3200" b="1" spc="-150" dirty="0">
                <a:solidFill>
                  <a:schemeClr val="tx1"/>
                </a:solidFill>
                <a:latin typeface="Century Gothic"/>
                <a:cs typeface="Arial"/>
              </a:rPr>
              <a:t>OPTIONS</a:t>
            </a:r>
            <a:endParaRPr lang="en-IN" sz="3200" b="1" spc="-15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xmlns="" id="{313173ED-A0FD-4D53-9EA5-28678E1D3DE1}"/>
              </a:ext>
            </a:extLst>
          </p:cNvPr>
          <p:cNvSpPr txBox="1">
            <a:spLocks/>
          </p:cNvSpPr>
          <p:nvPr/>
        </p:nvSpPr>
        <p:spPr>
          <a:xfrm>
            <a:off x="1441448" y="5424717"/>
            <a:ext cx="2924196" cy="23152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50000"/>
              <a:buFont typeface="Goudy Old Style" panose="02020502050305020303" pitchFamily="18" charset="0"/>
              <a:buNone/>
              <a:defRPr sz="2000" kern="1200" cap="all" spc="3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150000"/>
              <a:buFont typeface="Goudy Old Style" panose="02020502050305020303" pitchFamily="18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150000"/>
              <a:buFont typeface="Goudy Old Style" panose="02020502050305020303" pitchFamily="18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latin typeface="Times New Roman"/>
                <a:cs typeface="Times New Roman"/>
              </a:rPr>
              <a:t>Submitted on – </a:t>
            </a:r>
            <a:r>
              <a:rPr lang="en-GB" dirty="0" smtClean="0">
                <a:latin typeface="Times New Roman"/>
                <a:cs typeface="Times New Roman"/>
              </a:rPr>
              <a:t>25</a:t>
            </a:r>
            <a:r>
              <a:rPr lang="en-GB" dirty="0" smtClean="0">
                <a:latin typeface="Times New Roman"/>
                <a:cs typeface="Times New Roman"/>
              </a:rPr>
              <a:t>/06/2026</a:t>
            </a:r>
            <a:endParaRPr lang="en-GB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102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Bengaluru Logo | Bangalore Logo | Bengaluru Logo Meanin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14387" cy="47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14387" y="89849"/>
            <a:ext cx="2900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300" dirty="0">
                <a:latin typeface="Garamond" panose="02020404030301010803" pitchFamily="18" charset="0"/>
              </a:rPr>
              <a:t>City Snapshot</a:t>
            </a:r>
          </a:p>
        </p:txBody>
      </p:sp>
      <p:sp>
        <p:nvSpPr>
          <p:cNvPr id="81" name="Freeform: Shape 403">
            <a:extLst>
              <a:ext uri="{FF2B5EF4-FFF2-40B4-BE49-F238E27FC236}">
                <a16:creationId xmlns:a16="http://schemas.microsoft.com/office/drawing/2014/main" xmlns="" id="{EF559EC2-D524-4313-89E5-7AF6E4F77A77}"/>
              </a:ext>
            </a:extLst>
          </p:cNvPr>
          <p:cNvSpPr/>
          <p:nvPr/>
        </p:nvSpPr>
        <p:spPr>
          <a:xfrm>
            <a:off x="6461191" y="2376764"/>
            <a:ext cx="3029509" cy="476066"/>
          </a:xfrm>
          <a:custGeom>
            <a:avLst/>
            <a:gdLst>
              <a:gd name="connsiteX0" fmla="*/ 3265714 w 3265714"/>
              <a:gd name="connsiteY0" fmla="*/ 513184 h 513184"/>
              <a:gd name="connsiteX1" fmla="*/ 2491274 w 3265714"/>
              <a:gd name="connsiteY1" fmla="*/ 0 h 513184"/>
              <a:gd name="connsiteX2" fmla="*/ 0 w 3265714"/>
              <a:gd name="connsiteY2" fmla="*/ 37322 h 513184"/>
              <a:gd name="connsiteX3" fmla="*/ 55984 w 3265714"/>
              <a:gd name="connsiteY3" fmla="*/ 27992 h 513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5714" h="513184">
                <a:moveTo>
                  <a:pt x="3265714" y="513184"/>
                </a:moveTo>
                <a:lnTo>
                  <a:pt x="2491274" y="0"/>
                </a:lnTo>
                <a:lnTo>
                  <a:pt x="0" y="37322"/>
                </a:lnTo>
                <a:lnTo>
                  <a:pt x="55984" y="27992"/>
                </a:lnTo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419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318188" y="440495"/>
            <a:ext cx="5010032" cy="3312020"/>
            <a:chOff x="5318188" y="440495"/>
            <a:chExt cx="5010032" cy="3312020"/>
          </a:xfrm>
        </p:grpSpPr>
        <p:sp>
          <p:nvSpPr>
            <p:cNvPr id="56" name="Freeform 4"/>
            <p:cNvSpPr/>
            <p:nvPr/>
          </p:nvSpPr>
          <p:spPr>
            <a:xfrm>
              <a:off x="5318188" y="440495"/>
              <a:ext cx="3437573" cy="3312020"/>
            </a:xfrm>
            <a:custGeom>
              <a:avLst/>
              <a:gdLst/>
              <a:ahLst/>
              <a:cxnLst/>
              <a:rect l="l" t="t" r="r" b="b"/>
              <a:pathLst>
                <a:path w="4012560" h="4007544">
                  <a:moveTo>
                    <a:pt x="0" y="0"/>
                  </a:moveTo>
                  <a:lnTo>
                    <a:pt x="4012560" y="0"/>
                  </a:lnTo>
                  <a:lnTo>
                    <a:pt x="4012560" y="4007544"/>
                  </a:lnTo>
                  <a:lnTo>
                    <a:pt x="0" y="400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13"/>
            <p:cNvSpPr txBox="1"/>
            <p:nvPr/>
          </p:nvSpPr>
          <p:spPr>
            <a:xfrm>
              <a:off x="5961877" y="716507"/>
              <a:ext cx="2065885" cy="4086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9"/>
                </a:lnSpc>
                <a:spcBef>
                  <a:spcPct val="0"/>
                </a:spcBef>
              </a:pPr>
              <a:r>
                <a:rPr lang="en-US" sz="2000" b="1" dirty="0">
                  <a:solidFill>
                    <a:srgbClr val="737373"/>
                  </a:solidFill>
                  <a:latin typeface="Garamond" panose="02020404030301010803" pitchFamily="18" charset="0"/>
                </a:rPr>
                <a:t>OVERVIEW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xmlns="" id="{0AB2F706-EE73-4152-B1AC-33BA0E66CB1F}"/>
                </a:ext>
              </a:extLst>
            </p:cNvPr>
            <p:cNvGrpSpPr/>
            <p:nvPr/>
          </p:nvGrpSpPr>
          <p:grpSpPr>
            <a:xfrm>
              <a:off x="5764413" y="1385426"/>
              <a:ext cx="203649" cy="170460"/>
              <a:chOff x="4288358" y="1025526"/>
              <a:chExt cx="353257" cy="325256"/>
            </a:xfrm>
            <a:solidFill>
              <a:srgbClr val="F3756E">
                <a:lumMod val="50000"/>
              </a:srgbClr>
            </a:solidFill>
          </p:grpSpPr>
          <p:sp>
            <p:nvSpPr>
              <p:cNvPr id="71" name="Freeform 31">
                <a:extLst>
                  <a:ext uri="{FF2B5EF4-FFF2-40B4-BE49-F238E27FC236}">
                    <a16:creationId xmlns:a16="http://schemas.microsoft.com/office/drawing/2014/main" xmlns="" id="{50E85D3B-3184-4F2F-A473-E7E57A32A7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9294" y="1031989"/>
                <a:ext cx="172321" cy="308024"/>
              </a:xfrm>
              <a:custGeom>
                <a:avLst/>
                <a:gdLst>
                  <a:gd name="T0" fmla="*/ 51 w 161"/>
                  <a:gd name="T1" fmla="*/ 0 h 287"/>
                  <a:gd name="T2" fmla="*/ 75 w 161"/>
                  <a:gd name="T3" fmla="*/ 4 h 287"/>
                  <a:gd name="T4" fmla="*/ 92 w 161"/>
                  <a:gd name="T5" fmla="*/ 15 h 287"/>
                  <a:gd name="T6" fmla="*/ 102 w 161"/>
                  <a:gd name="T7" fmla="*/ 31 h 287"/>
                  <a:gd name="T8" fmla="*/ 106 w 161"/>
                  <a:gd name="T9" fmla="*/ 53 h 287"/>
                  <a:gd name="T10" fmla="*/ 106 w 161"/>
                  <a:gd name="T11" fmla="*/ 72 h 287"/>
                  <a:gd name="T12" fmla="*/ 108 w 161"/>
                  <a:gd name="T13" fmla="*/ 92 h 287"/>
                  <a:gd name="T14" fmla="*/ 112 w 161"/>
                  <a:gd name="T15" fmla="*/ 112 h 287"/>
                  <a:gd name="T16" fmla="*/ 120 w 161"/>
                  <a:gd name="T17" fmla="*/ 126 h 287"/>
                  <a:gd name="T18" fmla="*/ 134 w 161"/>
                  <a:gd name="T19" fmla="*/ 133 h 287"/>
                  <a:gd name="T20" fmla="*/ 120 w 161"/>
                  <a:gd name="T21" fmla="*/ 143 h 287"/>
                  <a:gd name="T22" fmla="*/ 104 w 161"/>
                  <a:gd name="T23" fmla="*/ 149 h 287"/>
                  <a:gd name="T24" fmla="*/ 85 w 161"/>
                  <a:gd name="T25" fmla="*/ 151 h 287"/>
                  <a:gd name="T26" fmla="*/ 79 w 161"/>
                  <a:gd name="T27" fmla="*/ 151 h 287"/>
                  <a:gd name="T28" fmla="*/ 79 w 161"/>
                  <a:gd name="T29" fmla="*/ 159 h 287"/>
                  <a:gd name="T30" fmla="*/ 79 w 161"/>
                  <a:gd name="T31" fmla="*/ 161 h 287"/>
                  <a:gd name="T32" fmla="*/ 79 w 161"/>
                  <a:gd name="T33" fmla="*/ 163 h 287"/>
                  <a:gd name="T34" fmla="*/ 81 w 161"/>
                  <a:gd name="T35" fmla="*/ 167 h 287"/>
                  <a:gd name="T36" fmla="*/ 85 w 161"/>
                  <a:gd name="T37" fmla="*/ 169 h 287"/>
                  <a:gd name="T38" fmla="*/ 89 w 161"/>
                  <a:gd name="T39" fmla="*/ 171 h 287"/>
                  <a:gd name="T40" fmla="*/ 98 w 161"/>
                  <a:gd name="T41" fmla="*/ 175 h 287"/>
                  <a:gd name="T42" fmla="*/ 114 w 161"/>
                  <a:gd name="T43" fmla="*/ 183 h 287"/>
                  <a:gd name="T44" fmla="*/ 130 w 161"/>
                  <a:gd name="T45" fmla="*/ 188 h 287"/>
                  <a:gd name="T46" fmla="*/ 144 w 161"/>
                  <a:gd name="T47" fmla="*/ 194 h 287"/>
                  <a:gd name="T48" fmla="*/ 149 w 161"/>
                  <a:gd name="T49" fmla="*/ 200 h 287"/>
                  <a:gd name="T50" fmla="*/ 155 w 161"/>
                  <a:gd name="T51" fmla="*/ 210 h 287"/>
                  <a:gd name="T52" fmla="*/ 157 w 161"/>
                  <a:gd name="T53" fmla="*/ 230 h 287"/>
                  <a:gd name="T54" fmla="*/ 159 w 161"/>
                  <a:gd name="T55" fmla="*/ 249 h 287"/>
                  <a:gd name="T56" fmla="*/ 161 w 161"/>
                  <a:gd name="T57" fmla="*/ 267 h 287"/>
                  <a:gd name="T58" fmla="*/ 161 w 161"/>
                  <a:gd name="T59" fmla="*/ 275 h 287"/>
                  <a:gd name="T60" fmla="*/ 161 w 161"/>
                  <a:gd name="T61" fmla="*/ 279 h 287"/>
                  <a:gd name="T62" fmla="*/ 157 w 161"/>
                  <a:gd name="T63" fmla="*/ 281 h 287"/>
                  <a:gd name="T64" fmla="*/ 145 w 161"/>
                  <a:gd name="T65" fmla="*/ 283 h 287"/>
                  <a:gd name="T66" fmla="*/ 124 w 161"/>
                  <a:gd name="T67" fmla="*/ 285 h 287"/>
                  <a:gd name="T68" fmla="*/ 94 w 161"/>
                  <a:gd name="T69" fmla="*/ 287 h 287"/>
                  <a:gd name="T70" fmla="*/ 94 w 161"/>
                  <a:gd name="T71" fmla="*/ 281 h 287"/>
                  <a:gd name="T72" fmla="*/ 94 w 161"/>
                  <a:gd name="T73" fmla="*/ 273 h 287"/>
                  <a:gd name="T74" fmla="*/ 94 w 161"/>
                  <a:gd name="T75" fmla="*/ 257 h 287"/>
                  <a:gd name="T76" fmla="*/ 92 w 161"/>
                  <a:gd name="T77" fmla="*/ 234 h 287"/>
                  <a:gd name="T78" fmla="*/ 89 w 161"/>
                  <a:gd name="T79" fmla="*/ 210 h 287"/>
                  <a:gd name="T80" fmla="*/ 83 w 161"/>
                  <a:gd name="T81" fmla="*/ 188 h 287"/>
                  <a:gd name="T82" fmla="*/ 77 w 161"/>
                  <a:gd name="T83" fmla="*/ 175 h 287"/>
                  <a:gd name="T84" fmla="*/ 71 w 161"/>
                  <a:gd name="T85" fmla="*/ 171 h 287"/>
                  <a:gd name="T86" fmla="*/ 61 w 161"/>
                  <a:gd name="T87" fmla="*/ 165 h 287"/>
                  <a:gd name="T88" fmla="*/ 43 w 161"/>
                  <a:gd name="T89" fmla="*/ 157 h 287"/>
                  <a:gd name="T90" fmla="*/ 18 w 161"/>
                  <a:gd name="T91" fmla="*/ 145 h 287"/>
                  <a:gd name="T92" fmla="*/ 12 w 161"/>
                  <a:gd name="T93" fmla="*/ 143 h 287"/>
                  <a:gd name="T94" fmla="*/ 8 w 161"/>
                  <a:gd name="T95" fmla="*/ 141 h 287"/>
                  <a:gd name="T96" fmla="*/ 4 w 161"/>
                  <a:gd name="T97" fmla="*/ 139 h 287"/>
                  <a:gd name="T98" fmla="*/ 0 w 161"/>
                  <a:gd name="T99" fmla="*/ 139 h 287"/>
                  <a:gd name="T100" fmla="*/ 18 w 161"/>
                  <a:gd name="T101" fmla="*/ 116 h 287"/>
                  <a:gd name="T102" fmla="*/ 30 w 161"/>
                  <a:gd name="T103" fmla="*/ 88 h 287"/>
                  <a:gd name="T104" fmla="*/ 33 w 161"/>
                  <a:gd name="T105" fmla="*/ 59 h 287"/>
                  <a:gd name="T106" fmla="*/ 30 w 161"/>
                  <a:gd name="T107" fmla="*/ 33 h 287"/>
                  <a:gd name="T108" fmla="*/ 18 w 161"/>
                  <a:gd name="T109" fmla="*/ 10 h 287"/>
                  <a:gd name="T110" fmla="*/ 33 w 161"/>
                  <a:gd name="T111" fmla="*/ 4 h 287"/>
                  <a:gd name="T112" fmla="*/ 51 w 161"/>
                  <a:gd name="T113" fmla="*/ 0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61" h="287">
                    <a:moveTo>
                      <a:pt x="51" y="0"/>
                    </a:moveTo>
                    <a:lnTo>
                      <a:pt x="75" y="4"/>
                    </a:lnTo>
                    <a:lnTo>
                      <a:pt x="92" y="15"/>
                    </a:lnTo>
                    <a:lnTo>
                      <a:pt x="102" y="31"/>
                    </a:lnTo>
                    <a:lnTo>
                      <a:pt x="106" y="53"/>
                    </a:lnTo>
                    <a:lnTo>
                      <a:pt x="106" y="72"/>
                    </a:lnTo>
                    <a:lnTo>
                      <a:pt x="108" y="92"/>
                    </a:lnTo>
                    <a:lnTo>
                      <a:pt x="112" y="112"/>
                    </a:lnTo>
                    <a:lnTo>
                      <a:pt x="120" y="126"/>
                    </a:lnTo>
                    <a:lnTo>
                      <a:pt x="134" y="133"/>
                    </a:lnTo>
                    <a:lnTo>
                      <a:pt x="120" y="143"/>
                    </a:lnTo>
                    <a:lnTo>
                      <a:pt x="104" y="149"/>
                    </a:lnTo>
                    <a:lnTo>
                      <a:pt x="85" y="151"/>
                    </a:lnTo>
                    <a:lnTo>
                      <a:pt x="79" y="151"/>
                    </a:lnTo>
                    <a:lnTo>
                      <a:pt x="79" y="159"/>
                    </a:lnTo>
                    <a:lnTo>
                      <a:pt x="79" y="161"/>
                    </a:lnTo>
                    <a:lnTo>
                      <a:pt x="79" y="163"/>
                    </a:lnTo>
                    <a:lnTo>
                      <a:pt x="81" y="167"/>
                    </a:lnTo>
                    <a:lnTo>
                      <a:pt x="85" y="169"/>
                    </a:lnTo>
                    <a:lnTo>
                      <a:pt x="89" y="171"/>
                    </a:lnTo>
                    <a:lnTo>
                      <a:pt x="98" y="175"/>
                    </a:lnTo>
                    <a:lnTo>
                      <a:pt x="114" y="183"/>
                    </a:lnTo>
                    <a:lnTo>
                      <a:pt x="130" y="188"/>
                    </a:lnTo>
                    <a:lnTo>
                      <a:pt x="144" y="194"/>
                    </a:lnTo>
                    <a:lnTo>
                      <a:pt x="149" y="200"/>
                    </a:lnTo>
                    <a:lnTo>
                      <a:pt x="155" y="210"/>
                    </a:lnTo>
                    <a:lnTo>
                      <a:pt x="157" y="230"/>
                    </a:lnTo>
                    <a:lnTo>
                      <a:pt x="159" y="249"/>
                    </a:lnTo>
                    <a:lnTo>
                      <a:pt x="161" y="267"/>
                    </a:lnTo>
                    <a:lnTo>
                      <a:pt x="161" y="275"/>
                    </a:lnTo>
                    <a:lnTo>
                      <a:pt x="161" y="279"/>
                    </a:lnTo>
                    <a:lnTo>
                      <a:pt x="157" y="281"/>
                    </a:lnTo>
                    <a:lnTo>
                      <a:pt x="145" y="283"/>
                    </a:lnTo>
                    <a:lnTo>
                      <a:pt x="124" y="285"/>
                    </a:lnTo>
                    <a:lnTo>
                      <a:pt x="94" y="287"/>
                    </a:lnTo>
                    <a:lnTo>
                      <a:pt x="94" y="281"/>
                    </a:lnTo>
                    <a:lnTo>
                      <a:pt x="94" y="273"/>
                    </a:lnTo>
                    <a:lnTo>
                      <a:pt x="94" y="257"/>
                    </a:lnTo>
                    <a:lnTo>
                      <a:pt x="92" y="234"/>
                    </a:lnTo>
                    <a:lnTo>
                      <a:pt x="89" y="210"/>
                    </a:lnTo>
                    <a:lnTo>
                      <a:pt x="83" y="188"/>
                    </a:lnTo>
                    <a:lnTo>
                      <a:pt x="77" y="175"/>
                    </a:lnTo>
                    <a:lnTo>
                      <a:pt x="71" y="171"/>
                    </a:lnTo>
                    <a:lnTo>
                      <a:pt x="61" y="165"/>
                    </a:lnTo>
                    <a:lnTo>
                      <a:pt x="43" y="157"/>
                    </a:lnTo>
                    <a:lnTo>
                      <a:pt x="18" y="145"/>
                    </a:lnTo>
                    <a:lnTo>
                      <a:pt x="12" y="143"/>
                    </a:lnTo>
                    <a:lnTo>
                      <a:pt x="8" y="141"/>
                    </a:lnTo>
                    <a:lnTo>
                      <a:pt x="4" y="139"/>
                    </a:lnTo>
                    <a:lnTo>
                      <a:pt x="0" y="139"/>
                    </a:lnTo>
                    <a:lnTo>
                      <a:pt x="18" y="116"/>
                    </a:lnTo>
                    <a:lnTo>
                      <a:pt x="30" y="88"/>
                    </a:lnTo>
                    <a:lnTo>
                      <a:pt x="33" y="59"/>
                    </a:lnTo>
                    <a:lnTo>
                      <a:pt x="30" y="33"/>
                    </a:lnTo>
                    <a:lnTo>
                      <a:pt x="18" y="10"/>
                    </a:lnTo>
                    <a:lnTo>
                      <a:pt x="33" y="4"/>
                    </a:lnTo>
                    <a:lnTo>
                      <a:pt x="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5439" tIns="82720" rIns="165439" bIns="82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4190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72" name="Freeform 32">
                <a:extLst>
                  <a:ext uri="{FF2B5EF4-FFF2-40B4-BE49-F238E27FC236}">
                    <a16:creationId xmlns:a16="http://schemas.microsoft.com/office/drawing/2014/main" xmlns="" id="{F31EA758-B6D5-42E3-9CDF-0771890FC8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8358" y="1025526"/>
                <a:ext cx="264944" cy="325256"/>
              </a:xfrm>
              <a:custGeom>
                <a:avLst/>
                <a:gdLst>
                  <a:gd name="T0" fmla="*/ 147 w 246"/>
                  <a:gd name="T1" fmla="*/ 6 h 303"/>
                  <a:gd name="T2" fmla="*/ 179 w 246"/>
                  <a:gd name="T3" fmla="*/ 39 h 303"/>
                  <a:gd name="T4" fmla="*/ 181 w 246"/>
                  <a:gd name="T5" fmla="*/ 92 h 303"/>
                  <a:gd name="T6" fmla="*/ 149 w 246"/>
                  <a:gd name="T7" fmla="*/ 139 h 303"/>
                  <a:gd name="T8" fmla="*/ 151 w 246"/>
                  <a:gd name="T9" fmla="*/ 147 h 303"/>
                  <a:gd name="T10" fmla="*/ 153 w 246"/>
                  <a:gd name="T11" fmla="*/ 153 h 303"/>
                  <a:gd name="T12" fmla="*/ 165 w 246"/>
                  <a:gd name="T13" fmla="*/ 161 h 303"/>
                  <a:gd name="T14" fmla="*/ 193 w 246"/>
                  <a:gd name="T15" fmla="*/ 171 h 303"/>
                  <a:gd name="T16" fmla="*/ 224 w 246"/>
                  <a:gd name="T17" fmla="*/ 187 h 303"/>
                  <a:gd name="T18" fmla="*/ 238 w 246"/>
                  <a:gd name="T19" fmla="*/ 202 h 303"/>
                  <a:gd name="T20" fmla="*/ 244 w 246"/>
                  <a:gd name="T21" fmla="*/ 242 h 303"/>
                  <a:gd name="T22" fmla="*/ 246 w 246"/>
                  <a:gd name="T23" fmla="*/ 279 h 303"/>
                  <a:gd name="T24" fmla="*/ 246 w 246"/>
                  <a:gd name="T25" fmla="*/ 289 h 303"/>
                  <a:gd name="T26" fmla="*/ 242 w 246"/>
                  <a:gd name="T27" fmla="*/ 293 h 303"/>
                  <a:gd name="T28" fmla="*/ 212 w 246"/>
                  <a:gd name="T29" fmla="*/ 297 h 303"/>
                  <a:gd name="T30" fmla="*/ 155 w 246"/>
                  <a:gd name="T31" fmla="*/ 301 h 303"/>
                  <a:gd name="T32" fmla="*/ 90 w 246"/>
                  <a:gd name="T33" fmla="*/ 301 h 303"/>
                  <a:gd name="T34" fmla="*/ 33 w 246"/>
                  <a:gd name="T35" fmla="*/ 297 h 303"/>
                  <a:gd name="T36" fmla="*/ 4 w 246"/>
                  <a:gd name="T37" fmla="*/ 293 h 303"/>
                  <a:gd name="T38" fmla="*/ 0 w 246"/>
                  <a:gd name="T39" fmla="*/ 289 h 303"/>
                  <a:gd name="T40" fmla="*/ 0 w 246"/>
                  <a:gd name="T41" fmla="*/ 279 h 303"/>
                  <a:gd name="T42" fmla="*/ 2 w 246"/>
                  <a:gd name="T43" fmla="*/ 242 h 303"/>
                  <a:gd name="T44" fmla="*/ 8 w 246"/>
                  <a:gd name="T45" fmla="*/ 202 h 303"/>
                  <a:gd name="T46" fmla="*/ 22 w 246"/>
                  <a:gd name="T47" fmla="*/ 187 h 303"/>
                  <a:gd name="T48" fmla="*/ 53 w 246"/>
                  <a:gd name="T49" fmla="*/ 171 h 303"/>
                  <a:gd name="T50" fmla="*/ 81 w 246"/>
                  <a:gd name="T51" fmla="*/ 161 h 303"/>
                  <a:gd name="T52" fmla="*/ 92 w 246"/>
                  <a:gd name="T53" fmla="*/ 155 h 303"/>
                  <a:gd name="T54" fmla="*/ 94 w 246"/>
                  <a:gd name="T55" fmla="*/ 149 h 303"/>
                  <a:gd name="T56" fmla="*/ 96 w 246"/>
                  <a:gd name="T57" fmla="*/ 139 h 303"/>
                  <a:gd name="T58" fmla="*/ 65 w 246"/>
                  <a:gd name="T59" fmla="*/ 92 h 303"/>
                  <a:gd name="T60" fmla="*/ 67 w 246"/>
                  <a:gd name="T61" fmla="*/ 39 h 303"/>
                  <a:gd name="T62" fmla="*/ 98 w 246"/>
                  <a:gd name="T63" fmla="*/ 6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46" h="303">
                    <a:moveTo>
                      <a:pt x="122" y="0"/>
                    </a:moveTo>
                    <a:lnTo>
                      <a:pt x="147" y="6"/>
                    </a:lnTo>
                    <a:lnTo>
                      <a:pt x="167" y="20"/>
                    </a:lnTo>
                    <a:lnTo>
                      <a:pt x="179" y="39"/>
                    </a:lnTo>
                    <a:lnTo>
                      <a:pt x="185" y="65"/>
                    </a:lnTo>
                    <a:lnTo>
                      <a:pt x="181" y="92"/>
                    </a:lnTo>
                    <a:lnTo>
                      <a:pt x="169" y="118"/>
                    </a:lnTo>
                    <a:lnTo>
                      <a:pt x="149" y="139"/>
                    </a:lnTo>
                    <a:lnTo>
                      <a:pt x="149" y="143"/>
                    </a:lnTo>
                    <a:lnTo>
                      <a:pt x="151" y="147"/>
                    </a:lnTo>
                    <a:lnTo>
                      <a:pt x="151" y="149"/>
                    </a:lnTo>
                    <a:lnTo>
                      <a:pt x="153" y="153"/>
                    </a:lnTo>
                    <a:lnTo>
                      <a:pt x="157" y="157"/>
                    </a:lnTo>
                    <a:lnTo>
                      <a:pt x="165" y="161"/>
                    </a:lnTo>
                    <a:lnTo>
                      <a:pt x="175" y="165"/>
                    </a:lnTo>
                    <a:lnTo>
                      <a:pt x="193" y="171"/>
                    </a:lnTo>
                    <a:lnTo>
                      <a:pt x="210" y="179"/>
                    </a:lnTo>
                    <a:lnTo>
                      <a:pt x="224" y="187"/>
                    </a:lnTo>
                    <a:lnTo>
                      <a:pt x="232" y="192"/>
                    </a:lnTo>
                    <a:lnTo>
                      <a:pt x="238" y="202"/>
                    </a:lnTo>
                    <a:lnTo>
                      <a:pt x="240" y="220"/>
                    </a:lnTo>
                    <a:lnTo>
                      <a:pt x="244" y="242"/>
                    </a:lnTo>
                    <a:lnTo>
                      <a:pt x="246" y="263"/>
                    </a:lnTo>
                    <a:lnTo>
                      <a:pt x="246" y="279"/>
                    </a:lnTo>
                    <a:lnTo>
                      <a:pt x="246" y="287"/>
                    </a:lnTo>
                    <a:lnTo>
                      <a:pt x="246" y="289"/>
                    </a:lnTo>
                    <a:lnTo>
                      <a:pt x="244" y="291"/>
                    </a:lnTo>
                    <a:lnTo>
                      <a:pt x="242" y="293"/>
                    </a:lnTo>
                    <a:lnTo>
                      <a:pt x="232" y="295"/>
                    </a:lnTo>
                    <a:lnTo>
                      <a:pt x="212" y="297"/>
                    </a:lnTo>
                    <a:lnTo>
                      <a:pt x="187" y="299"/>
                    </a:lnTo>
                    <a:lnTo>
                      <a:pt x="155" y="301"/>
                    </a:lnTo>
                    <a:lnTo>
                      <a:pt x="122" y="303"/>
                    </a:lnTo>
                    <a:lnTo>
                      <a:pt x="90" y="301"/>
                    </a:lnTo>
                    <a:lnTo>
                      <a:pt x="59" y="299"/>
                    </a:lnTo>
                    <a:lnTo>
                      <a:pt x="33" y="297"/>
                    </a:lnTo>
                    <a:lnTo>
                      <a:pt x="14" y="295"/>
                    </a:lnTo>
                    <a:lnTo>
                      <a:pt x="4" y="293"/>
                    </a:lnTo>
                    <a:lnTo>
                      <a:pt x="0" y="291"/>
                    </a:lnTo>
                    <a:lnTo>
                      <a:pt x="0" y="289"/>
                    </a:lnTo>
                    <a:lnTo>
                      <a:pt x="0" y="287"/>
                    </a:lnTo>
                    <a:lnTo>
                      <a:pt x="0" y="279"/>
                    </a:lnTo>
                    <a:lnTo>
                      <a:pt x="0" y="263"/>
                    </a:lnTo>
                    <a:lnTo>
                      <a:pt x="2" y="242"/>
                    </a:lnTo>
                    <a:lnTo>
                      <a:pt x="6" y="220"/>
                    </a:lnTo>
                    <a:lnTo>
                      <a:pt x="8" y="202"/>
                    </a:lnTo>
                    <a:lnTo>
                      <a:pt x="14" y="192"/>
                    </a:lnTo>
                    <a:lnTo>
                      <a:pt x="22" y="187"/>
                    </a:lnTo>
                    <a:lnTo>
                      <a:pt x="35" y="179"/>
                    </a:lnTo>
                    <a:lnTo>
                      <a:pt x="53" y="171"/>
                    </a:lnTo>
                    <a:lnTo>
                      <a:pt x="71" y="165"/>
                    </a:lnTo>
                    <a:lnTo>
                      <a:pt x="81" y="161"/>
                    </a:lnTo>
                    <a:lnTo>
                      <a:pt x="89" y="157"/>
                    </a:lnTo>
                    <a:lnTo>
                      <a:pt x="92" y="155"/>
                    </a:lnTo>
                    <a:lnTo>
                      <a:pt x="94" y="151"/>
                    </a:lnTo>
                    <a:lnTo>
                      <a:pt x="94" y="149"/>
                    </a:lnTo>
                    <a:lnTo>
                      <a:pt x="96" y="145"/>
                    </a:lnTo>
                    <a:lnTo>
                      <a:pt x="96" y="139"/>
                    </a:lnTo>
                    <a:lnTo>
                      <a:pt x="77" y="118"/>
                    </a:lnTo>
                    <a:lnTo>
                      <a:pt x="65" y="92"/>
                    </a:lnTo>
                    <a:lnTo>
                      <a:pt x="61" y="65"/>
                    </a:lnTo>
                    <a:lnTo>
                      <a:pt x="67" y="39"/>
                    </a:lnTo>
                    <a:lnTo>
                      <a:pt x="79" y="20"/>
                    </a:lnTo>
                    <a:lnTo>
                      <a:pt x="98" y="6"/>
                    </a:lnTo>
                    <a:lnTo>
                      <a:pt x="12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5439" tIns="82720" rIns="165439" bIns="82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4190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xmlns="" id="{95927210-F555-4D2B-BCD1-EC75FA1AB226}"/>
                </a:ext>
              </a:extLst>
            </p:cNvPr>
            <p:cNvSpPr txBox="1"/>
            <p:nvPr/>
          </p:nvSpPr>
          <p:spPr>
            <a:xfrm>
              <a:off x="5961877" y="1367760"/>
              <a:ext cx="4366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14 Mn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Population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(Annual growth of  ~3.5% since 2015) 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xmlns="" id="{2E22AC48-7A28-458A-B78E-0AF3425D5392}"/>
                </a:ext>
              </a:extLst>
            </p:cNvPr>
            <p:cNvSpPr txBox="1"/>
            <p:nvPr/>
          </p:nvSpPr>
          <p:spPr>
            <a:xfrm>
              <a:off x="5961877" y="2062898"/>
              <a:ext cx="32796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  <a:r>
                <a:rPr kumimoji="0" lang="en-US" sz="10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 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 Ease of Living Index in India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xmlns="" id="{53741CE6-2F45-47B0-85D2-0F17F87FC764}"/>
                </a:ext>
              </a:extLst>
            </p:cNvPr>
            <p:cNvSpPr txBox="1"/>
            <p:nvPr/>
          </p:nvSpPr>
          <p:spPr>
            <a:xfrm>
              <a:off x="5946208" y="2704085"/>
              <a:ext cx="245703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Most Millennial friendly city in India,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18</a:t>
              </a:r>
              <a:r>
                <a:rPr kumimoji="0" lang="en-US" sz="10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th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 the World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xmlns="" id="{3B12DFEC-63BA-44D7-80D2-1439482E7DCA}"/>
                </a:ext>
              </a:extLst>
            </p:cNvPr>
            <p:cNvGrpSpPr/>
            <p:nvPr/>
          </p:nvGrpSpPr>
          <p:grpSpPr>
            <a:xfrm>
              <a:off x="5753413" y="2123850"/>
              <a:ext cx="214495" cy="221634"/>
              <a:chOff x="6407618" y="1778930"/>
              <a:chExt cx="307498" cy="349506"/>
            </a:xfrm>
            <a:solidFill>
              <a:srgbClr val="F3756E">
                <a:lumMod val="50000"/>
              </a:srgbClr>
            </a:solidFill>
          </p:grpSpPr>
          <p:sp>
            <p:nvSpPr>
              <p:cNvPr id="77" name="Freeform 270">
                <a:extLst>
                  <a:ext uri="{FF2B5EF4-FFF2-40B4-BE49-F238E27FC236}">
                    <a16:creationId xmlns:a16="http://schemas.microsoft.com/office/drawing/2014/main" xmlns="" id="{8DF8C96B-EFF0-467A-AE9B-CD7E6037DDF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49626" y="1778930"/>
                <a:ext cx="265490" cy="198278"/>
              </a:xfrm>
              <a:custGeom>
                <a:avLst/>
                <a:gdLst>
                  <a:gd name="T0" fmla="*/ 18 w 316"/>
                  <a:gd name="T1" fmla="*/ 18 h 237"/>
                  <a:gd name="T2" fmla="*/ 18 w 316"/>
                  <a:gd name="T3" fmla="*/ 217 h 237"/>
                  <a:gd name="T4" fmla="*/ 298 w 316"/>
                  <a:gd name="T5" fmla="*/ 217 h 237"/>
                  <a:gd name="T6" fmla="*/ 298 w 316"/>
                  <a:gd name="T7" fmla="*/ 18 h 237"/>
                  <a:gd name="T8" fmla="*/ 18 w 316"/>
                  <a:gd name="T9" fmla="*/ 18 h 237"/>
                  <a:gd name="T10" fmla="*/ 9 w 316"/>
                  <a:gd name="T11" fmla="*/ 0 h 237"/>
                  <a:gd name="T12" fmla="*/ 307 w 316"/>
                  <a:gd name="T13" fmla="*/ 0 h 237"/>
                  <a:gd name="T14" fmla="*/ 311 w 316"/>
                  <a:gd name="T15" fmla="*/ 0 h 237"/>
                  <a:gd name="T16" fmla="*/ 314 w 316"/>
                  <a:gd name="T17" fmla="*/ 4 h 237"/>
                  <a:gd name="T18" fmla="*/ 316 w 316"/>
                  <a:gd name="T19" fmla="*/ 9 h 237"/>
                  <a:gd name="T20" fmla="*/ 316 w 316"/>
                  <a:gd name="T21" fmla="*/ 228 h 237"/>
                  <a:gd name="T22" fmla="*/ 314 w 316"/>
                  <a:gd name="T23" fmla="*/ 231 h 237"/>
                  <a:gd name="T24" fmla="*/ 311 w 316"/>
                  <a:gd name="T25" fmla="*/ 235 h 237"/>
                  <a:gd name="T26" fmla="*/ 307 w 316"/>
                  <a:gd name="T27" fmla="*/ 237 h 237"/>
                  <a:gd name="T28" fmla="*/ 9 w 316"/>
                  <a:gd name="T29" fmla="*/ 237 h 237"/>
                  <a:gd name="T30" fmla="*/ 4 w 316"/>
                  <a:gd name="T31" fmla="*/ 235 h 237"/>
                  <a:gd name="T32" fmla="*/ 2 w 316"/>
                  <a:gd name="T33" fmla="*/ 231 h 237"/>
                  <a:gd name="T34" fmla="*/ 0 w 316"/>
                  <a:gd name="T35" fmla="*/ 228 h 237"/>
                  <a:gd name="T36" fmla="*/ 0 w 316"/>
                  <a:gd name="T37" fmla="*/ 9 h 237"/>
                  <a:gd name="T38" fmla="*/ 2 w 316"/>
                  <a:gd name="T39" fmla="*/ 4 h 237"/>
                  <a:gd name="T40" fmla="*/ 4 w 316"/>
                  <a:gd name="T41" fmla="*/ 0 h 237"/>
                  <a:gd name="T42" fmla="*/ 9 w 316"/>
                  <a:gd name="T43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6" h="237">
                    <a:moveTo>
                      <a:pt x="18" y="18"/>
                    </a:moveTo>
                    <a:lnTo>
                      <a:pt x="18" y="217"/>
                    </a:lnTo>
                    <a:lnTo>
                      <a:pt x="298" y="217"/>
                    </a:lnTo>
                    <a:lnTo>
                      <a:pt x="298" y="18"/>
                    </a:lnTo>
                    <a:lnTo>
                      <a:pt x="18" y="18"/>
                    </a:lnTo>
                    <a:close/>
                    <a:moveTo>
                      <a:pt x="9" y="0"/>
                    </a:moveTo>
                    <a:lnTo>
                      <a:pt x="307" y="0"/>
                    </a:lnTo>
                    <a:lnTo>
                      <a:pt x="311" y="0"/>
                    </a:lnTo>
                    <a:lnTo>
                      <a:pt x="314" y="4"/>
                    </a:lnTo>
                    <a:lnTo>
                      <a:pt x="316" y="9"/>
                    </a:lnTo>
                    <a:lnTo>
                      <a:pt x="316" y="228"/>
                    </a:lnTo>
                    <a:lnTo>
                      <a:pt x="314" y="231"/>
                    </a:lnTo>
                    <a:lnTo>
                      <a:pt x="311" y="235"/>
                    </a:lnTo>
                    <a:lnTo>
                      <a:pt x="307" y="237"/>
                    </a:lnTo>
                    <a:lnTo>
                      <a:pt x="9" y="237"/>
                    </a:lnTo>
                    <a:lnTo>
                      <a:pt x="4" y="235"/>
                    </a:lnTo>
                    <a:lnTo>
                      <a:pt x="2" y="231"/>
                    </a:lnTo>
                    <a:lnTo>
                      <a:pt x="0" y="228"/>
                    </a:lnTo>
                    <a:lnTo>
                      <a:pt x="0" y="9"/>
                    </a:lnTo>
                    <a:lnTo>
                      <a:pt x="2" y="4"/>
                    </a:lnTo>
                    <a:lnTo>
                      <a:pt x="4" y="0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5439" tIns="82720" rIns="165439" bIns="82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4190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78" name="Freeform 271">
                <a:extLst>
                  <a:ext uri="{FF2B5EF4-FFF2-40B4-BE49-F238E27FC236}">
                    <a16:creationId xmlns:a16="http://schemas.microsoft.com/office/drawing/2014/main" xmlns="" id="{95AB9538-54F2-43BC-859D-42663E8A1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7618" y="1778930"/>
                <a:ext cx="26885" cy="349506"/>
              </a:xfrm>
              <a:custGeom>
                <a:avLst/>
                <a:gdLst>
                  <a:gd name="T0" fmla="*/ 9 w 33"/>
                  <a:gd name="T1" fmla="*/ 0 h 415"/>
                  <a:gd name="T2" fmla="*/ 22 w 33"/>
                  <a:gd name="T3" fmla="*/ 0 h 415"/>
                  <a:gd name="T4" fmla="*/ 27 w 33"/>
                  <a:gd name="T5" fmla="*/ 0 h 415"/>
                  <a:gd name="T6" fmla="*/ 31 w 33"/>
                  <a:gd name="T7" fmla="*/ 4 h 415"/>
                  <a:gd name="T8" fmla="*/ 33 w 33"/>
                  <a:gd name="T9" fmla="*/ 9 h 415"/>
                  <a:gd name="T10" fmla="*/ 33 w 33"/>
                  <a:gd name="T11" fmla="*/ 406 h 415"/>
                  <a:gd name="T12" fmla="*/ 31 w 33"/>
                  <a:gd name="T13" fmla="*/ 412 h 415"/>
                  <a:gd name="T14" fmla="*/ 27 w 33"/>
                  <a:gd name="T15" fmla="*/ 415 h 415"/>
                  <a:gd name="T16" fmla="*/ 22 w 33"/>
                  <a:gd name="T17" fmla="*/ 415 h 415"/>
                  <a:gd name="T18" fmla="*/ 9 w 33"/>
                  <a:gd name="T19" fmla="*/ 415 h 415"/>
                  <a:gd name="T20" fmla="*/ 6 w 33"/>
                  <a:gd name="T21" fmla="*/ 415 h 415"/>
                  <a:gd name="T22" fmla="*/ 2 w 33"/>
                  <a:gd name="T23" fmla="*/ 412 h 415"/>
                  <a:gd name="T24" fmla="*/ 0 w 33"/>
                  <a:gd name="T25" fmla="*/ 406 h 415"/>
                  <a:gd name="T26" fmla="*/ 0 w 33"/>
                  <a:gd name="T27" fmla="*/ 9 h 415"/>
                  <a:gd name="T28" fmla="*/ 2 w 33"/>
                  <a:gd name="T29" fmla="*/ 4 h 415"/>
                  <a:gd name="T30" fmla="*/ 6 w 33"/>
                  <a:gd name="T31" fmla="*/ 0 h 415"/>
                  <a:gd name="T32" fmla="*/ 9 w 33"/>
                  <a:gd name="T33" fmla="*/ 0 h 4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3" h="415">
                    <a:moveTo>
                      <a:pt x="9" y="0"/>
                    </a:moveTo>
                    <a:lnTo>
                      <a:pt x="22" y="0"/>
                    </a:lnTo>
                    <a:lnTo>
                      <a:pt x="27" y="0"/>
                    </a:lnTo>
                    <a:lnTo>
                      <a:pt x="31" y="4"/>
                    </a:lnTo>
                    <a:lnTo>
                      <a:pt x="33" y="9"/>
                    </a:lnTo>
                    <a:lnTo>
                      <a:pt x="33" y="406"/>
                    </a:lnTo>
                    <a:lnTo>
                      <a:pt x="31" y="412"/>
                    </a:lnTo>
                    <a:lnTo>
                      <a:pt x="27" y="415"/>
                    </a:lnTo>
                    <a:lnTo>
                      <a:pt x="22" y="415"/>
                    </a:lnTo>
                    <a:lnTo>
                      <a:pt x="9" y="415"/>
                    </a:lnTo>
                    <a:lnTo>
                      <a:pt x="6" y="415"/>
                    </a:lnTo>
                    <a:lnTo>
                      <a:pt x="2" y="412"/>
                    </a:lnTo>
                    <a:lnTo>
                      <a:pt x="0" y="406"/>
                    </a:lnTo>
                    <a:lnTo>
                      <a:pt x="0" y="9"/>
                    </a:lnTo>
                    <a:lnTo>
                      <a:pt x="2" y="4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5439" tIns="82720" rIns="165439" bIns="82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4190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79" name="Freeform 272">
                <a:extLst>
                  <a:ext uri="{FF2B5EF4-FFF2-40B4-BE49-F238E27FC236}">
                    <a16:creationId xmlns:a16="http://schemas.microsoft.com/office/drawing/2014/main" xmlns="" id="{2D927611-12C2-47EC-841C-F37B5FA53D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54667" y="1783971"/>
                <a:ext cx="253728" cy="188196"/>
              </a:xfrm>
              <a:custGeom>
                <a:avLst/>
                <a:gdLst>
                  <a:gd name="T0" fmla="*/ 228 w 302"/>
                  <a:gd name="T1" fmla="*/ 150 h 224"/>
                  <a:gd name="T2" fmla="*/ 302 w 302"/>
                  <a:gd name="T3" fmla="*/ 150 h 224"/>
                  <a:gd name="T4" fmla="*/ 302 w 302"/>
                  <a:gd name="T5" fmla="*/ 224 h 224"/>
                  <a:gd name="T6" fmla="*/ 228 w 302"/>
                  <a:gd name="T7" fmla="*/ 224 h 224"/>
                  <a:gd name="T8" fmla="*/ 228 w 302"/>
                  <a:gd name="T9" fmla="*/ 150 h 224"/>
                  <a:gd name="T10" fmla="*/ 78 w 302"/>
                  <a:gd name="T11" fmla="*/ 150 h 224"/>
                  <a:gd name="T12" fmla="*/ 152 w 302"/>
                  <a:gd name="T13" fmla="*/ 150 h 224"/>
                  <a:gd name="T14" fmla="*/ 152 w 302"/>
                  <a:gd name="T15" fmla="*/ 224 h 224"/>
                  <a:gd name="T16" fmla="*/ 78 w 302"/>
                  <a:gd name="T17" fmla="*/ 224 h 224"/>
                  <a:gd name="T18" fmla="*/ 78 w 302"/>
                  <a:gd name="T19" fmla="*/ 150 h 224"/>
                  <a:gd name="T20" fmla="*/ 152 w 302"/>
                  <a:gd name="T21" fmla="*/ 74 h 224"/>
                  <a:gd name="T22" fmla="*/ 228 w 302"/>
                  <a:gd name="T23" fmla="*/ 74 h 224"/>
                  <a:gd name="T24" fmla="*/ 228 w 302"/>
                  <a:gd name="T25" fmla="*/ 150 h 224"/>
                  <a:gd name="T26" fmla="*/ 152 w 302"/>
                  <a:gd name="T27" fmla="*/ 150 h 224"/>
                  <a:gd name="T28" fmla="*/ 152 w 302"/>
                  <a:gd name="T29" fmla="*/ 74 h 224"/>
                  <a:gd name="T30" fmla="*/ 0 w 302"/>
                  <a:gd name="T31" fmla="*/ 74 h 224"/>
                  <a:gd name="T32" fmla="*/ 76 w 302"/>
                  <a:gd name="T33" fmla="*/ 74 h 224"/>
                  <a:gd name="T34" fmla="*/ 76 w 302"/>
                  <a:gd name="T35" fmla="*/ 150 h 224"/>
                  <a:gd name="T36" fmla="*/ 0 w 302"/>
                  <a:gd name="T37" fmla="*/ 150 h 224"/>
                  <a:gd name="T38" fmla="*/ 0 w 302"/>
                  <a:gd name="T39" fmla="*/ 74 h 224"/>
                  <a:gd name="T40" fmla="*/ 228 w 302"/>
                  <a:gd name="T41" fmla="*/ 0 h 224"/>
                  <a:gd name="T42" fmla="*/ 302 w 302"/>
                  <a:gd name="T43" fmla="*/ 0 h 224"/>
                  <a:gd name="T44" fmla="*/ 302 w 302"/>
                  <a:gd name="T45" fmla="*/ 74 h 224"/>
                  <a:gd name="T46" fmla="*/ 228 w 302"/>
                  <a:gd name="T47" fmla="*/ 74 h 224"/>
                  <a:gd name="T48" fmla="*/ 228 w 302"/>
                  <a:gd name="T49" fmla="*/ 0 h 224"/>
                  <a:gd name="T50" fmla="*/ 76 w 302"/>
                  <a:gd name="T51" fmla="*/ 0 h 224"/>
                  <a:gd name="T52" fmla="*/ 150 w 302"/>
                  <a:gd name="T53" fmla="*/ 0 h 224"/>
                  <a:gd name="T54" fmla="*/ 150 w 302"/>
                  <a:gd name="T55" fmla="*/ 74 h 224"/>
                  <a:gd name="T56" fmla="*/ 76 w 302"/>
                  <a:gd name="T57" fmla="*/ 74 h 224"/>
                  <a:gd name="T58" fmla="*/ 76 w 302"/>
                  <a:gd name="T59" fmla="*/ 0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2" h="224">
                    <a:moveTo>
                      <a:pt x="228" y="150"/>
                    </a:moveTo>
                    <a:lnTo>
                      <a:pt x="302" y="150"/>
                    </a:lnTo>
                    <a:lnTo>
                      <a:pt x="302" y="224"/>
                    </a:lnTo>
                    <a:lnTo>
                      <a:pt x="228" y="224"/>
                    </a:lnTo>
                    <a:lnTo>
                      <a:pt x="228" y="150"/>
                    </a:lnTo>
                    <a:close/>
                    <a:moveTo>
                      <a:pt x="78" y="150"/>
                    </a:moveTo>
                    <a:lnTo>
                      <a:pt x="152" y="150"/>
                    </a:lnTo>
                    <a:lnTo>
                      <a:pt x="152" y="224"/>
                    </a:lnTo>
                    <a:lnTo>
                      <a:pt x="78" y="224"/>
                    </a:lnTo>
                    <a:lnTo>
                      <a:pt x="78" y="150"/>
                    </a:lnTo>
                    <a:close/>
                    <a:moveTo>
                      <a:pt x="152" y="74"/>
                    </a:moveTo>
                    <a:lnTo>
                      <a:pt x="228" y="74"/>
                    </a:lnTo>
                    <a:lnTo>
                      <a:pt x="228" y="150"/>
                    </a:lnTo>
                    <a:lnTo>
                      <a:pt x="152" y="150"/>
                    </a:lnTo>
                    <a:lnTo>
                      <a:pt x="152" y="74"/>
                    </a:lnTo>
                    <a:close/>
                    <a:moveTo>
                      <a:pt x="0" y="74"/>
                    </a:moveTo>
                    <a:lnTo>
                      <a:pt x="76" y="74"/>
                    </a:lnTo>
                    <a:lnTo>
                      <a:pt x="76" y="150"/>
                    </a:lnTo>
                    <a:lnTo>
                      <a:pt x="0" y="150"/>
                    </a:lnTo>
                    <a:lnTo>
                      <a:pt x="0" y="74"/>
                    </a:lnTo>
                    <a:close/>
                    <a:moveTo>
                      <a:pt x="228" y="0"/>
                    </a:moveTo>
                    <a:lnTo>
                      <a:pt x="302" y="0"/>
                    </a:lnTo>
                    <a:lnTo>
                      <a:pt x="302" y="74"/>
                    </a:lnTo>
                    <a:lnTo>
                      <a:pt x="228" y="74"/>
                    </a:lnTo>
                    <a:lnTo>
                      <a:pt x="228" y="0"/>
                    </a:lnTo>
                    <a:close/>
                    <a:moveTo>
                      <a:pt x="76" y="0"/>
                    </a:moveTo>
                    <a:lnTo>
                      <a:pt x="150" y="0"/>
                    </a:lnTo>
                    <a:lnTo>
                      <a:pt x="150" y="74"/>
                    </a:lnTo>
                    <a:lnTo>
                      <a:pt x="76" y="74"/>
                    </a:lnTo>
                    <a:lnTo>
                      <a:pt x="7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5439" tIns="82720" rIns="165439" bIns="82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4190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p:grpSp>
        <p:sp>
          <p:nvSpPr>
            <p:cNvPr id="80" name="Freeform 33">
              <a:extLst>
                <a:ext uri="{FF2B5EF4-FFF2-40B4-BE49-F238E27FC236}">
                  <a16:creationId xmlns:a16="http://schemas.microsoft.com/office/drawing/2014/main" xmlns="" id="{3A7FA871-DB9F-4084-BB01-09ADD4CC0F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52982" y="2734815"/>
              <a:ext cx="215389" cy="195919"/>
            </a:xfrm>
            <a:custGeom>
              <a:avLst/>
              <a:gdLst>
                <a:gd name="T0" fmla="*/ 302 w 353"/>
                <a:gd name="T1" fmla="*/ 29 h 322"/>
                <a:gd name="T2" fmla="*/ 312 w 353"/>
                <a:gd name="T3" fmla="*/ 90 h 322"/>
                <a:gd name="T4" fmla="*/ 286 w 353"/>
                <a:gd name="T5" fmla="*/ 139 h 322"/>
                <a:gd name="T6" fmla="*/ 294 w 353"/>
                <a:gd name="T7" fmla="*/ 147 h 322"/>
                <a:gd name="T8" fmla="*/ 322 w 353"/>
                <a:gd name="T9" fmla="*/ 163 h 322"/>
                <a:gd name="T10" fmla="*/ 343 w 353"/>
                <a:gd name="T11" fmla="*/ 183 h 322"/>
                <a:gd name="T12" fmla="*/ 351 w 353"/>
                <a:gd name="T13" fmla="*/ 240 h 322"/>
                <a:gd name="T14" fmla="*/ 353 w 353"/>
                <a:gd name="T15" fmla="*/ 271 h 322"/>
                <a:gd name="T16" fmla="*/ 343 w 353"/>
                <a:gd name="T17" fmla="*/ 273 h 322"/>
                <a:gd name="T18" fmla="*/ 324 w 353"/>
                <a:gd name="T19" fmla="*/ 277 h 322"/>
                <a:gd name="T20" fmla="*/ 314 w 353"/>
                <a:gd name="T21" fmla="*/ 208 h 322"/>
                <a:gd name="T22" fmla="*/ 292 w 353"/>
                <a:gd name="T23" fmla="*/ 185 h 322"/>
                <a:gd name="T24" fmla="*/ 235 w 353"/>
                <a:gd name="T25" fmla="*/ 159 h 322"/>
                <a:gd name="T26" fmla="*/ 224 w 353"/>
                <a:gd name="T27" fmla="*/ 155 h 322"/>
                <a:gd name="T28" fmla="*/ 229 w 353"/>
                <a:gd name="T29" fmla="*/ 151 h 322"/>
                <a:gd name="T30" fmla="*/ 241 w 353"/>
                <a:gd name="T31" fmla="*/ 141 h 322"/>
                <a:gd name="T32" fmla="*/ 255 w 353"/>
                <a:gd name="T33" fmla="*/ 100 h 322"/>
                <a:gd name="T34" fmla="*/ 243 w 353"/>
                <a:gd name="T35" fmla="*/ 20 h 322"/>
                <a:gd name="T36" fmla="*/ 88 w 353"/>
                <a:gd name="T37" fmla="*/ 14 h 322"/>
                <a:gd name="T38" fmla="*/ 98 w 353"/>
                <a:gd name="T39" fmla="*/ 43 h 322"/>
                <a:gd name="T40" fmla="*/ 112 w 353"/>
                <a:gd name="T41" fmla="*/ 130 h 322"/>
                <a:gd name="T42" fmla="*/ 114 w 353"/>
                <a:gd name="T43" fmla="*/ 145 h 322"/>
                <a:gd name="T44" fmla="*/ 129 w 353"/>
                <a:gd name="T45" fmla="*/ 151 h 322"/>
                <a:gd name="T46" fmla="*/ 125 w 353"/>
                <a:gd name="T47" fmla="*/ 157 h 322"/>
                <a:gd name="T48" fmla="*/ 92 w 353"/>
                <a:gd name="T49" fmla="*/ 171 h 322"/>
                <a:gd name="T50" fmla="*/ 53 w 353"/>
                <a:gd name="T51" fmla="*/ 191 h 322"/>
                <a:gd name="T52" fmla="*/ 35 w 353"/>
                <a:gd name="T53" fmla="*/ 228 h 322"/>
                <a:gd name="T54" fmla="*/ 23 w 353"/>
                <a:gd name="T55" fmla="*/ 277 h 322"/>
                <a:gd name="T56" fmla="*/ 5 w 353"/>
                <a:gd name="T57" fmla="*/ 273 h 322"/>
                <a:gd name="T58" fmla="*/ 0 w 353"/>
                <a:gd name="T59" fmla="*/ 269 h 322"/>
                <a:gd name="T60" fmla="*/ 3 w 353"/>
                <a:gd name="T61" fmla="*/ 220 h 322"/>
                <a:gd name="T62" fmla="*/ 13 w 353"/>
                <a:gd name="T63" fmla="*/ 175 h 322"/>
                <a:gd name="T64" fmla="*/ 43 w 353"/>
                <a:gd name="T65" fmla="*/ 155 h 322"/>
                <a:gd name="T66" fmla="*/ 62 w 353"/>
                <a:gd name="T67" fmla="*/ 145 h 322"/>
                <a:gd name="T68" fmla="*/ 66 w 353"/>
                <a:gd name="T69" fmla="*/ 132 h 322"/>
                <a:gd name="T70" fmla="*/ 37 w 353"/>
                <a:gd name="T71" fmla="*/ 69 h 322"/>
                <a:gd name="T72" fmla="*/ 68 w 353"/>
                <a:gd name="T73" fmla="*/ 20 h 322"/>
                <a:gd name="T74" fmla="*/ 202 w 353"/>
                <a:gd name="T75" fmla="*/ 6 h 322"/>
                <a:gd name="T76" fmla="*/ 243 w 353"/>
                <a:gd name="T77" fmla="*/ 71 h 322"/>
                <a:gd name="T78" fmla="*/ 206 w 353"/>
                <a:gd name="T79" fmla="*/ 149 h 322"/>
                <a:gd name="T80" fmla="*/ 208 w 353"/>
                <a:gd name="T81" fmla="*/ 161 h 322"/>
                <a:gd name="T82" fmla="*/ 222 w 353"/>
                <a:gd name="T83" fmla="*/ 171 h 322"/>
                <a:gd name="T84" fmla="*/ 269 w 353"/>
                <a:gd name="T85" fmla="*/ 192 h 322"/>
                <a:gd name="T86" fmla="*/ 298 w 353"/>
                <a:gd name="T87" fmla="*/ 216 h 322"/>
                <a:gd name="T88" fmla="*/ 308 w 353"/>
                <a:gd name="T89" fmla="*/ 281 h 322"/>
                <a:gd name="T90" fmla="*/ 308 w 353"/>
                <a:gd name="T91" fmla="*/ 308 h 322"/>
                <a:gd name="T92" fmla="*/ 292 w 353"/>
                <a:gd name="T93" fmla="*/ 314 h 322"/>
                <a:gd name="T94" fmla="*/ 212 w 353"/>
                <a:gd name="T95" fmla="*/ 322 h 322"/>
                <a:gd name="T96" fmla="*/ 110 w 353"/>
                <a:gd name="T97" fmla="*/ 320 h 322"/>
                <a:gd name="T98" fmla="*/ 49 w 353"/>
                <a:gd name="T99" fmla="*/ 312 h 322"/>
                <a:gd name="T100" fmla="*/ 45 w 353"/>
                <a:gd name="T101" fmla="*/ 306 h 322"/>
                <a:gd name="T102" fmla="*/ 49 w 353"/>
                <a:gd name="T103" fmla="*/ 259 h 322"/>
                <a:gd name="T104" fmla="*/ 59 w 353"/>
                <a:gd name="T105" fmla="*/ 206 h 322"/>
                <a:gd name="T106" fmla="*/ 104 w 353"/>
                <a:gd name="T107" fmla="*/ 185 h 322"/>
                <a:gd name="T108" fmla="*/ 139 w 353"/>
                <a:gd name="T109" fmla="*/ 169 h 322"/>
                <a:gd name="T110" fmla="*/ 147 w 353"/>
                <a:gd name="T111" fmla="*/ 159 h 322"/>
                <a:gd name="T112" fmla="*/ 127 w 353"/>
                <a:gd name="T113" fmla="*/ 128 h 322"/>
                <a:gd name="T114" fmla="*/ 115 w 353"/>
                <a:gd name="T115" fmla="*/ 43 h 322"/>
                <a:gd name="T116" fmla="*/ 176 w 353"/>
                <a:gd name="T117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53" h="322">
                  <a:moveTo>
                    <a:pt x="265" y="14"/>
                  </a:moveTo>
                  <a:lnTo>
                    <a:pt x="284" y="20"/>
                  </a:lnTo>
                  <a:lnTo>
                    <a:pt x="302" y="29"/>
                  </a:lnTo>
                  <a:lnTo>
                    <a:pt x="312" y="47"/>
                  </a:lnTo>
                  <a:lnTo>
                    <a:pt x="316" y="69"/>
                  </a:lnTo>
                  <a:lnTo>
                    <a:pt x="312" y="90"/>
                  </a:lnTo>
                  <a:lnTo>
                    <a:pt x="302" y="114"/>
                  </a:lnTo>
                  <a:lnTo>
                    <a:pt x="286" y="132"/>
                  </a:lnTo>
                  <a:lnTo>
                    <a:pt x="286" y="139"/>
                  </a:lnTo>
                  <a:lnTo>
                    <a:pt x="288" y="141"/>
                  </a:lnTo>
                  <a:lnTo>
                    <a:pt x="290" y="145"/>
                  </a:lnTo>
                  <a:lnTo>
                    <a:pt x="294" y="147"/>
                  </a:lnTo>
                  <a:lnTo>
                    <a:pt x="302" y="151"/>
                  </a:lnTo>
                  <a:lnTo>
                    <a:pt x="310" y="155"/>
                  </a:lnTo>
                  <a:lnTo>
                    <a:pt x="322" y="163"/>
                  </a:lnTo>
                  <a:lnTo>
                    <a:pt x="334" y="169"/>
                  </a:lnTo>
                  <a:lnTo>
                    <a:pt x="339" y="175"/>
                  </a:lnTo>
                  <a:lnTo>
                    <a:pt x="343" y="183"/>
                  </a:lnTo>
                  <a:lnTo>
                    <a:pt x="347" y="198"/>
                  </a:lnTo>
                  <a:lnTo>
                    <a:pt x="349" y="220"/>
                  </a:lnTo>
                  <a:lnTo>
                    <a:pt x="351" y="240"/>
                  </a:lnTo>
                  <a:lnTo>
                    <a:pt x="353" y="257"/>
                  </a:lnTo>
                  <a:lnTo>
                    <a:pt x="353" y="269"/>
                  </a:lnTo>
                  <a:lnTo>
                    <a:pt x="353" y="271"/>
                  </a:lnTo>
                  <a:lnTo>
                    <a:pt x="349" y="271"/>
                  </a:lnTo>
                  <a:lnTo>
                    <a:pt x="347" y="273"/>
                  </a:lnTo>
                  <a:lnTo>
                    <a:pt x="343" y="273"/>
                  </a:lnTo>
                  <a:lnTo>
                    <a:pt x="337" y="275"/>
                  </a:lnTo>
                  <a:lnTo>
                    <a:pt x="332" y="277"/>
                  </a:lnTo>
                  <a:lnTo>
                    <a:pt x="324" y="277"/>
                  </a:lnTo>
                  <a:lnTo>
                    <a:pt x="322" y="253"/>
                  </a:lnTo>
                  <a:lnTo>
                    <a:pt x="318" y="228"/>
                  </a:lnTo>
                  <a:lnTo>
                    <a:pt x="314" y="208"/>
                  </a:lnTo>
                  <a:lnTo>
                    <a:pt x="306" y="194"/>
                  </a:lnTo>
                  <a:lnTo>
                    <a:pt x="300" y="191"/>
                  </a:lnTo>
                  <a:lnTo>
                    <a:pt x="292" y="185"/>
                  </a:lnTo>
                  <a:lnTo>
                    <a:pt x="279" y="179"/>
                  </a:lnTo>
                  <a:lnTo>
                    <a:pt x="261" y="171"/>
                  </a:lnTo>
                  <a:lnTo>
                    <a:pt x="235" y="159"/>
                  </a:lnTo>
                  <a:lnTo>
                    <a:pt x="233" y="159"/>
                  </a:lnTo>
                  <a:lnTo>
                    <a:pt x="229" y="157"/>
                  </a:lnTo>
                  <a:lnTo>
                    <a:pt x="224" y="155"/>
                  </a:lnTo>
                  <a:lnTo>
                    <a:pt x="222" y="155"/>
                  </a:lnTo>
                  <a:lnTo>
                    <a:pt x="226" y="151"/>
                  </a:lnTo>
                  <a:lnTo>
                    <a:pt x="229" y="151"/>
                  </a:lnTo>
                  <a:lnTo>
                    <a:pt x="235" y="147"/>
                  </a:lnTo>
                  <a:lnTo>
                    <a:pt x="239" y="145"/>
                  </a:lnTo>
                  <a:lnTo>
                    <a:pt x="241" y="141"/>
                  </a:lnTo>
                  <a:lnTo>
                    <a:pt x="243" y="139"/>
                  </a:lnTo>
                  <a:lnTo>
                    <a:pt x="243" y="130"/>
                  </a:lnTo>
                  <a:lnTo>
                    <a:pt x="255" y="100"/>
                  </a:lnTo>
                  <a:lnTo>
                    <a:pt x="259" y="71"/>
                  </a:lnTo>
                  <a:lnTo>
                    <a:pt x="255" y="43"/>
                  </a:lnTo>
                  <a:lnTo>
                    <a:pt x="243" y="20"/>
                  </a:lnTo>
                  <a:lnTo>
                    <a:pt x="253" y="16"/>
                  </a:lnTo>
                  <a:lnTo>
                    <a:pt x="265" y="14"/>
                  </a:lnTo>
                  <a:close/>
                  <a:moveTo>
                    <a:pt x="88" y="14"/>
                  </a:moveTo>
                  <a:lnTo>
                    <a:pt x="100" y="16"/>
                  </a:lnTo>
                  <a:lnTo>
                    <a:pt x="110" y="20"/>
                  </a:lnTo>
                  <a:lnTo>
                    <a:pt x="98" y="43"/>
                  </a:lnTo>
                  <a:lnTo>
                    <a:pt x="94" y="71"/>
                  </a:lnTo>
                  <a:lnTo>
                    <a:pt x="98" y="100"/>
                  </a:lnTo>
                  <a:lnTo>
                    <a:pt x="112" y="130"/>
                  </a:lnTo>
                  <a:lnTo>
                    <a:pt x="112" y="139"/>
                  </a:lnTo>
                  <a:lnTo>
                    <a:pt x="112" y="141"/>
                  </a:lnTo>
                  <a:lnTo>
                    <a:pt x="114" y="145"/>
                  </a:lnTo>
                  <a:lnTo>
                    <a:pt x="119" y="147"/>
                  </a:lnTo>
                  <a:lnTo>
                    <a:pt x="125" y="151"/>
                  </a:lnTo>
                  <a:lnTo>
                    <a:pt x="129" y="151"/>
                  </a:lnTo>
                  <a:lnTo>
                    <a:pt x="131" y="155"/>
                  </a:lnTo>
                  <a:lnTo>
                    <a:pt x="129" y="155"/>
                  </a:lnTo>
                  <a:lnTo>
                    <a:pt x="125" y="157"/>
                  </a:lnTo>
                  <a:lnTo>
                    <a:pt x="121" y="159"/>
                  </a:lnTo>
                  <a:lnTo>
                    <a:pt x="117" y="159"/>
                  </a:lnTo>
                  <a:lnTo>
                    <a:pt x="92" y="171"/>
                  </a:lnTo>
                  <a:lnTo>
                    <a:pt x="74" y="179"/>
                  </a:lnTo>
                  <a:lnTo>
                    <a:pt x="60" y="185"/>
                  </a:lnTo>
                  <a:lnTo>
                    <a:pt x="53" y="191"/>
                  </a:lnTo>
                  <a:lnTo>
                    <a:pt x="47" y="194"/>
                  </a:lnTo>
                  <a:lnTo>
                    <a:pt x="41" y="208"/>
                  </a:lnTo>
                  <a:lnTo>
                    <a:pt x="35" y="228"/>
                  </a:lnTo>
                  <a:lnTo>
                    <a:pt x="31" y="253"/>
                  </a:lnTo>
                  <a:lnTo>
                    <a:pt x="29" y="277"/>
                  </a:lnTo>
                  <a:lnTo>
                    <a:pt x="23" y="277"/>
                  </a:lnTo>
                  <a:lnTo>
                    <a:pt x="15" y="275"/>
                  </a:lnTo>
                  <a:lnTo>
                    <a:pt x="11" y="273"/>
                  </a:lnTo>
                  <a:lnTo>
                    <a:pt x="5" y="273"/>
                  </a:lnTo>
                  <a:lnTo>
                    <a:pt x="3" y="271"/>
                  </a:lnTo>
                  <a:lnTo>
                    <a:pt x="2" y="271"/>
                  </a:lnTo>
                  <a:lnTo>
                    <a:pt x="0" y="269"/>
                  </a:lnTo>
                  <a:lnTo>
                    <a:pt x="2" y="257"/>
                  </a:lnTo>
                  <a:lnTo>
                    <a:pt x="2" y="240"/>
                  </a:lnTo>
                  <a:lnTo>
                    <a:pt x="3" y="220"/>
                  </a:lnTo>
                  <a:lnTo>
                    <a:pt x="7" y="198"/>
                  </a:lnTo>
                  <a:lnTo>
                    <a:pt x="9" y="183"/>
                  </a:lnTo>
                  <a:lnTo>
                    <a:pt x="13" y="175"/>
                  </a:lnTo>
                  <a:lnTo>
                    <a:pt x="21" y="169"/>
                  </a:lnTo>
                  <a:lnTo>
                    <a:pt x="31" y="163"/>
                  </a:lnTo>
                  <a:lnTo>
                    <a:pt x="43" y="155"/>
                  </a:lnTo>
                  <a:lnTo>
                    <a:pt x="53" y="151"/>
                  </a:lnTo>
                  <a:lnTo>
                    <a:pt x="59" y="147"/>
                  </a:lnTo>
                  <a:lnTo>
                    <a:pt x="62" y="145"/>
                  </a:lnTo>
                  <a:lnTo>
                    <a:pt x="66" y="141"/>
                  </a:lnTo>
                  <a:lnTo>
                    <a:pt x="66" y="139"/>
                  </a:lnTo>
                  <a:lnTo>
                    <a:pt x="66" y="132"/>
                  </a:lnTo>
                  <a:lnTo>
                    <a:pt x="51" y="114"/>
                  </a:lnTo>
                  <a:lnTo>
                    <a:pt x="41" y="90"/>
                  </a:lnTo>
                  <a:lnTo>
                    <a:pt x="37" y="69"/>
                  </a:lnTo>
                  <a:lnTo>
                    <a:pt x="41" y="47"/>
                  </a:lnTo>
                  <a:lnTo>
                    <a:pt x="53" y="29"/>
                  </a:lnTo>
                  <a:lnTo>
                    <a:pt x="68" y="20"/>
                  </a:lnTo>
                  <a:lnTo>
                    <a:pt x="88" y="14"/>
                  </a:lnTo>
                  <a:close/>
                  <a:moveTo>
                    <a:pt x="176" y="0"/>
                  </a:moveTo>
                  <a:lnTo>
                    <a:pt x="202" y="6"/>
                  </a:lnTo>
                  <a:lnTo>
                    <a:pt x="224" y="20"/>
                  </a:lnTo>
                  <a:lnTo>
                    <a:pt x="237" y="43"/>
                  </a:lnTo>
                  <a:lnTo>
                    <a:pt x="243" y="71"/>
                  </a:lnTo>
                  <a:lnTo>
                    <a:pt x="237" y="98"/>
                  </a:lnTo>
                  <a:lnTo>
                    <a:pt x="226" y="128"/>
                  </a:lnTo>
                  <a:lnTo>
                    <a:pt x="206" y="149"/>
                  </a:lnTo>
                  <a:lnTo>
                    <a:pt x="206" y="153"/>
                  </a:lnTo>
                  <a:lnTo>
                    <a:pt x="206" y="157"/>
                  </a:lnTo>
                  <a:lnTo>
                    <a:pt x="208" y="161"/>
                  </a:lnTo>
                  <a:lnTo>
                    <a:pt x="210" y="165"/>
                  </a:lnTo>
                  <a:lnTo>
                    <a:pt x="214" y="167"/>
                  </a:lnTo>
                  <a:lnTo>
                    <a:pt x="222" y="171"/>
                  </a:lnTo>
                  <a:lnTo>
                    <a:pt x="233" y="177"/>
                  </a:lnTo>
                  <a:lnTo>
                    <a:pt x="251" y="185"/>
                  </a:lnTo>
                  <a:lnTo>
                    <a:pt x="269" y="192"/>
                  </a:lnTo>
                  <a:lnTo>
                    <a:pt x="284" y="200"/>
                  </a:lnTo>
                  <a:lnTo>
                    <a:pt x="294" y="206"/>
                  </a:lnTo>
                  <a:lnTo>
                    <a:pt x="298" y="216"/>
                  </a:lnTo>
                  <a:lnTo>
                    <a:pt x="302" y="236"/>
                  </a:lnTo>
                  <a:lnTo>
                    <a:pt x="306" y="259"/>
                  </a:lnTo>
                  <a:lnTo>
                    <a:pt x="308" y="281"/>
                  </a:lnTo>
                  <a:lnTo>
                    <a:pt x="308" y="299"/>
                  </a:lnTo>
                  <a:lnTo>
                    <a:pt x="308" y="306"/>
                  </a:lnTo>
                  <a:lnTo>
                    <a:pt x="308" y="308"/>
                  </a:lnTo>
                  <a:lnTo>
                    <a:pt x="308" y="310"/>
                  </a:lnTo>
                  <a:lnTo>
                    <a:pt x="304" y="312"/>
                  </a:lnTo>
                  <a:lnTo>
                    <a:pt x="292" y="314"/>
                  </a:lnTo>
                  <a:lnTo>
                    <a:pt x="273" y="318"/>
                  </a:lnTo>
                  <a:lnTo>
                    <a:pt x="245" y="320"/>
                  </a:lnTo>
                  <a:lnTo>
                    <a:pt x="212" y="322"/>
                  </a:lnTo>
                  <a:lnTo>
                    <a:pt x="176" y="322"/>
                  </a:lnTo>
                  <a:lnTo>
                    <a:pt x="141" y="322"/>
                  </a:lnTo>
                  <a:lnTo>
                    <a:pt x="110" y="320"/>
                  </a:lnTo>
                  <a:lnTo>
                    <a:pt x="82" y="318"/>
                  </a:lnTo>
                  <a:lnTo>
                    <a:pt x="60" y="314"/>
                  </a:lnTo>
                  <a:lnTo>
                    <a:pt x="49" y="312"/>
                  </a:lnTo>
                  <a:lnTo>
                    <a:pt x="47" y="310"/>
                  </a:lnTo>
                  <a:lnTo>
                    <a:pt x="45" y="308"/>
                  </a:lnTo>
                  <a:lnTo>
                    <a:pt x="45" y="306"/>
                  </a:lnTo>
                  <a:lnTo>
                    <a:pt x="45" y="299"/>
                  </a:lnTo>
                  <a:lnTo>
                    <a:pt x="47" y="281"/>
                  </a:lnTo>
                  <a:lnTo>
                    <a:pt x="49" y="259"/>
                  </a:lnTo>
                  <a:lnTo>
                    <a:pt x="51" y="236"/>
                  </a:lnTo>
                  <a:lnTo>
                    <a:pt x="55" y="216"/>
                  </a:lnTo>
                  <a:lnTo>
                    <a:pt x="59" y="206"/>
                  </a:lnTo>
                  <a:lnTo>
                    <a:pt x="68" y="200"/>
                  </a:lnTo>
                  <a:lnTo>
                    <a:pt x="84" y="192"/>
                  </a:lnTo>
                  <a:lnTo>
                    <a:pt x="104" y="185"/>
                  </a:lnTo>
                  <a:lnTo>
                    <a:pt x="119" y="177"/>
                  </a:lnTo>
                  <a:lnTo>
                    <a:pt x="133" y="171"/>
                  </a:lnTo>
                  <a:lnTo>
                    <a:pt x="139" y="169"/>
                  </a:lnTo>
                  <a:lnTo>
                    <a:pt x="143" y="165"/>
                  </a:lnTo>
                  <a:lnTo>
                    <a:pt x="147" y="163"/>
                  </a:lnTo>
                  <a:lnTo>
                    <a:pt x="147" y="159"/>
                  </a:lnTo>
                  <a:lnTo>
                    <a:pt x="147" y="155"/>
                  </a:lnTo>
                  <a:lnTo>
                    <a:pt x="147" y="149"/>
                  </a:lnTo>
                  <a:lnTo>
                    <a:pt x="127" y="128"/>
                  </a:lnTo>
                  <a:lnTo>
                    <a:pt x="115" y="98"/>
                  </a:lnTo>
                  <a:lnTo>
                    <a:pt x="112" y="71"/>
                  </a:lnTo>
                  <a:lnTo>
                    <a:pt x="115" y="43"/>
                  </a:lnTo>
                  <a:lnTo>
                    <a:pt x="129" y="20"/>
                  </a:lnTo>
                  <a:lnTo>
                    <a:pt x="151" y="6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C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807" tIns="60904" rIns="121807" bIns="6090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39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2" name="Graphic 175" descr="Placeholder Icon&#10;Network">
              <a:extLst>
                <a:ext uri="{FF2B5EF4-FFF2-40B4-BE49-F238E27FC236}">
                  <a16:creationId xmlns:a16="http://schemas.microsoft.com/office/drawing/2014/main" xmlns="" id="{C219BE3B-191E-4587-B52F-BE87E82EE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98131" y="787899"/>
              <a:ext cx="327042" cy="327042"/>
            </a:xfrm>
            <a:prstGeom prst="rect">
              <a:avLst/>
            </a:prstGeom>
          </p:spPr>
        </p:pic>
      </p:grpSp>
      <p:grpSp>
        <p:nvGrpSpPr>
          <p:cNvPr id="8" name="Group 7"/>
          <p:cNvGrpSpPr/>
          <p:nvPr/>
        </p:nvGrpSpPr>
        <p:grpSpPr>
          <a:xfrm>
            <a:off x="8589363" y="449499"/>
            <a:ext cx="3927012" cy="3312020"/>
            <a:chOff x="8589363" y="449499"/>
            <a:chExt cx="3927012" cy="3312020"/>
          </a:xfrm>
        </p:grpSpPr>
        <p:sp>
          <p:nvSpPr>
            <p:cNvPr id="57" name="Freeform 5"/>
            <p:cNvSpPr/>
            <p:nvPr/>
          </p:nvSpPr>
          <p:spPr>
            <a:xfrm>
              <a:off x="8589363" y="449499"/>
              <a:ext cx="3602637" cy="3312020"/>
            </a:xfrm>
            <a:custGeom>
              <a:avLst/>
              <a:gdLst/>
              <a:ahLst/>
              <a:cxnLst/>
              <a:rect l="l" t="t" r="r" b="b"/>
              <a:pathLst>
                <a:path w="4012560" h="4007544">
                  <a:moveTo>
                    <a:pt x="0" y="0"/>
                  </a:moveTo>
                  <a:lnTo>
                    <a:pt x="4012561" y="0"/>
                  </a:lnTo>
                  <a:lnTo>
                    <a:pt x="4012561" y="4007544"/>
                  </a:lnTo>
                  <a:lnTo>
                    <a:pt x="0" y="400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TextBox 13"/>
            <p:cNvSpPr txBox="1"/>
            <p:nvPr/>
          </p:nvSpPr>
          <p:spPr>
            <a:xfrm>
              <a:off x="9332643" y="716507"/>
              <a:ext cx="2065885" cy="4086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9"/>
                </a:lnSpc>
                <a:spcBef>
                  <a:spcPct val="0"/>
                </a:spcBef>
              </a:pPr>
              <a:r>
                <a:rPr lang="en-US" sz="2000" b="1" dirty="0">
                  <a:solidFill>
                    <a:srgbClr val="737373"/>
                  </a:solidFill>
                  <a:latin typeface="Garamond" panose="02020404030301010803" pitchFamily="18" charset="0"/>
                </a:rPr>
                <a:t>ECONOMY</a:t>
              </a:r>
            </a:p>
          </p:txBody>
        </p:sp>
        <p:sp>
          <p:nvSpPr>
            <p:cNvPr id="85" name="Freeform 117">
              <a:extLst>
                <a:ext uri="{FF2B5EF4-FFF2-40B4-BE49-F238E27FC236}">
                  <a16:creationId xmlns:a16="http://schemas.microsoft.com/office/drawing/2014/main" xmlns="" id="{37BF88E0-A4CE-4844-8384-2F7490342C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82914" y="836027"/>
              <a:ext cx="192561" cy="227286"/>
            </a:xfrm>
            <a:custGeom>
              <a:avLst/>
              <a:gdLst>
                <a:gd name="T0" fmla="*/ 312 w 355"/>
                <a:gd name="T1" fmla="*/ 329 h 383"/>
                <a:gd name="T2" fmla="*/ 319 w 355"/>
                <a:gd name="T3" fmla="*/ 335 h 383"/>
                <a:gd name="T4" fmla="*/ 321 w 355"/>
                <a:gd name="T5" fmla="*/ 375 h 383"/>
                <a:gd name="T6" fmla="*/ 317 w 355"/>
                <a:gd name="T7" fmla="*/ 383 h 383"/>
                <a:gd name="T8" fmla="*/ 42 w 355"/>
                <a:gd name="T9" fmla="*/ 383 h 383"/>
                <a:gd name="T10" fmla="*/ 34 w 355"/>
                <a:gd name="T11" fmla="*/ 379 h 383"/>
                <a:gd name="T12" fmla="*/ 32 w 355"/>
                <a:gd name="T13" fmla="*/ 339 h 383"/>
                <a:gd name="T14" fmla="*/ 36 w 355"/>
                <a:gd name="T15" fmla="*/ 331 h 383"/>
                <a:gd name="T16" fmla="*/ 306 w 355"/>
                <a:gd name="T17" fmla="*/ 36 h 383"/>
                <a:gd name="T18" fmla="*/ 283 w 355"/>
                <a:gd name="T19" fmla="*/ 117 h 383"/>
                <a:gd name="T20" fmla="*/ 310 w 355"/>
                <a:gd name="T21" fmla="*/ 115 h 383"/>
                <a:gd name="T22" fmla="*/ 331 w 355"/>
                <a:gd name="T23" fmla="*/ 94 h 383"/>
                <a:gd name="T24" fmla="*/ 331 w 355"/>
                <a:gd name="T25" fmla="*/ 59 h 383"/>
                <a:gd name="T26" fmla="*/ 306 w 355"/>
                <a:gd name="T27" fmla="*/ 36 h 383"/>
                <a:gd name="T28" fmla="*/ 32 w 355"/>
                <a:gd name="T29" fmla="*/ 46 h 383"/>
                <a:gd name="T30" fmla="*/ 19 w 355"/>
                <a:gd name="T31" fmla="*/ 77 h 383"/>
                <a:gd name="T32" fmla="*/ 32 w 355"/>
                <a:gd name="T33" fmla="*/ 105 h 383"/>
                <a:gd name="T34" fmla="*/ 61 w 355"/>
                <a:gd name="T35" fmla="*/ 119 h 383"/>
                <a:gd name="T36" fmla="*/ 55 w 355"/>
                <a:gd name="T37" fmla="*/ 80 h 383"/>
                <a:gd name="T38" fmla="*/ 279 w 355"/>
                <a:gd name="T39" fmla="*/ 33 h 383"/>
                <a:gd name="T40" fmla="*/ 271 w 355"/>
                <a:gd name="T41" fmla="*/ 36 h 383"/>
                <a:gd name="T42" fmla="*/ 268 w 355"/>
                <a:gd name="T43" fmla="*/ 44 h 383"/>
                <a:gd name="T44" fmla="*/ 260 w 355"/>
                <a:gd name="T45" fmla="*/ 77 h 383"/>
                <a:gd name="T46" fmla="*/ 239 w 355"/>
                <a:gd name="T47" fmla="*/ 121 h 383"/>
                <a:gd name="T48" fmla="*/ 222 w 355"/>
                <a:gd name="T49" fmla="*/ 144 h 383"/>
                <a:gd name="T50" fmla="*/ 224 w 355"/>
                <a:gd name="T51" fmla="*/ 151 h 383"/>
                <a:gd name="T52" fmla="*/ 229 w 355"/>
                <a:gd name="T53" fmla="*/ 153 h 383"/>
                <a:gd name="T54" fmla="*/ 235 w 355"/>
                <a:gd name="T55" fmla="*/ 151 h 383"/>
                <a:gd name="T56" fmla="*/ 264 w 355"/>
                <a:gd name="T57" fmla="*/ 105 h 383"/>
                <a:gd name="T58" fmla="*/ 279 w 355"/>
                <a:gd name="T59" fmla="*/ 63 h 383"/>
                <a:gd name="T60" fmla="*/ 285 w 355"/>
                <a:gd name="T61" fmla="*/ 42 h 383"/>
                <a:gd name="T62" fmla="*/ 281 w 355"/>
                <a:gd name="T63" fmla="*/ 35 h 383"/>
                <a:gd name="T64" fmla="*/ 46 w 355"/>
                <a:gd name="T65" fmla="*/ 0 h 383"/>
                <a:gd name="T66" fmla="*/ 308 w 355"/>
                <a:gd name="T67" fmla="*/ 17 h 383"/>
                <a:gd name="T68" fmla="*/ 342 w 355"/>
                <a:gd name="T69" fmla="*/ 38 h 383"/>
                <a:gd name="T70" fmla="*/ 355 w 355"/>
                <a:gd name="T71" fmla="*/ 77 h 383"/>
                <a:gd name="T72" fmla="*/ 336 w 355"/>
                <a:gd name="T73" fmla="*/ 121 h 383"/>
                <a:gd name="T74" fmla="*/ 292 w 355"/>
                <a:gd name="T75" fmla="*/ 138 h 383"/>
                <a:gd name="T76" fmla="*/ 273 w 355"/>
                <a:gd name="T77" fmla="*/ 136 h 383"/>
                <a:gd name="T78" fmla="*/ 229 w 355"/>
                <a:gd name="T79" fmla="*/ 184 h 383"/>
                <a:gd name="T80" fmla="*/ 201 w 355"/>
                <a:gd name="T81" fmla="*/ 235 h 383"/>
                <a:gd name="T82" fmla="*/ 227 w 355"/>
                <a:gd name="T83" fmla="*/ 258 h 383"/>
                <a:gd name="T84" fmla="*/ 275 w 355"/>
                <a:gd name="T85" fmla="*/ 276 h 383"/>
                <a:gd name="T86" fmla="*/ 287 w 355"/>
                <a:gd name="T87" fmla="*/ 281 h 383"/>
                <a:gd name="T88" fmla="*/ 292 w 355"/>
                <a:gd name="T89" fmla="*/ 293 h 383"/>
                <a:gd name="T90" fmla="*/ 61 w 355"/>
                <a:gd name="T91" fmla="*/ 316 h 383"/>
                <a:gd name="T92" fmla="*/ 63 w 355"/>
                <a:gd name="T93" fmla="*/ 287 h 383"/>
                <a:gd name="T94" fmla="*/ 72 w 355"/>
                <a:gd name="T95" fmla="*/ 278 h 383"/>
                <a:gd name="T96" fmla="*/ 118 w 355"/>
                <a:gd name="T97" fmla="*/ 276 h 383"/>
                <a:gd name="T98" fmla="*/ 138 w 355"/>
                <a:gd name="T99" fmla="*/ 245 h 383"/>
                <a:gd name="T100" fmla="*/ 153 w 355"/>
                <a:gd name="T101" fmla="*/ 197 h 383"/>
                <a:gd name="T102" fmla="*/ 101 w 355"/>
                <a:gd name="T103" fmla="*/ 165 h 383"/>
                <a:gd name="T104" fmla="*/ 71 w 355"/>
                <a:gd name="T105" fmla="*/ 138 h 383"/>
                <a:gd name="T106" fmla="*/ 36 w 355"/>
                <a:gd name="T107" fmla="*/ 134 h 383"/>
                <a:gd name="T108" fmla="*/ 4 w 355"/>
                <a:gd name="T109" fmla="*/ 102 h 383"/>
                <a:gd name="T110" fmla="*/ 4 w 355"/>
                <a:gd name="T111" fmla="*/ 56 h 383"/>
                <a:gd name="T112" fmla="*/ 27 w 355"/>
                <a:gd name="T113" fmla="*/ 25 h 383"/>
                <a:gd name="T114" fmla="*/ 46 w 355"/>
                <a:gd name="T115" fmla="*/ 0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55" h="383">
                  <a:moveTo>
                    <a:pt x="42" y="329"/>
                  </a:moveTo>
                  <a:lnTo>
                    <a:pt x="312" y="329"/>
                  </a:lnTo>
                  <a:lnTo>
                    <a:pt x="317" y="331"/>
                  </a:lnTo>
                  <a:lnTo>
                    <a:pt x="319" y="335"/>
                  </a:lnTo>
                  <a:lnTo>
                    <a:pt x="321" y="339"/>
                  </a:lnTo>
                  <a:lnTo>
                    <a:pt x="321" y="375"/>
                  </a:lnTo>
                  <a:lnTo>
                    <a:pt x="319" y="379"/>
                  </a:lnTo>
                  <a:lnTo>
                    <a:pt x="317" y="383"/>
                  </a:lnTo>
                  <a:lnTo>
                    <a:pt x="312" y="383"/>
                  </a:lnTo>
                  <a:lnTo>
                    <a:pt x="42" y="383"/>
                  </a:lnTo>
                  <a:lnTo>
                    <a:pt x="36" y="383"/>
                  </a:lnTo>
                  <a:lnTo>
                    <a:pt x="34" y="379"/>
                  </a:lnTo>
                  <a:lnTo>
                    <a:pt x="32" y="375"/>
                  </a:lnTo>
                  <a:lnTo>
                    <a:pt x="32" y="339"/>
                  </a:lnTo>
                  <a:lnTo>
                    <a:pt x="34" y="335"/>
                  </a:lnTo>
                  <a:lnTo>
                    <a:pt x="36" y="331"/>
                  </a:lnTo>
                  <a:lnTo>
                    <a:pt x="42" y="329"/>
                  </a:lnTo>
                  <a:close/>
                  <a:moveTo>
                    <a:pt x="306" y="36"/>
                  </a:moveTo>
                  <a:lnTo>
                    <a:pt x="298" y="80"/>
                  </a:lnTo>
                  <a:lnTo>
                    <a:pt x="283" y="117"/>
                  </a:lnTo>
                  <a:lnTo>
                    <a:pt x="292" y="119"/>
                  </a:lnTo>
                  <a:lnTo>
                    <a:pt x="310" y="115"/>
                  </a:lnTo>
                  <a:lnTo>
                    <a:pt x="323" y="105"/>
                  </a:lnTo>
                  <a:lnTo>
                    <a:pt x="331" y="94"/>
                  </a:lnTo>
                  <a:lnTo>
                    <a:pt x="334" y="77"/>
                  </a:lnTo>
                  <a:lnTo>
                    <a:pt x="331" y="59"/>
                  </a:lnTo>
                  <a:lnTo>
                    <a:pt x="321" y="46"/>
                  </a:lnTo>
                  <a:lnTo>
                    <a:pt x="306" y="36"/>
                  </a:lnTo>
                  <a:close/>
                  <a:moveTo>
                    <a:pt x="48" y="36"/>
                  </a:moveTo>
                  <a:lnTo>
                    <a:pt x="32" y="46"/>
                  </a:lnTo>
                  <a:lnTo>
                    <a:pt x="23" y="59"/>
                  </a:lnTo>
                  <a:lnTo>
                    <a:pt x="19" y="77"/>
                  </a:lnTo>
                  <a:lnTo>
                    <a:pt x="23" y="94"/>
                  </a:lnTo>
                  <a:lnTo>
                    <a:pt x="32" y="105"/>
                  </a:lnTo>
                  <a:lnTo>
                    <a:pt x="44" y="115"/>
                  </a:lnTo>
                  <a:lnTo>
                    <a:pt x="61" y="119"/>
                  </a:lnTo>
                  <a:lnTo>
                    <a:pt x="71" y="117"/>
                  </a:lnTo>
                  <a:lnTo>
                    <a:pt x="55" y="80"/>
                  </a:lnTo>
                  <a:lnTo>
                    <a:pt x="48" y="36"/>
                  </a:lnTo>
                  <a:close/>
                  <a:moveTo>
                    <a:pt x="279" y="33"/>
                  </a:moveTo>
                  <a:lnTo>
                    <a:pt x="273" y="35"/>
                  </a:lnTo>
                  <a:lnTo>
                    <a:pt x="271" y="36"/>
                  </a:lnTo>
                  <a:lnTo>
                    <a:pt x="269" y="40"/>
                  </a:lnTo>
                  <a:lnTo>
                    <a:pt x="268" y="44"/>
                  </a:lnTo>
                  <a:lnTo>
                    <a:pt x="266" y="58"/>
                  </a:lnTo>
                  <a:lnTo>
                    <a:pt x="260" y="77"/>
                  </a:lnTo>
                  <a:lnTo>
                    <a:pt x="250" y="98"/>
                  </a:lnTo>
                  <a:lnTo>
                    <a:pt x="239" y="121"/>
                  </a:lnTo>
                  <a:lnTo>
                    <a:pt x="224" y="140"/>
                  </a:lnTo>
                  <a:lnTo>
                    <a:pt x="222" y="144"/>
                  </a:lnTo>
                  <a:lnTo>
                    <a:pt x="222" y="147"/>
                  </a:lnTo>
                  <a:lnTo>
                    <a:pt x="224" y="151"/>
                  </a:lnTo>
                  <a:lnTo>
                    <a:pt x="227" y="153"/>
                  </a:lnTo>
                  <a:lnTo>
                    <a:pt x="229" y="153"/>
                  </a:lnTo>
                  <a:lnTo>
                    <a:pt x="233" y="153"/>
                  </a:lnTo>
                  <a:lnTo>
                    <a:pt x="235" y="151"/>
                  </a:lnTo>
                  <a:lnTo>
                    <a:pt x="252" y="128"/>
                  </a:lnTo>
                  <a:lnTo>
                    <a:pt x="264" y="105"/>
                  </a:lnTo>
                  <a:lnTo>
                    <a:pt x="273" y="82"/>
                  </a:lnTo>
                  <a:lnTo>
                    <a:pt x="279" y="63"/>
                  </a:lnTo>
                  <a:lnTo>
                    <a:pt x="283" y="48"/>
                  </a:lnTo>
                  <a:lnTo>
                    <a:pt x="285" y="42"/>
                  </a:lnTo>
                  <a:lnTo>
                    <a:pt x="285" y="38"/>
                  </a:lnTo>
                  <a:lnTo>
                    <a:pt x="281" y="35"/>
                  </a:lnTo>
                  <a:lnTo>
                    <a:pt x="279" y="33"/>
                  </a:lnTo>
                  <a:close/>
                  <a:moveTo>
                    <a:pt x="46" y="0"/>
                  </a:moveTo>
                  <a:lnTo>
                    <a:pt x="308" y="0"/>
                  </a:lnTo>
                  <a:lnTo>
                    <a:pt x="308" y="17"/>
                  </a:lnTo>
                  <a:lnTo>
                    <a:pt x="327" y="25"/>
                  </a:lnTo>
                  <a:lnTo>
                    <a:pt x="342" y="38"/>
                  </a:lnTo>
                  <a:lnTo>
                    <a:pt x="352" y="56"/>
                  </a:lnTo>
                  <a:lnTo>
                    <a:pt x="355" y="77"/>
                  </a:lnTo>
                  <a:lnTo>
                    <a:pt x="350" y="102"/>
                  </a:lnTo>
                  <a:lnTo>
                    <a:pt x="336" y="121"/>
                  </a:lnTo>
                  <a:lnTo>
                    <a:pt x="317" y="134"/>
                  </a:lnTo>
                  <a:lnTo>
                    <a:pt x="292" y="138"/>
                  </a:lnTo>
                  <a:lnTo>
                    <a:pt x="283" y="138"/>
                  </a:lnTo>
                  <a:lnTo>
                    <a:pt x="273" y="136"/>
                  </a:lnTo>
                  <a:lnTo>
                    <a:pt x="252" y="165"/>
                  </a:lnTo>
                  <a:lnTo>
                    <a:pt x="229" y="184"/>
                  </a:lnTo>
                  <a:lnTo>
                    <a:pt x="201" y="197"/>
                  </a:lnTo>
                  <a:lnTo>
                    <a:pt x="201" y="235"/>
                  </a:lnTo>
                  <a:lnTo>
                    <a:pt x="216" y="245"/>
                  </a:lnTo>
                  <a:lnTo>
                    <a:pt x="227" y="258"/>
                  </a:lnTo>
                  <a:lnTo>
                    <a:pt x="235" y="276"/>
                  </a:lnTo>
                  <a:lnTo>
                    <a:pt x="275" y="276"/>
                  </a:lnTo>
                  <a:lnTo>
                    <a:pt x="283" y="278"/>
                  </a:lnTo>
                  <a:lnTo>
                    <a:pt x="287" y="281"/>
                  </a:lnTo>
                  <a:lnTo>
                    <a:pt x="290" y="287"/>
                  </a:lnTo>
                  <a:lnTo>
                    <a:pt x="292" y="293"/>
                  </a:lnTo>
                  <a:lnTo>
                    <a:pt x="292" y="316"/>
                  </a:lnTo>
                  <a:lnTo>
                    <a:pt x="61" y="316"/>
                  </a:lnTo>
                  <a:lnTo>
                    <a:pt x="61" y="293"/>
                  </a:lnTo>
                  <a:lnTo>
                    <a:pt x="63" y="287"/>
                  </a:lnTo>
                  <a:lnTo>
                    <a:pt x="67" y="281"/>
                  </a:lnTo>
                  <a:lnTo>
                    <a:pt x="72" y="278"/>
                  </a:lnTo>
                  <a:lnTo>
                    <a:pt x="78" y="276"/>
                  </a:lnTo>
                  <a:lnTo>
                    <a:pt x="118" y="276"/>
                  </a:lnTo>
                  <a:lnTo>
                    <a:pt x="126" y="258"/>
                  </a:lnTo>
                  <a:lnTo>
                    <a:pt x="138" y="245"/>
                  </a:lnTo>
                  <a:lnTo>
                    <a:pt x="153" y="235"/>
                  </a:lnTo>
                  <a:lnTo>
                    <a:pt x="153" y="197"/>
                  </a:lnTo>
                  <a:lnTo>
                    <a:pt x="126" y="184"/>
                  </a:lnTo>
                  <a:lnTo>
                    <a:pt x="101" y="165"/>
                  </a:lnTo>
                  <a:lnTo>
                    <a:pt x="80" y="136"/>
                  </a:lnTo>
                  <a:lnTo>
                    <a:pt x="71" y="138"/>
                  </a:lnTo>
                  <a:lnTo>
                    <a:pt x="61" y="138"/>
                  </a:lnTo>
                  <a:lnTo>
                    <a:pt x="36" y="134"/>
                  </a:lnTo>
                  <a:lnTo>
                    <a:pt x="17" y="121"/>
                  </a:lnTo>
                  <a:lnTo>
                    <a:pt x="4" y="102"/>
                  </a:lnTo>
                  <a:lnTo>
                    <a:pt x="0" y="77"/>
                  </a:lnTo>
                  <a:lnTo>
                    <a:pt x="4" y="56"/>
                  </a:lnTo>
                  <a:lnTo>
                    <a:pt x="13" y="38"/>
                  </a:lnTo>
                  <a:lnTo>
                    <a:pt x="27" y="25"/>
                  </a:lnTo>
                  <a:lnTo>
                    <a:pt x="46" y="17"/>
                  </a:lnTo>
                  <a:lnTo>
                    <a:pt x="46" y="0"/>
                  </a:lnTo>
                  <a:close/>
                </a:path>
              </a:pathLst>
            </a:custGeom>
            <a:noFill/>
            <a:ln w="0">
              <a:solidFill>
                <a:srgbClr val="FFFFFF">
                  <a:lumMod val="50000"/>
                </a:srgbClr>
              </a:solidFill>
              <a:prstDash val="solid"/>
              <a:round/>
              <a:headEnd/>
              <a:tailEnd/>
            </a:ln>
          </p:spPr>
          <p:txBody>
            <a:bodyPr vert="horz" wrap="square" lIns="165439" tIns="82720" rIns="165439" bIns="82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419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xmlns="" id="{60E4FEDD-6DE5-4C0D-804C-2CC7EF05F570}"/>
                </a:ext>
              </a:extLst>
            </p:cNvPr>
            <p:cNvSpPr txBox="1"/>
            <p:nvPr/>
          </p:nvSpPr>
          <p:spPr>
            <a:xfrm>
              <a:off x="9236740" y="2101494"/>
              <a:ext cx="32796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2419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Calibri" panose="020F0502020204030204" pitchFamily="34" charset="0"/>
                </a:rPr>
                <a:t>10% </a:t>
              </a:r>
              <a:r>
                <a: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Calibri" panose="020F0502020204030204" pitchFamily="34" charset="0"/>
                </a:rPr>
                <a:t>contribution to GDP</a:t>
              </a: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xmlns="" id="{76646351-DAD6-4FDE-97E4-4F4465FA2EF1}"/>
                </a:ext>
              </a:extLst>
            </p:cNvPr>
            <p:cNvGrpSpPr/>
            <p:nvPr/>
          </p:nvGrpSpPr>
          <p:grpSpPr>
            <a:xfrm>
              <a:off x="8966671" y="1412240"/>
              <a:ext cx="252678" cy="218452"/>
              <a:chOff x="7639991" y="2235110"/>
              <a:chExt cx="398462" cy="344487"/>
            </a:xfrm>
            <a:solidFill>
              <a:srgbClr val="F3756E">
                <a:lumMod val="50000"/>
              </a:srgbClr>
            </a:solidFill>
          </p:grpSpPr>
          <p:sp>
            <p:nvSpPr>
              <p:cNvPr id="88" name="Freeform 427">
                <a:extLst>
                  <a:ext uri="{FF2B5EF4-FFF2-40B4-BE49-F238E27FC236}">
                    <a16:creationId xmlns:a16="http://schemas.microsoft.com/office/drawing/2014/main" xmlns="" id="{66C4C4C2-53DD-4DE6-9865-A7731A7203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49541" y="2235110"/>
                <a:ext cx="103187" cy="80962"/>
              </a:xfrm>
              <a:custGeom>
                <a:avLst/>
                <a:gdLst>
                  <a:gd name="T0" fmla="*/ 0 w 130"/>
                  <a:gd name="T1" fmla="*/ 0 h 102"/>
                  <a:gd name="T2" fmla="*/ 83 w 130"/>
                  <a:gd name="T3" fmla="*/ 0 h 102"/>
                  <a:gd name="T4" fmla="*/ 69 w 130"/>
                  <a:gd name="T5" fmla="*/ 21 h 102"/>
                  <a:gd name="T6" fmla="*/ 95 w 130"/>
                  <a:gd name="T7" fmla="*/ 45 h 102"/>
                  <a:gd name="T8" fmla="*/ 115 w 130"/>
                  <a:gd name="T9" fmla="*/ 70 h 102"/>
                  <a:gd name="T10" fmla="*/ 130 w 130"/>
                  <a:gd name="T11" fmla="*/ 102 h 102"/>
                  <a:gd name="T12" fmla="*/ 89 w 130"/>
                  <a:gd name="T13" fmla="*/ 96 h 102"/>
                  <a:gd name="T14" fmla="*/ 73 w 130"/>
                  <a:gd name="T15" fmla="*/ 72 h 102"/>
                  <a:gd name="T16" fmla="*/ 52 w 130"/>
                  <a:gd name="T17" fmla="*/ 51 h 102"/>
                  <a:gd name="T18" fmla="*/ 40 w 130"/>
                  <a:gd name="T19" fmla="*/ 72 h 102"/>
                  <a:gd name="T20" fmla="*/ 0 w 130"/>
                  <a:gd name="T21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0" h="102">
                    <a:moveTo>
                      <a:pt x="0" y="0"/>
                    </a:moveTo>
                    <a:lnTo>
                      <a:pt x="83" y="0"/>
                    </a:lnTo>
                    <a:lnTo>
                      <a:pt x="69" y="21"/>
                    </a:lnTo>
                    <a:lnTo>
                      <a:pt x="95" y="45"/>
                    </a:lnTo>
                    <a:lnTo>
                      <a:pt x="115" y="70"/>
                    </a:lnTo>
                    <a:lnTo>
                      <a:pt x="130" y="102"/>
                    </a:lnTo>
                    <a:lnTo>
                      <a:pt x="89" y="96"/>
                    </a:lnTo>
                    <a:lnTo>
                      <a:pt x="73" y="72"/>
                    </a:lnTo>
                    <a:lnTo>
                      <a:pt x="52" y="51"/>
                    </a:lnTo>
                    <a:lnTo>
                      <a:pt x="40" y="7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5439" tIns="82720" rIns="165439" bIns="82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4190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89" name="Freeform 428">
                <a:extLst>
                  <a:ext uri="{FF2B5EF4-FFF2-40B4-BE49-F238E27FC236}">
                    <a16:creationId xmlns:a16="http://schemas.microsoft.com/office/drawing/2014/main" xmlns="" id="{67455BDE-FF15-4C0E-B21E-496F5AE314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39991" y="2241460"/>
                <a:ext cx="230187" cy="338137"/>
              </a:xfrm>
              <a:custGeom>
                <a:avLst/>
                <a:gdLst>
                  <a:gd name="T0" fmla="*/ 147 w 289"/>
                  <a:gd name="T1" fmla="*/ 0 h 424"/>
                  <a:gd name="T2" fmla="*/ 167 w 289"/>
                  <a:gd name="T3" fmla="*/ 1 h 424"/>
                  <a:gd name="T4" fmla="*/ 201 w 289"/>
                  <a:gd name="T5" fmla="*/ 9 h 424"/>
                  <a:gd name="T6" fmla="*/ 230 w 289"/>
                  <a:gd name="T7" fmla="*/ 23 h 424"/>
                  <a:gd name="T8" fmla="*/ 256 w 289"/>
                  <a:gd name="T9" fmla="*/ 45 h 424"/>
                  <a:gd name="T10" fmla="*/ 275 w 289"/>
                  <a:gd name="T11" fmla="*/ 70 h 424"/>
                  <a:gd name="T12" fmla="*/ 289 w 289"/>
                  <a:gd name="T13" fmla="*/ 100 h 424"/>
                  <a:gd name="T14" fmla="*/ 277 w 289"/>
                  <a:gd name="T15" fmla="*/ 104 h 424"/>
                  <a:gd name="T16" fmla="*/ 265 w 289"/>
                  <a:gd name="T17" fmla="*/ 112 h 424"/>
                  <a:gd name="T18" fmla="*/ 250 w 289"/>
                  <a:gd name="T19" fmla="*/ 80 h 424"/>
                  <a:gd name="T20" fmla="*/ 226 w 289"/>
                  <a:gd name="T21" fmla="*/ 57 h 424"/>
                  <a:gd name="T22" fmla="*/ 197 w 289"/>
                  <a:gd name="T23" fmla="*/ 37 h 424"/>
                  <a:gd name="T24" fmla="*/ 163 w 289"/>
                  <a:gd name="T25" fmla="*/ 29 h 424"/>
                  <a:gd name="T26" fmla="*/ 147 w 289"/>
                  <a:gd name="T27" fmla="*/ 27 h 424"/>
                  <a:gd name="T28" fmla="*/ 112 w 289"/>
                  <a:gd name="T29" fmla="*/ 33 h 424"/>
                  <a:gd name="T30" fmla="*/ 81 w 289"/>
                  <a:gd name="T31" fmla="*/ 49 h 424"/>
                  <a:gd name="T32" fmla="*/ 55 w 289"/>
                  <a:gd name="T33" fmla="*/ 70 h 424"/>
                  <a:gd name="T34" fmla="*/ 37 w 289"/>
                  <a:gd name="T35" fmla="*/ 102 h 424"/>
                  <a:gd name="T36" fmla="*/ 28 w 289"/>
                  <a:gd name="T37" fmla="*/ 135 h 424"/>
                  <a:gd name="T38" fmla="*/ 28 w 289"/>
                  <a:gd name="T39" fmla="*/ 167 h 424"/>
                  <a:gd name="T40" fmla="*/ 35 w 289"/>
                  <a:gd name="T41" fmla="*/ 194 h 424"/>
                  <a:gd name="T42" fmla="*/ 49 w 289"/>
                  <a:gd name="T43" fmla="*/ 220 h 424"/>
                  <a:gd name="T44" fmla="*/ 69 w 289"/>
                  <a:gd name="T45" fmla="*/ 241 h 424"/>
                  <a:gd name="T46" fmla="*/ 92 w 289"/>
                  <a:gd name="T47" fmla="*/ 259 h 424"/>
                  <a:gd name="T48" fmla="*/ 110 w 289"/>
                  <a:gd name="T49" fmla="*/ 267 h 424"/>
                  <a:gd name="T50" fmla="*/ 128 w 289"/>
                  <a:gd name="T51" fmla="*/ 271 h 424"/>
                  <a:gd name="T52" fmla="*/ 134 w 289"/>
                  <a:gd name="T53" fmla="*/ 271 h 424"/>
                  <a:gd name="T54" fmla="*/ 149 w 289"/>
                  <a:gd name="T55" fmla="*/ 273 h 424"/>
                  <a:gd name="T56" fmla="*/ 161 w 289"/>
                  <a:gd name="T57" fmla="*/ 273 h 424"/>
                  <a:gd name="T58" fmla="*/ 173 w 289"/>
                  <a:gd name="T59" fmla="*/ 271 h 424"/>
                  <a:gd name="T60" fmla="*/ 175 w 289"/>
                  <a:gd name="T61" fmla="*/ 284 h 424"/>
                  <a:gd name="T62" fmla="*/ 177 w 289"/>
                  <a:gd name="T63" fmla="*/ 298 h 424"/>
                  <a:gd name="T64" fmla="*/ 163 w 289"/>
                  <a:gd name="T65" fmla="*/ 300 h 424"/>
                  <a:gd name="T66" fmla="*/ 149 w 289"/>
                  <a:gd name="T67" fmla="*/ 300 h 424"/>
                  <a:gd name="T68" fmla="*/ 136 w 289"/>
                  <a:gd name="T69" fmla="*/ 300 h 424"/>
                  <a:gd name="T70" fmla="*/ 146 w 289"/>
                  <a:gd name="T71" fmla="*/ 326 h 424"/>
                  <a:gd name="T72" fmla="*/ 163 w 289"/>
                  <a:gd name="T73" fmla="*/ 351 h 424"/>
                  <a:gd name="T74" fmla="*/ 183 w 289"/>
                  <a:gd name="T75" fmla="*/ 371 h 424"/>
                  <a:gd name="T76" fmla="*/ 195 w 289"/>
                  <a:gd name="T77" fmla="*/ 351 h 424"/>
                  <a:gd name="T78" fmla="*/ 199 w 289"/>
                  <a:gd name="T79" fmla="*/ 355 h 424"/>
                  <a:gd name="T80" fmla="*/ 234 w 289"/>
                  <a:gd name="T81" fmla="*/ 424 h 424"/>
                  <a:gd name="T82" fmla="*/ 151 w 289"/>
                  <a:gd name="T83" fmla="*/ 422 h 424"/>
                  <a:gd name="T84" fmla="*/ 165 w 289"/>
                  <a:gd name="T85" fmla="*/ 402 h 424"/>
                  <a:gd name="T86" fmla="*/ 136 w 289"/>
                  <a:gd name="T87" fmla="*/ 373 h 424"/>
                  <a:gd name="T88" fmla="*/ 114 w 289"/>
                  <a:gd name="T89" fmla="*/ 338 h 424"/>
                  <a:gd name="T90" fmla="*/ 98 w 289"/>
                  <a:gd name="T91" fmla="*/ 300 h 424"/>
                  <a:gd name="T92" fmla="*/ 96 w 289"/>
                  <a:gd name="T93" fmla="*/ 290 h 424"/>
                  <a:gd name="T94" fmla="*/ 61 w 289"/>
                  <a:gd name="T95" fmla="*/ 273 h 424"/>
                  <a:gd name="T96" fmla="*/ 33 w 289"/>
                  <a:gd name="T97" fmla="*/ 245 h 424"/>
                  <a:gd name="T98" fmla="*/ 12 w 289"/>
                  <a:gd name="T99" fmla="*/ 212 h 424"/>
                  <a:gd name="T100" fmla="*/ 0 w 289"/>
                  <a:gd name="T101" fmla="*/ 174 h 424"/>
                  <a:gd name="T102" fmla="*/ 0 w 289"/>
                  <a:gd name="T103" fmla="*/ 133 h 424"/>
                  <a:gd name="T104" fmla="*/ 8 w 289"/>
                  <a:gd name="T105" fmla="*/ 96 h 424"/>
                  <a:gd name="T106" fmla="*/ 26 w 289"/>
                  <a:gd name="T107" fmla="*/ 64 h 424"/>
                  <a:gd name="T108" fmla="*/ 49 w 289"/>
                  <a:gd name="T109" fmla="*/ 37 h 424"/>
                  <a:gd name="T110" fmla="*/ 79 w 289"/>
                  <a:gd name="T111" fmla="*/ 17 h 424"/>
                  <a:gd name="T112" fmla="*/ 112 w 289"/>
                  <a:gd name="T113" fmla="*/ 3 h 424"/>
                  <a:gd name="T114" fmla="*/ 147 w 289"/>
                  <a:gd name="T115" fmla="*/ 0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9" h="424">
                    <a:moveTo>
                      <a:pt x="147" y="0"/>
                    </a:moveTo>
                    <a:lnTo>
                      <a:pt x="167" y="1"/>
                    </a:lnTo>
                    <a:lnTo>
                      <a:pt x="201" y="9"/>
                    </a:lnTo>
                    <a:lnTo>
                      <a:pt x="230" y="23"/>
                    </a:lnTo>
                    <a:lnTo>
                      <a:pt x="256" y="45"/>
                    </a:lnTo>
                    <a:lnTo>
                      <a:pt x="275" y="70"/>
                    </a:lnTo>
                    <a:lnTo>
                      <a:pt x="289" y="100"/>
                    </a:lnTo>
                    <a:lnTo>
                      <a:pt x="277" y="104"/>
                    </a:lnTo>
                    <a:lnTo>
                      <a:pt x="265" y="112"/>
                    </a:lnTo>
                    <a:lnTo>
                      <a:pt x="250" y="80"/>
                    </a:lnTo>
                    <a:lnTo>
                      <a:pt x="226" y="57"/>
                    </a:lnTo>
                    <a:lnTo>
                      <a:pt x="197" y="37"/>
                    </a:lnTo>
                    <a:lnTo>
                      <a:pt x="163" y="29"/>
                    </a:lnTo>
                    <a:lnTo>
                      <a:pt x="147" y="27"/>
                    </a:lnTo>
                    <a:lnTo>
                      <a:pt x="112" y="33"/>
                    </a:lnTo>
                    <a:lnTo>
                      <a:pt x="81" y="49"/>
                    </a:lnTo>
                    <a:lnTo>
                      <a:pt x="55" y="70"/>
                    </a:lnTo>
                    <a:lnTo>
                      <a:pt x="37" y="102"/>
                    </a:lnTo>
                    <a:lnTo>
                      <a:pt x="28" y="135"/>
                    </a:lnTo>
                    <a:lnTo>
                      <a:pt x="28" y="167"/>
                    </a:lnTo>
                    <a:lnTo>
                      <a:pt x="35" y="194"/>
                    </a:lnTo>
                    <a:lnTo>
                      <a:pt x="49" y="220"/>
                    </a:lnTo>
                    <a:lnTo>
                      <a:pt x="69" y="241"/>
                    </a:lnTo>
                    <a:lnTo>
                      <a:pt x="92" y="259"/>
                    </a:lnTo>
                    <a:lnTo>
                      <a:pt x="110" y="267"/>
                    </a:lnTo>
                    <a:lnTo>
                      <a:pt x="128" y="271"/>
                    </a:lnTo>
                    <a:lnTo>
                      <a:pt x="134" y="271"/>
                    </a:lnTo>
                    <a:lnTo>
                      <a:pt x="149" y="273"/>
                    </a:lnTo>
                    <a:lnTo>
                      <a:pt x="161" y="273"/>
                    </a:lnTo>
                    <a:lnTo>
                      <a:pt x="173" y="271"/>
                    </a:lnTo>
                    <a:lnTo>
                      <a:pt x="175" y="284"/>
                    </a:lnTo>
                    <a:lnTo>
                      <a:pt x="177" y="298"/>
                    </a:lnTo>
                    <a:lnTo>
                      <a:pt x="163" y="300"/>
                    </a:lnTo>
                    <a:lnTo>
                      <a:pt x="149" y="300"/>
                    </a:lnTo>
                    <a:lnTo>
                      <a:pt x="136" y="300"/>
                    </a:lnTo>
                    <a:lnTo>
                      <a:pt x="146" y="326"/>
                    </a:lnTo>
                    <a:lnTo>
                      <a:pt x="163" y="351"/>
                    </a:lnTo>
                    <a:lnTo>
                      <a:pt x="183" y="371"/>
                    </a:lnTo>
                    <a:lnTo>
                      <a:pt x="195" y="351"/>
                    </a:lnTo>
                    <a:lnTo>
                      <a:pt x="199" y="355"/>
                    </a:lnTo>
                    <a:lnTo>
                      <a:pt x="234" y="424"/>
                    </a:lnTo>
                    <a:lnTo>
                      <a:pt x="151" y="422"/>
                    </a:lnTo>
                    <a:lnTo>
                      <a:pt x="165" y="402"/>
                    </a:lnTo>
                    <a:lnTo>
                      <a:pt x="136" y="373"/>
                    </a:lnTo>
                    <a:lnTo>
                      <a:pt x="114" y="338"/>
                    </a:lnTo>
                    <a:lnTo>
                      <a:pt x="98" y="300"/>
                    </a:lnTo>
                    <a:lnTo>
                      <a:pt x="96" y="290"/>
                    </a:lnTo>
                    <a:lnTo>
                      <a:pt x="61" y="273"/>
                    </a:lnTo>
                    <a:lnTo>
                      <a:pt x="33" y="245"/>
                    </a:lnTo>
                    <a:lnTo>
                      <a:pt x="12" y="212"/>
                    </a:lnTo>
                    <a:lnTo>
                      <a:pt x="0" y="174"/>
                    </a:lnTo>
                    <a:lnTo>
                      <a:pt x="0" y="133"/>
                    </a:lnTo>
                    <a:lnTo>
                      <a:pt x="8" y="96"/>
                    </a:lnTo>
                    <a:lnTo>
                      <a:pt x="26" y="64"/>
                    </a:lnTo>
                    <a:lnTo>
                      <a:pt x="49" y="37"/>
                    </a:lnTo>
                    <a:lnTo>
                      <a:pt x="79" y="17"/>
                    </a:lnTo>
                    <a:lnTo>
                      <a:pt x="112" y="3"/>
                    </a:lnTo>
                    <a:lnTo>
                      <a:pt x="1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5439" tIns="82720" rIns="165439" bIns="82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4190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90" name="Freeform 429">
                <a:extLst>
                  <a:ext uri="{FF2B5EF4-FFF2-40B4-BE49-F238E27FC236}">
                    <a16:creationId xmlns:a16="http://schemas.microsoft.com/office/drawing/2014/main" xmlns="" id="{DF29A998-7633-4D3D-A326-7556900154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98741" y="2333535"/>
                <a:ext cx="239712" cy="239712"/>
              </a:xfrm>
              <a:custGeom>
                <a:avLst/>
                <a:gdLst>
                  <a:gd name="T0" fmla="*/ 135 w 300"/>
                  <a:gd name="T1" fmla="*/ 69 h 301"/>
                  <a:gd name="T2" fmla="*/ 114 w 300"/>
                  <a:gd name="T3" fmla="*/ 95 h 301"/>
                  <a:gd name="T4" fmla="*/ 96 w 300"/>
                  <a:gd name="T5" fmla="*/ 126 h 301"/>
                  <a:gd name="T6" fmla="*/ 108 w 300"/>
                  <a:gd name="T7" fmla="*/ 152 h 301"/>
                  <a:gd name="T8" fmla="*/ 131 w 300"/>
                  <a:gd name="T9" fmla="*/ 164 h 301"/>
                  <a:gd name="T10" fmla="*/ 153 w 300"/>
                  <a:gd name="T11" fmla="*/ 168 h 301"/>
                  <a:gd name="T12" fmla="*/ 165 w 300"/>
                  <a:gd name="T13" fmla="*/ 171 h 301"/>
                  <a:gd name="T14" fmla="*/ 173 w 300"/>
                  <a:gd name="T15" fmla="*/ 177 h 301"/>
                  <a:gd name="T16" fmla="*/ 173 w 300"/>
                  <a:gd name="T17" fmla="*/ 187 h 301"/>
                  <a:gd name="T18" fmla="*/ 165 w 300"/>
                  <a:gd name="T19" fmla="*/ 193 h 301"/>
                  <a:gd name="T20" fmla="*/ 153 w 300"/>
                  <a:gd name="T21" fmla="*/ 195 h 301"/>
                  <a:gd name="T22" fmla="*/ 139 w 300"/>
                  <a:gd name="T23" fmla="*/ 191 h 301"/>
                  <a:gd name="T24" fmla="*/ 131 w 300"/>
                  <a:gd name="T25" fmla="*/ 181 h 301"/>
                  <a:gd name="T26" fmla="*/ 100 w 300"/>
                  <a:gd name="T27" fmla="*/ 199 h 301"/>
                  <a:gd name="T28" fmla="*/ 135 w 300"/>
                  <a:gd name="T29" fmla="*/ 219 h 301"/>
                  <a:gd name="T30" fmla="*/ 163 w 300"/>
                  <a:gd name="T31" fmla="*/ 236 h 301"/>
                  <a:gd name="T32" fmla="*/ 182 w 300"/>
                  <a:gd name="T33" fmla="*/ 215 h 301"/>
                  <a:gd name="T34" fmla="*/ 206 w 300"/>
                  <a:gd name="T35" fmla="*/ 193 h 301"/>
                  <a:gd name="T36" fmla="*/ 206 w 300"/>
                  <a:gd name="T37" fmla="*/ 164 h 301"/>
                  <a:gd name="T38" fmla="*/ 186 w 300"/>
                  <a:gd name="T39" fmla="*/ 146 h 301"/>
                  <a:gd name="T40" fmla="*/ 161 w 300"/>
                  <a:gd name="T41" fmla="*/ 138 h 301"/>
                  <a:gd name="T42" fmla="*/ 147 w 300"/>
                  <a:gd name="T43" fmla="*/ 134 h 301"/>
                  <a:gd name="T44" fmla="*/ 135 w 300"/>
                  <a:gd name="T45" fmla="*/ 130 h 301"/>
                  <a:gd name="T46" fmla="*/ 131 w 300"/>
                  <a:gd name="T47" fmla="*/ 122 h 301"/>
                  <a:gd name="T48" fmla="*/ 133 w 300"/>
                  <a:gd name="T49" fmla="*/ 116 h 301"/>
                  <a:gd name="T50" fmla="*/ 141 w 300"/>
                  <a:gd name="T51" fmla="*/ 112 h 301"/>
                  <a:gd name="T52" fmla="*/ 155 w 300"/>
                  <a:gd name="T53" fmla="*/ 112 h 301"/>
                  <a:gd name="T54" fmla="*/ 165 w 300"/>
                  <a:gd name="T55" fmla="*/ 118 h 301"/>
                  <a:gd name="T56" fmla="*/ 204 w 300"/>
                  <a:gd name="T57" fmla="*/ 122 h 301"/>
                  <a:gd name="T58" fmla="*/ 192 w 300"/>
                  <a:gd name="T59" fmla="*/ 101 h 301"/>
                  <a:gd name="T60" fmla="*/ 161 w 300"/>
                  <a:gd name="T61" fmla="*/ 87 h 301"/>
                  <a:gd name="T62" fmla="*/ 157 w 300"/>
                  <a:gd name="T63" fmla="*/ 0 h 301"/>
                  <a:gd name="T64" fmla="*/ 220 w 300"/>
                  <a:gd name="T65" fmla="*/ 18 h 301"/>
                  <a:gd name="T66" fmla="*/ 271 w 300"/>
                  <a:gd name="T67" fmla="*/ 61 h 301"/>
                  <a:gd name="T68" fmla="*/ 296 w 300"/>
                  <a:gd name="T69" fmla="*/ 124 h 301"/>
                  <a:gd name="T70" fmla="*/ 295 w 300"/>
                  <a:gd name="T71" fmla="*/ 191 h 301"/>
                  <a:gd name="T72" fmla="*/ 263 w 300"/>
                  <a:gd name="T73" fmla="*/ 248 h 301"/>
                  <a:gd name="T74" fmla="*/ 210 w 300"/>
                  <a:gd name="T75" fmla="*/ 287 h 301"/>
                  <a:gd name="T76" fmla="*/ 143 w 300"/>
                  <a:gd name="T77" fmla="*/ 301 h 301"/>
                  <a:gd name="T78" fmla="*/ 80 w 300"/>
                  <a:gd name="T79" fmla="*/ 283 h 301"/>
                  <a:gd name="T80" fmla="*/ 29 w 300"/>
                  <a:gd name="T81" fmla="*/ 240 h 301"/>
                  <a:gd name="T82" fmla="*/ 2 w 300"/>
                  <a:gd name="T83" fmla="*/ 177 h 301"/>
                  <a:gd name="T84" fmla="*/ 5 w 300"/>
                  <a:gd name="T85" fmla="*/ 111 h 301"/>
                  <a:gd name="T86" fmla="*/ 37 w 300"/>
                  <a:gd name="T87" fmla="*/ 54 h 301"/>
                  <a:gd name="T88" fmla="*/ 90 w 300"/>
                  <a:gd name="T89" fmla="*/ 14 h 301"/>
                  <a:gd name="T90" fmla="*/ 157 w 300"/>
                  <a:gd name="T91" fmla="*/ 0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00" h="301">
                    <a:moveTo>
                      <a:pt x="161" y="69"/>
                    </a:moveTo>
                    <a:lnTo>
                      <a:pt x="135" y="69"/>
                    </a:lnTo>
                    <a:lnTo>
                      <a:pt x="135" y="87"/>
                    </a:lnTo>
                    <a:lnTo>
                      <a:pt x="114" y="95"/>
                    </a:lnTo>
                    <a:lnTo>
                      <a:pt x="100" y="109"/>
                    </a:lnTo>
                    <a:lnTo>
                      <a:pt x="96" y="126"/>
                    </a:lnTo>
                    <a:lnTo>
                      <a:pt x="100" y="142"/>
                    </a:lnTo>
                    <a:lnTo>
                      <a:pt x="108" y="152"/>
                    </a:lnTo>
                    <a:lnTo>
                      <a:pt x="120" y="158"/>
                    </a:lnTo>
                    <a:lnTo>
                      <a:pt x="131" y="164"/>
                    </a:lnTo>
                    <a:lnTo>
                      <a:pt x="145" y="166"/>
                    </a:lnTo>
                    <a:lnTo>
                      <a:pt x="153" y="168"/>
                    </a:lnTo>
                    <a:lnTo>
                      <a:pt x="159" y="169"/>
                    </a:lnTo>
                    <a:lnTo>
                      <a:pt x="165" y="171"/>
                    </a:lnTo>
                    <a:lnTo>
                      <a:pt x="169" y="175"/>
                    </a:lnTo>
                    <a:lnTo>
                      <a:pt x="173" y="177"/>
                    </a:lnTo>
                    <a:lnTo>
                      <a:pt x="173" y="183"/>
                    </a:lnTo>
                    <a:lnTo>
                      <a:pt x="173" y="187"/>
                    </a:lnTo>
                    <a:lnTo>
                      <a:pt x="169" y="191"/>
                    </a:lnTo>
                    <a:lnTo>
                      <a:pt x="165" y="193"/>
                    </a:lnTo>
                    <a:lnTo>
                      <a:pt x="159" y="195"/>
                    </a:lnTo>
                    <a:lnTo>
                      <a:pt x="153" y="195"/>
                    </a:lnTo>
                    <a:lnTo>
                      <a:pt x="145" y="195"/>
                    </a:lnTo>
                    <a:lnTo>
                      <a:pt x="139" y="191"/>
                    </a:lnTo>
                    <a:lnTo>
                      <a:pt x="133" y="187"/>
                    </a:lnTo>
                    <a:lnTo>
                      <a:pt x="131" y="181"/>
                    </a:lnTo>
                    <a:lnTo>
                      <a:pt x="94" y="181"/>
                    </a:lnTo>
                    <a:lnTo>
                      <a:pt x="100" y="199"/>
                    </a:lnTo>
                    <a:lnTo>
                      <a:pt x="116" y="213"/>
                    </a:lnTo>
                    <a:lnTo>
                      <a:pt x="135" y="219"/>
                    </a:lnTo>
                    <a:lnTo>
                      <a:pt x="137" y="236"/>
                    </a:lnTo>
                    <a:lnTo>
                      <a:pt x="163" y="236"/>
                    </a:lnTo>
                    <a:lnTo>
                      <a:pt x="163" y="219"/>
                    </a:lnTo>
                    <a:lnTo>
                      <a:pt x="182" y="215"/>
                    </a:lnTo>
                    <a:lnTo>
                      <a:pt x="196" y="207"/>
                    </a:lnTo>
                    <a:lnTo>
                      <a:pt x="206" y="193"/>
                    </a:lnTo>
                    <a:lnTo>
                      <a:pt x="208" y="177"/>
                    </a:lnTo>
                    <a:lnTo>
                      <a:pt x="206" y="164"/>
                    </a:lnTo>
                    <a:lnTo>
                      <a:pt x="198" y="154"/>
                    </a:lnTo>
                    <a:lnTo>
                      <a:pt x="186" y="146"/>
                    </a:lnTo>
                    <a:lnTo>
                      <a:pt x="173" y="142"/>
                    </a:lnTo>
                    <a:lnTo>
                      <a:pt x="161" y="138"/>
                    </a:lnTo>
                    <a:lnTo>
                      <a:pt x="153" y="136"/>
                    </a:lnTo>
                    <a:lnTo>
                      <a:pt x="147" y="134"/>
                    </a:lnTo>
                    <a:lnTo>
                      <a:pt x="141" y="132"/>
                    </a:lnTo>
                    <a:lnTo>
                      <a:pt x="135" y="130"/>
                    </a:lnTo>
                    <a:lnTo>
                      <a:pt x="133" y="126"/>
                    </a:lnTo>
                    <a:lnTo>
                      <a:pt x="131" y="122"/>
                    </a:lnTo>
                    <a:lnTo>
                      <a:pt x="133" y="118"/>
                    </a:lnTo>
                    <a:lnTo>
                      <a:pt x="133" y="116"/>
                    </a:lnTo>
                    <a:lnTo>
                      <a:pt x="137" y="114"/>
                    </a:lnTo>
                    <a:lnTo>
                      <a:pt x="141" y="112"/>
                    </a:lnTo>
                    <a:lnTo>
                      <a:pt x="149" y="112"/>
                    </a:lnTo>
                    <a:lnTo>
                      <a:pt x="155" y="112"/>
                    </a:lnTo>
                    <a:lnTo>
                      <a:pt x="161" y="114"/>
                    </a:lnTo>
                    <a:lnTo>
                      <a:pt x="165" y="118"/>
                    </a:lnTo>
                    <a:lnTo>
                      <a:pt x="169" y="122"/>
                    </a:lnTo>
                    <a:lnTo>
                      <a:pt x="204" y="122"/>
                    </a:lnTo>
                    <a:lnTo>
                      <a:pt x="200" y="112"/>
                    </a:lnTo>
                    <a:lnTo>
                      <a:pt x="192" y="101"/>
                    </a:lnTo>
                    <a:lnTo>
                      <a:pt x="180" y="93"/>
                    </a:lnTo>
                    <a:lnTo>
                      <a:pt x="161" y="87"/>
                    </a:lnTo>
                    <a:lnTo>
                      <a:pt x="161" y="69"/>
                    </a:lnTo>
                    <a:close/>
                    <a:moveTo>
                      <a:pt x="157" y="0"/>
                    </a:moveTo>
                    <a:lnTo>
                      <a:pt x="190" y="6"/>
                    </a:lnTo>
                    <a:lnTo>
                      <a:pt x="220" y="18"/>
                    </a:lnTo>
                    <a:lnTo>
                      <a:pt x="247" y="38"/>
                    </a:lnTo>
                    <a:lnTo>
                      <a:pt x="271" y="61"/>
                    </a:lnTo>
                    <a:lnTo>
                      <a:pt x="287" y="91"/>
                    </a:lnTo>
                    <a:lnTo>
                      <a:pt x="296" y="124"/>
                    </a:lnTo>
                    <a:lnTo>
                      <a:pt x="300" y="158"/>
                    </a:lnTo>
                    <a:lnTo>
                      <a:pt x="295" y="191"/>
                    </a:lnTo>
                    <a:lnTo>
                      <a:pt x="283" y="221"/>
                    </a:lnTo>
                    <a:lnTo>
                      <a:pt x="263" y="248"/>
                    </a:lnTo>
                    <a:lnTo>
                      <a:pt x="239" y="272"/>
                    </a:lnTo>
                    <a:lnTo>
                      <a:pt x="210" y="287"/>
                    </a:lnTo>
                    <a:lnTo>
                      <a:pt x="177" y="297"/>
                    </a:lnTo>
                    <a:lnTo>
                      <a:pt x="143" y="301"/>
                    </a:lnTo>
                    <a:lnTo>
                      <a:pt x="110" y="295"/>
                    </a:lnTo>
                    <a:lnTo>
                      <a:pt x="80" y="283"/>
                    </a:lnTo>
                    <a:lnTo>
                      <a:pt x="53" y="264"/>
                    </a:lnTo>
                    <a:lnTo>
                      <a:pt x="29" y="240"/>
                    </a:lnTo>
                    <a:lnTo>
                      <a:pt x="13" y="211"/>
                    </a:lnTo>
                    <a:lnTo>
                      <a:pt x="2" y="177"/>
                    </a:lnTo>
                    <a:lnTo>
                      <a:pt x="0" y="144"/>
                    </a:lnTo>
                    <a:lnTo>
                      <a:pt x="5" y="111"/>
                    </a:lnTo>
                    <a:lnTo>
                      <a:pt x="17" y="81"/>
                    </a:lnTo>
                    <a:lnTo>
                      <a:pt x="37" y="54"/>
                    </a:lnTo>
                    <a:lnTo>
                      <a:pt x="61" y="30"/>
                    </a:lnTo>
                    <a:lnTo>
                      <a:pt x="90" y="14"/>
                    </a:lnTo>
                    <a:lnTo>
                      <a:pt x="123" y="2"/>
                    </a:lnTo>
                    <a:lnTo>
                      <a:pt x="15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5439" tIns="82720" rIns="165439" bIns="82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4190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91" name="Freeform 430">
                <a:extLst>
                  <a:ext uri="{FF2B5EF4-FFF2-40B4-BE49-F238E27FC236}">
                    <a16:creationId xmlns:a16="http://schemas.microsoft.com/office/drawing/2014/main" xmlns="" id="{5E4795F1-15EB-4726-BBEC-1BF108746C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8253" y="2309723"/>
                <a:ext cx="98425" cy="111125"/>
              </a:xfrm>
              <a:custGeom>
                <a:avLst/>
                <a:gdLst>
                  <a:gd name="T0" fmla="*/ 0 w 123"/>
                  <a:gd name="T1" fmla="*/ 0 h 140"/>
                  <a:gd name="T2" fmla="*/ 35 w 123"/>
                  <a:gd name="T3" fmla="*/ 0 h 140"/>
                  <a:gd name="T4" fmla="*/ 62 w 123"/>
                  <a:gd name="T5" fmla="*/ 61 h 140"/>
                  <a:gd name="T6" fmla="*/ 90 w 123"/>
                  <a:gd name="T7" fmla="*/ 0 h 140"/>
                  <a:gd name="T8" fmla="*/ 123 w 123"/>
                  <a:gd name="T9" fmla="*/ 0 h 140"/>
                  <a:gd name="T10" fmla="*/ 84 w 123"/>
                  <a:gd name="T11" fmla="*/ 71 h 140"/>
                  <a:gd name="T12" fmla="*/ 106 w 123"/>
                  <a:gd name="T13" fmla="*/ 71 h 140"/>
                  <a:gd name="T14" fmla="*/ 106 w 123"/>
                  <a:gd name="T15" fmla="*/ 85 h 140"/>
                  <a:gd name="T16" fmla="*/ 78 w 123"/>
                  <a:gd name="T17" fmla="*/ 85 h 140"/>
                  <a:gd name="T18" fmla="*/ 76 w 123"/>
                  <a:gd name="T19" fmla="*/ 86 h 140"/>
                  <a:gd name="T20" fmla="*/ 76 w 123"/>
                  <a:gd name="T21" fmla="*/ 98 h 140"/>
                  <a:gd name="T22" fmla="*/ 106 w 123"/>
                  <a:gd name="T23" fmla="*/ 98 h 140"/>
                  <a:gd name="T24" fmla="*/ 106 w 123"/>
                  <a:gd name="T25" fmla="*/ 112 h 140"/>
                  <a:gd name="T26" fmla="*/ 76 w 123"/>
                  <a:gd name="T27" fmla="*/ 112 h 140"/>
                  <a:gd name="T28" fmla="*/ 76 w 123"/>
                  <a:gd name="T29" fmla="*/ 140 h 140"/>
                  <a:gd name="T30" fmla="*/ 47 w 123"/>
                  <a:gd name="T31" fmla="*/ 140 h 140"/>
                  <a:gd name="T32" fmla="*/ 47 w 123"/>
                  <a:gd name="T33" fmla="*/ 112 h 140"/>
                  <a:gd name="T34" fmla="*/ 17 w 123"/>
                  <a:gd name="T35" fmla="*/ 112 h 140"/>
                  <a:gd name="T36" fmla="*/ 17 w 123"/>
                  <a:gd name="T37" fmla="*/ 98 h 140"/>
                  <a:gd name="T38" fmla="*/ 47 w 123"/>
                  <a:gd name="T39" fmla="*/ 98 h 140"/>
                  <a:gd name="T40" fmla="*/ 47 w 123"/>
                  <a:gd name="T41" fmla="*/ 86 h 140"/>
                  <a:gd name="T42" fmla="*/ 47 w 123"/>
                  <a:gd name="T43" fmla="*/ 85 h 140"/>
                  <a:gd name="T44" fmla="*/ 17 w 123"/>
                  <a:gd name="T45" fmla="*/ 85 h 140"/>
                  <a:gd name="T46" fmla="*/ 17 w 123"/>
                  <a:gd name="T47" fmla="*/ 71 h 140"/>
                  <a:gd name="T48" fmla="*/ 39 w 123"/>
                  <a:gd name="T49" fmla="*/ 71 h 140"/>
                  <a:gd name="T50" fmla="*/ 0 w 123"/>
                  <a:gd name="T51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23" h="140">
                    <a:moveTo>
                      <a:pt x="0" y="0"/>
                    </a:moveTo>
                    <a:lnTo>
                      <a:pt x="35" y="0"/>
                    </a:lnTo>
                    <a:lnTo>
                      <a:pt x="62" y="61"/>
                    </a:lnTo>
                    <a:lnTo>
                      <a:pt x="90" y="0"/>
                    </a:lnTo>
                    <a:lnTo>
                      <a:pt x="123" y="0"/>
                    </a:lnTo>
                    <a:lnTo>
                      <a:pt x="84" y="71"/>
                    </a:lnTo>
                    <a:lnTo>
                      <a:pt x="106" y="71"/>
                    </a:lnTo>
                    <a:lnTo>
                      <a:pt x="106" y="85"/>
                    </a:lnTo>
                    <a:lnTo>
                      <a:pt x="78" y="85"/>
                    </a:lnTo>
                    <a:lnTo>
                      <a:pt x="76" y="86"/>
                    </a:lnTo>
                    <a:lnTo>
                      <a:pt x="76" y="98"/>
                    </a:lnTo>
                    <a:lnTo>
                      <a:pt x="106" y="98"/>
                    </a:lnTo>
                    <a:lnTo>
                      <a:pt x="106" y="112"/>
                    </a:lnTo>
                    <a:lnTo>
                      <a:pt x="76" y="112"/>
                    </a:lnTo>
                    <a:lnTo>
                      <a:pt x="76" y="140"/>
                    </a:lnTo>
                    <a:lnTo>
                      <a:pt x="47" y="140"/>
                    </a:lnTo>
                    <a:lnTo>
                      <a:pt x="47" y="112"/>
                    </a:lnTo>
                    <a:lnTo>
                      <a:pt x="17" y="112"/>
                    </a:lnTo>
                    <a:lnTo>
                      <a:pt x="17" y="98"/>
                    </a:lnTo>
                    <a:lnTo>
                      <a:pt x="47" y="98"/>
                    </a:lnTo>
                    <a:lnTo>
                      <a:pt x="47" y="86"/>
                    </a:lnTo>
                    <a:lnTo>
                      <a:pt x="47" y="85"/>
                    </a:lnTo>
                    <a:lnTo>
                      <a:pt x="17" y="85"/>
                    </a:lnTo>
                    <a:lnTo>
                      <a:pt x="17" y="71"/>
                    </a:lnTo>
                    <a:lnTo>
                      <a:pt x="39" y="7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5439" tIns="82720" rIns="165439" bIns="82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4190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p:grpSp>
        <p:sp>
          <p:nvSpPr>
            <p:cNvPr id="92" name="Freeform 36">
              <a:extLst>
                <a:ext uri="{FF2B5EF4-FFF2-40B4-BE49-F238E27FC236}">
                  <a16:creationId xmlns:a16="http://schemas.microsoft.com/office/drawing/2014/main" xmlns="" id="{442CD93F-6E07-4EF7-9268-C48538C119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02391" y="2118988"/>
              <a:ext cx="238748" cy="218150"/>
            </a:xfrm>
            <a:custGeom>
              <a:avLst/>
              <a:gdLst>
                <a:gd name="T0" fmla="*/ 39 w 393"/>
                <a:gd name="T1" fmla="*/ 196 h 395"/>
                <a:gd name="T2" fmla="*/ 61 w 393"/>
                <a:gd name="T3" fmla="*/ 277 h 395"/>
                <a:gd name="T4" fmla="*/ 118 w 393"/>
                <a:gd name="T5" fmla="*/ 332 h 395"/>
                <a:gd name="T6" fmla="*/ 197 w 393"/>
                <a:gd name="T7" fmla="*/ 353 h 395"/>
                <a:gd name="T8" fmla="*/ 271 w 393"/>
                <a:gd name="T9" fmla="*/ 334 h 395"/>
                <a:gd name="T10" fmla="*/ 327 w 393"/>
                <a:gd name="T11" fmla="*/ 285 h 395"/>
                <a:gd name="T12" fmla="*/ 393 w 393"/>
                <a:gd name="T13" fmla="*/ 249 h 395"/>
                <a:gd name="T14" fmla="*/ 356 w 393"/>
                <a:gd name="T15" fmla="*/ 314 h 395"/>
                <a:gd name="T16" fmla="*/ 287 w 393"/>
                <a:gd name="T17" fmla="*/ 371 h 395"/>
                <a:gd name="T18" fmla="*/ 197 w 393"/>
                <a:gd name="T19" fmla="*/ 395 h 395"/>
                <a:gd name="T20" fmla="*/ 110 w 393"/>
                <a:gd name="T21" fmla="*/ 375 h 395"/>
                <a:gd name="T22" fmla="*/ 43 w 393"/>
                <a:gd name="T23" fmla="*/ 320 h 395"/>
                <a:gd name="T24" fmla="*/ 4 w 393"/>
                <a:gd name="T25" fmla="*/ 241 h 395"/>
                <a:gd name="T26" fmla="*/ 179 w 393"/>
                <a:gd name="T27" fmla="*/ 76 h 395"/>
                <a:gd name="T28" fmla="*/ 214 w 393"/>
                <a:gd name="T29" fmla="*/ 102 h 395"/>
                <a:gd name="T30" fmla="*/ 250 w 393"/>
                <a:gd name="T31" fmla="*/ 121 h 395"/>
                <a:gd name="T32" fmla="*/ 266 w 393"/>
                <a:gd name="T33" fmla="*/ 155 h 395"/>
                <a:gd name="T34" fmla="*/ 228 w 393"/>
                <a:gd name="T35" fmla="*/ 145 h 395"/>
                <a:gd name="T36" fmla="*/ 212 w 393"/>
                <a:gd name="T37" fmla="*/ 131 h 395"/>
                <a:gd name="T38" fmla="*/ 177 w 393"/>
                <a:gd name="T39" fmla="*/ 131 h 395"/>
                <a:gd name="T40" fmla="*/ 161 w 393"/>
                <a:gd name="T41" fmla="*/ 149 h 395"/>
                <a:gd name="T42" fmla="*/ 173 w 393"/>
                <a:gd name="T43" fmla="*/ 169 h 395"/>
                <a:gd name="T44" fmla="*/ 203 w 393"/>
                <a:gd name="T45" fmla="*/ 180 h 395"/>
                <a:gd name="T46" fmla="*/ 248 w 393"/>
                <a:gd name="T47" fmla="*/ 202 h 395"/>
                <a:gd name="T48" fmla="*/ 266 w 393"/>
                <a:gd name="T49" fmla="*/ 239 h 395"/>
                <a:gd name="T50" fmla="*/ 260 w 393"/>
                <a:gd name="T51" fmla="*/ 261 h 395"/>
                <a:gd name="T52" fmla="*/ 236 w 393"/>
                <a:gd name="T53" fmla="*/ 285 h 395"/>
                <a:gd name="T54" fmla="*/ 214 w 393"/>
                <a:gd name="T55" fmla="*/ 316 h 395"/>
                <a:gd name="T56" fmla="*/ 179 w 393"/>
                <a:gd name="T57" fmla="*/ 292 h 395"/>
                <a:gd name="T58" fmla="*/ 142 w 393"/>
                <a:gd name="T59" fmla="*/ 275 h 395"/>
                <a:gd name="T60" fmla="*/ 130 w 393"/>
                <a:gd name="T61" fmla="*/ 249 h 395"/>
                <a:gd name="T62" fmla="*/ 161 w 393"/>
                <a:gd name="T63" fmla="*/ 239 h 395"/>
                <a:gd name="T64" fmla="*/ 169 w 393"/>
                <a:gd name="T65" fmla="*/ 257 h 395"/>
                <a:gd name="T66" fmla="*/ 197 w 393"/>
                <a:gd name="T67" fmla="*/ 265 h 395"/>
                <a:gd name="T68" fmla="*/ 228 w 393"/>
                <a:gd name="T69" fmla="*/ 255 h 395"/>
                <a:gd name="T70" fmla="*/ 230 w 393"/>
                <a:gd name="T71" fmla="*/ 233 h 395"/>
                <a:gd name="T72" fmla="*/ 209 w 393"/>
                <a:gd name="T73" fmla="*/ 220 h 395"/>
                <a:gd name="T74" fmla="*/ 163 w 393"/>
                <a:gd name="T75" fmla="*/ 204 h 395"/>
                <a:gd name="T76" fmla="*/ 134 w 393"/>
                <a:gd name="T77" fmla="*/ 178 h 395"/>
                <a:gd name="T78" fmla="*/ 128 w 393"/>
                <a:gd name="T79" fmla="*/ 153 h 395"/>
                <a:gd name="T80" fmla="*/ 134 w 393"/>
                <a:gd name="T81" fmla="*/ 133 h 395"/>
                <a:gd name="T82" fmla="*/ 157 w 393"/>
                <a:gd name="T83" fmla="*/ 108 h 395"/>
                <a:gd name="T84" fmla="*/ 179 w 393"/>
                <a:gd name="T85" fmla="*/ 76 h 395"/>
                <a:gd name="T86" fmla="*/ 242 w 393"/>
                <a:gd name="T87" fmla="*/ 5 h 395"/>
                <a:gd name="T88" fmla="*/ 321 w 393"/>
                <a:gd name="T89" fmla="*/ 43 h 395"/>
                <a:gd name="T90" fmla="*/ 374 w 393"/>
                <a:gd name="T91" fmla="*/ 110 h 395"/>
                <a:gd name="T92" fmla="*/ 393 w 393"/>
                <a:gd name="T93" fmla="*/ 196 h 395"/>
                <a:gd name="T94" fmla="*/ 348 w 393"/>
                <a:gd name="T95" fmla="*/ 155 h 395"/>
                <a:gd name="T96" fmla="*/ 307 w 393"/>
                <a:gd name="T97" fmla="*/ 86 h 395"/>
                <a:gd name="T98" fmla="*/ 238 w 393"/>
                <a:gd name="T99" fmla="*/ 47 h 395"/>
                <a:gd name="T100" fmla="*/ 157 w 393"/>
                <a:gd name="T101" fmla="*/ 45 h 395"/>
                <a:gd name="T102" fmla="*/ 91 w 393"/>
                <a:gd name="T103" fmla="*/ 82 h 395"/>
                <a:gd name="T104" fmla="*/ 102 w 393"/>
                <a:gd name="T105" fmla="*/ 145 h 395"/>
                <a:gd name="T106" fmla="*/ 0 w 393"/>
                <a:gd name="T107" fmla="*/ 43 h 395"/>
                <a:gd name="T108" fmla="*/ 69 w 393"/>
                <a:gd name="T109" fmla="*/ 47 h 395"/>
                <a:gd name="T110" fmla="*/ 150 w 393"/>
                <a:gd name="T111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93" h="395">
                  <a:moveTo>
                    <a:pt x="0" y="196"/>
                  </a:moveTo>
                  <a:lnTo>
                    <a:pt x="39" y="196"/>
                  </a:lnTo>
                  <a:lnTo>
                    <a:pt x="45" y="239"/>
                  </a:lnTo>
                  <a:lnTo>
                    <a:pt x="61" y="277"/>
                  </a:lnTo>
                  <a:lnTo>
                    <a:pt x="87" y="308"/>
                  </a:lnTo>
                  <a:lnTo>
                    <a:pt x="118" y="332"/>
                  </a:lnTo>
                  <a:lnTo>
                    <a:pt x="155" y="347"/>
                  </a:lnTo>
                  <a:lnTo>
                    <a:pt x="197" y="353"/>
                  </a:lnTo>
                  <a:lnTo>
                    <a:pt x="236" y="347"/>
                  </a:lnTo>
                  <a:lnTo>
                    <a:pt x="271" y="334"/>
                  </a:lnTo>
                  <a:lnTo>
                    <a:pt x="303" y="312"/>
                  </a:lnTo>
                  <a:lnTo>
                    <a:pt x="327" y="285"/>
                  </a:lnTo>
                  <a:lnTo>
                    <a:pt x="291" y="249"/>
                  </a:lnTo>
                  <a:lnTo>
                    <a:pt x="393" y="249"/>
                  </a:lnTo>
                  <a:lnTo>
                    <a:pt x="393" y="351"/>
                  </a:lnTo>
                  <a:lnTo>
                    <a:pt x="356" y="314"/>
                  </a:lnTo>
                  <a:lnTo>
                    <a:pt x="325" y="345"/>
                  </a:lnTo>
                  <a:lnTo>
                    <a:pt x="287" y="371"/>
                  </a:lnTo>
                  <a:lnTo>
                    <a:pt x="244" y="389"/>
                  </a:lnTo>
                  <a:lnTo>
                    <a:pt x="197" y="395"/>
                  </a:lnTo>
                  <a:lnTo>
                    <a:pt x="152" y="389"/>
                  </a:lnTo>
                  <a:lnTo>
                    <a:pt x="110" y="375"/>
                  </a:lnTo>
                  <a:lnTo>
                    <a:pt x="73" y="351"/>
                  </a:lnTo>
                  <a:lnTo>
                    <a:pt x="43" y="320"/>
                  </a:lnTo>
                  <a:lnTo>
                    <a:pt x="20" y="285"/>
                  </a:lnTo>
                  <a:lnTo>
                    <a:pt x="4" y="241"/>
                  </a:lnTo>
                  <a:lnTo>
                    <a:pt x="0" y="196"/>
                  </a:lnTo>
                  <a:close/>
                  <a:moveTo>
                    <a:pt x="179" y="76"/>
                  </a:moveTo>
                  <a:lnTo>
                    <a:pt x="214" y="76"/>
                  </a:lnTo>
                  <a:lnTo>
                    <a:pt x="214" y="102"/>
                  </a:lnTo>
                  <a:lnTo>
                    <a:pt x="234" y="110"/>
                  </a:lnTo>
                  <a:lnTo>
                    <a:pt x="250" y="121"/>
                  </a:lnTo>
                  <a:lnTo>
                    <a:pt x="262" y="135"/>
                  </a:lnTo>
                  <a:lnTo>
                    <a:pt x="266" y="155"/>
                  </a:lnTo>
                  <a:lnTo>
                    <a:pt x="230" y="155"/>
                  </a:lnTo>
                  <a:lnTo>
                    <a:pt x="228" y="145"/>
                  </a:lnTo>
                  <a:lnTo>
                    <a:pt x="222" y="137"/>
                  </a:lnTo>
                  <a:lnTo>
                    <a:pt x="212" y="131"/>
                  </a:lnTo>
                  <a:lnTo>
                    <a:pt x="197" y="127"/>
                  </a:lnTo>
                  <a:lnTo>
                    <a:pt x="177" y="131"/>
                  </a:lnTo>
                  <a:lnTo>
                    <a:pt x="165" y="139"/>
                  </a:lnTo>
                  <a:lnTo>
                    <a:pt x="161" y="149"/>
                  </a:lnTo>
                  <a:lnTo>
                    <a:pt x="163" y="161"/>
                  </a:lnTo>
                  <a:lnTo>
                    <a:pt x="173" y="169"/>
                  </a:lnTo>
                  <a:lnTo>
                    <a:pt x="187" y="174"/>
                  </a:lnTo>
                  <a:lnTo>
                    <a:pt x="203" y="180"/>
                  </a:lnTo>
                  <a:lnTo>
                    <a:pt x="228" y="190"/>
                  </a:lnTo>
                  <a:lnTo>
                    <a:pt x="248" y="202"/>
                  </a:lnTo>
                  <a:lnTo>
                    <a:pt x="262" y="220"/>
                  </a:lnTo>
                  <a:lnTo>
                    <a:pt x="266" y="239"/>
                  </a:lnTo>
                  <a:lnTo>
                    <a:pt x="264" y="249"/>
                  </a:lnTo>
                  <a:lnTo>
                    <a:pt x="260" y="261"/>
                  </a:lnTo>
                  <a:lnTo>
                    <a:pt x="252" y="275"/>
                  </a:lnTo>
                  <a:lnTo>
                    <a:pt x="236" y="285"/>
                  </a:lnTo>
                  <a:lnTo>
                    <a:pt x="214" y="292"/>
                  </a:lnTo>
                  <a:lnTo>
                    <a:pt x="214" y="316"/>
                  </a:lnTo>
                  <a:lnTo>
                    <a:pt x="179" y="316"/>
                  </a:lnTo>
                  <a:lnTo>
                    <a:pt x="179" y="292"/>
                  </a:lnTo>
                  <a:lnTo>
                    <a:pt x="157" y="285"/>
                  </a:lnTo>
                  <a:lnTo>
                    <a:pt x="142" y="275"/>
                  </a:lnTo>
                  <a:lnTo>
                    <a:pt x="134" y="261"/>
                  </a:lnTo>
                  <a:lnTo>
                    <a:pt x="130" y="249"/>
                  </a:lnTo>
                  <a:lnTo>
                    <a:pt x="128" y="239"/>
                  </a:lnTo>
                  <a:lnTo>
                    <a:pt x="161" y="239"/>
                  </a:lnTo>
                  <a:lnTo>
                    <a:pt x="163" y="249"/>
                  </a:lnTo>
                  <a:lnTo>
                    <a:pt x="169" y="257"/>
                  </a:lnTo>
                  <a:lnTo>
                    <a:pt x="179" y="263"/>
                  </a:lnTo>
                  <a:lnTo>
                    <a:pt x="197" y="265"/>
                  </a:lnTo>
                  <a:lnTo>
                    <a:pt x="216" y="263"/>
                  </a:lnTo>
                  <a:lnTo>
                    <a:pt x="228" y="255"/>
                  </a:lnTo>
                  <a:lnTo>
                    <a:pt x="232" y="243"/>
                  </a:lnTo>
                  <a:lnTo>
                    <a:pt x="230" y="233"/>
                  </a:lnTo>
                  <a:lnTo>
                    <a:pt x="220" y="226"/>
                  </a:lnTo>
                  <a:lnTo>
                    <a:pt x="209" y="220"/>
                  </a:lnTo>
                  <a:lnTo>
                    <a:pt x="191" y="214"/>
                  </a:lnTo>
                  <a:lnTo>
                    <a:pt x="163" y="204"/>
                  </a:lnTo>
                  <a:lnTo>
                    <a:pt x="146" y="192"/>
                  </a:lnTo>
                  <a:lnTo>
                    <a:pt x="134" y="178"/>
                  </a:lnTo>
                  <a:lnTo>
                    <a:pt x="130" y="167"/>
                  </a:lnTo>
                  <a:lnTo>
                    <a:pt x="128" y="153"/>
                  </a:lnTo>
                  <a:lnTo>
                    <a:pt x="130" y="145"/>
                  </a:lnTo>
                  <a:lnTo>
                    <a:pt x="134" y="133"/>
                  </a:lnTo>
                  <a:lnTo>
                    <a:pt x="142" y="119"/>
                  </a:lnTo>
                  <a:lnTo>
                    <a:pt x="157" y="108"/>
                  </a:lnTo>
                  <a:lnTo>
                    <a:pt x="179" y="102"/>
                  </a:lnTo>
                  <a:lnTo>
                    <a:pt x="179" y="76"/>
                  </a:lnTo>
                  <a:close/>
                  <a:moveTo>
                    <a:pt x="197" y="0"/>
                  </a:moveTo>
                  <a:lnTo>
                    <a:pt x="242" y="5"/>
                  </a:lnTo>
                  <a:lnTo>
                    <a:pt x="283" y="19"/>
                  </a:lnTo>
                  <a:lnTo>
                    <a:pt x="321" y="43"/>
                  </a:lnTo>
                  <a:lnTo>
                    <a:pt x="350" y="74"/>
                  </a:lnTo>
                  <a:lnTo>
                    <a:pt x="374" y="110"/>
                  </a:lnTo>
                  <a:lnTo>
                    <a:pt x="389" y="151"/>
                  </a:lnTo>
                  <a:lnTo>
                    <a:pt x="393" y="196"/>
                  </a:lnTo>
                  <a:lnTo>
                    <a:pt x="354" y="196"/>
                  </a:lnTo>
                  <a:lnTo>
                    <a:pt x="348" y="155"/>
                  </a:lnTo>
                  <a:lnTo>
                    <a:pt x="332" y="117"/>
                  </a:lnTo>
                  <a:lnTo>
                    <a:pt x="307" y="86"/>
                  </a:lnTo>
                  <a:lnTo>
                    <a:pt x="275" y="62"/>
                  </a:lnTo>
                  <a:lnTo>
                    <a:pt x="238" y="47"/>
                  </a:lnTo>
                  <a:lnTo>
                    <a:pt x="197" y="41"/>
                  </a:lnTo>
                  <a:lnTo>
                    <a:pt x="157" y="45"/>
                  </a:lnTo>
                  <a:lnTo>
                    <a:pt x="122" y="59"/>
                  </a:lnTo>
                  <a:lnTo>
                    <a:pt x="91" y="82"/>
                  </a:lnTo>
                  <a:lnTo>
                    <a:pt x="67" y="110"/>
                  </a:lnTo>
                  <a:lnTo>
                    <a:pt x="102" y="145"/>
                  </a:lnTo>
                  <a:lnTo>
                    <a:pt x="0" y="145"/>
                  </a:lnTo>
                  <a:lnTo>
                    <a:pt x="0" y="43"/>
                  </a:lnTo>
                  <a:lnTo>
                    <a:pt x="37" y="80"/>
                  </a:lnTo>
                  <a:lnTo>
                    <a:pt x="69" y="47"/>
                  </a:lnTo>
                  <a:lnTo>
                    <a:pt x="106" y="21"/>
                  </a:lnTo>
                  <a:lnTo>
                    <a:pt x="150" y="5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F3756E">
                <a:lumMod val="50000"/>
              </a:srgb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65439" tIns="82720" rIns="165439" bIns="82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419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xmlns="" id="{4D1524CC-2403-4C90-8903-B8838A31C368}"/>
                </a:ext>
              </a:extLst>
            </p:cNvPr>
            <p:cNvSpPr txBox="1"/>
            <p:nvPr/>
          </p:nvSpPr>
          <p:spPr>
            <a:xfrm>
              <a:off x="9223270" y="1282076"/>
              <a:ext cx="3279635" cy="3570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241938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D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Calibri" panose="020F0502020204030204" pitchFamily="34" charset="0"/>
                </a:rPr>
                <a:t>Largest IT Exports </a:t>
              </a:r>
              <a:r>
                <a:rPr kumimoji="0" lang="en-ID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(47%) </a:t>
              </a: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xmlns="" id="{9C249F89-568E-4B73-92A7-57E62DAE295D}"/>
                </a:ext>
              </a:extLst>
            </p:cNvPr>
            <p:cNvGrpSpPr/>
            <p:nvPr/>
          </p:nvGrpSpPr>
          <p:grpSpPr>
            <a:xfrm>
              <a:off x="8978211" y="2750256"/>
              <a:ext cx="242685" cy="219726"/>
              <a:chOff x="2917825" y="1808163"/>
              <a:chExt cx="390525" cy="388938"/>
            </a:xfrm>
            <a:solidFill>
              <a:srgbClr val="C00000"/>
            </a:solidFill>
          </p:grpSpPr>
          <p:sp>
            <p:nvSpPr>
              <p:cNvPr id="96" name="Freeform 19">
                <a:extLst>
                  <a:ext uri="{FF2B5EF4-FFF2-40B4-BE49-F238E27FC236}">
                    <a16:creationId xmlns:a16="http://schemas.microsoft.com/office/drawing/2014/main" xmlns="" id="{EF36EF3B-B48E-44F9-95F7-622E3C3912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17825" y="1808163"/>
                <a:ext cx="390525" cy="388938"/>
              </a:xfrm>
              <a:custGeom>
                <a:avLst/>
                <a:gdLst>
                  <a:gd name="T0" fmla="*/ 123 w 246"/>
                  <a:gd name="T1" fmla="*/ 5 h 245"/>
                  <a:gd name="T2" fmla="*/ 99 w 246"/>
                  <a:gd name="T3" fmla="*/ 8 h 245"/>
                  <a:gd name="T4" fmla="*/ 77 w 246"/>
                  <a:gd name="T5" fmla="*/ 14 h 245"/>
                  <a:gd name="T6" fmla="*/ 57 w 246"/>
                  <a:gd name="T7" fmla="*/ 25 h 245"/>
                  <a:gd name="T8" fmla="*/ 40 w 246"/>
                  <a:gd name="T9" fmla="*/ 39 h 245"/>
                  <a:gd name="T10" fmla="*/ 25 w 246"/>
                  <a:gd name="T11" fmla="*/ 57 h 245"/>
                  <a:gd name="T12" fmla="*/ 15 w 246"/>
                  <a:gd name="T13" fmla="*/ 76 h 245"/>
                  <a:gd name="T14" fmla="*/ 8 w 246"/>
                  <a:gd name="T15" fmla="*/ 98 h 245"/>
                  <a:gd name="T16" fmla="*/ 6 w 246"/>
                  <a:gd name="T17" fmla="*/ 122 h 245"/>
                  <a:gd name="T18" fmla="*/ 8 w 246"/>
                  <a:gd name="T19" fmla="*/ 145 h 245"/>
                  <a:gd name="T20" fmla="*/ 15 w 246"/>
                  <a:gd name="T21" fmla="*/ 168 h 245"/>
                  <a:gd name="T22" fmla="*/ 25 w 246"/>
                  <a:gd name="T23" fmla="*/ 188 h 245"/>
                  <a:gd name="T24" fmla="*/ 40 w 246"/>
                  <a:gd name="T25" fmla="*/ 205 h 245"/>
                  <a:gd name="T26" fmla="*/ 57 w 246"/>
                  <a:gd name="T27" fmla="*/ 219 h 245"/>
                  <a:gd name="T28" fmla="*/ 77 w 246"/>
                  <a:gd name="T29" fmla="*/ 230 h 245"/>
                  <a:gd name="T30" fmla="*/ 99 w 246"/>
                  <a:gd name="T31" fmla="*/ 237 h 245"/>
                  <a:gd name="T32" fmla="*/ 123 w 246"/>
                  <a:gd name="T33" fmla="*/ 240 h 245"/>
                  <a:gd name="T34" fmla="*/ 147 w 246"/>
                  <a:gd name="T35" fmla="*/ 237 h 245"/>
                  <a:gd name="T36" fmla="*/ 169 w 246"/>
                  <a:gd name="T37" fmla="*/ 230 h 245"/>
                  <a:gd name="T38" fmla="*/ 189 w 246"/>
                  <a:gd name="T39" fmla="*/ 219 h 245"/>
                  <a:gd name="T40" fmla="*/ 206 w 246"/>
                  <a:gd name="T41" fmla="*/ 205 h 245"/>
                  <a:gd name="T42" fmla="*/ 221 w 246"/>
                  <a:gd name="T43" fmla="*/ 188 h 245"/>
                  <a:gd name="T44" fmla="*/ 231 w 246"/>
                  <a:gd name="T45" fmla="*/ 168 h 245"/>
                  <a:gd name="T46" fmla="*/ 238 w 246"/>
                  <a:gd name="T47" fmla="*/ 145 h 245"/>
                  <a:gd name="T48" fmla="*/ 240 w 246"/>
                  <a:gd name="T49" fmla="*/ 122 h 245"/>
                  <a:gd name="T50" fmla="*/ 238 w 246"/>
                  <a:gd name="T51" fmla="*/ 98 h 245"/>
                  <a:gd name="T52" fmla="*/ 231 w 246"/>
                  <a:gd name="T53" fmla="*/ 76 h 245"/>
                  <a:gd name="T54" fmla="*/ 221 w 246"/>
                  <a:gd name="T55" fmla="*/ 57 h 245"/>
                  <a:gd name="T56" fmla="*/ 206 w 246"/>
                  <a:gd name="T57" fmla="*/ 39 h 245"/>
                  <a:gd name="T58" fmla="*/ 189 w 246"/>
                  <a:gd name="T59" fmla="*/ 25 h 245"/>
                  <a:gd name="T60" fmla="*/ 169 w 246"/>
                  <a:gd name="T61" fmla="*/ 14 h 245"/>
                  <a:gd name="T62" fmla="*/ 147 w 246"/>
                  <a:gd name="T63" fmla="*/ 8 h 245"/>
                  <a:gd name="T64" fmla="*/ 123 w 246"/>
                  <a:gd name="T65" fmla="*/ 5 h 245"/>
                  <a:gd name="T66" fmla="*/ 123 w 246"/>
                  <a:gd name="T67" fmla="*/ 0 h 245"/>
                  <a:gd name="T68" fmla="*/ 152 w 246"/>
                  <a:gd name="T69" fmla="*/ 2 h 245"/>
                  <a:gd name="T70" fmla="*/ 177 w 246"/>
                  <a:gd name="T71" fmla="*/ 11 h 245"/>
                  <a:gd name="T72" fmla="*/ 200 w 246"/>
                  <a:gd name="T73" fmla="*/ 26 h 245"/>
                  <a:gd name="T74" fmla="*/ 220 w 246"/>
                  <a:gd name="T75" fmla="*/ 45 h 245"/>
                  <a:gd name="T76" fmla="*/ 233 w 246"/>
                  <a:gd name="T77" fmla="*/ 68 h 245"/>
                  <a:gd name="T78" fmla="*/ 243 w 246"/>
                  <a:gd name="T79" fmla="*/ 94 h 245"/>
                  <a:gd name="T80" fmla="*/ 246 w 246"/>
                  <a:gd name="T81" fmla="*/ 122 h 245"/>
                  <a:gd name="T82" fmla="*/ 243 w 246"/>
                  <a:gd name="T83" fmla="*/ 150 h 245"/>
                  <a:gd name="T84" fmla="*/ 233 w 246"/>
                  <a:gd name="T85" fmla="*/ 176 h 245"/>
                  <a:gd name="T86" fmla="*/ 220 w 246"/>
                  <a:gd name="T87" fmla="*/ 199 h 245"/>
                  <a:gd name="T88" fmla="*/ 200 w 246"/>
                  <a:gd name="T89" fmla="*/ 218 h 245"/>
                  <a:gd name="T90" fmla="*/ 177 w 246"/>
                  <a:gd name="T91" fmla="*/ 233 h 245"/>
                  <a:gd name="T92" fmla="*/ 152 w 246"/>
                  <a:gd name="T93" fmla="*/ 242 h 245"/>
                  <a:gd name="T94" fmla="*/ 123 w 246"/>
                  <a:gd name="T95" fmla="*/ 245 h 245"/>
                  <a:gd name="T96" fmla="*/ 94 w 246"/>
                  <a:gd name="T97" fmla="*/ 242 h 245"/>
                  <a:gd name="T98" fmla="*/ 69 w 246"/>
                  <a:gd name="T99" fmla="*/ 233 h 245"/>
                  <a:gd name="T100" fmla="*/ 46 w 246"/>
                  <a:gd name="T101" fmla="*/ 218 h 245"/>
                  <a:gd name="T102" fmla="*/ 26 w 246"/>
                  <a:gd name="T103" fmla="*/ 199 h 245"/>
                  <a:gd name="T104" fmla="*/ 13 w 246"/>
                  <a:gd name="T105" fmla="*/ 176 h 245"/>
                  <a:gd name="T106" fmla="*/ 3 w 246"/>
                  <a:gd name="T107" fmla="*/ 150 h 245"/>
                  <a:gd name="T108" fmla="*/ 0 w 246"/>
                  <a:gd name="T109" fmla="*/ 122 h 245"/>
                  <a:gd name="T110" fmla="*/ 3 w 246"/>
                  <a:gd name="T111" fmla="*/ 94 h 245"/>
                  <a:gd name="T112" fmla="*/ 13 w 246"/>
                  <a:gd name="T113" fmla="*/ 68 h 245"/>
                  <a:gd name="T114" fmla="*/ 26 w 246"/>
                  <a:gd name="T115" fmla="*/ 45 h 245"/>
                  <a:gd name="T116" fmla="*/ 46 w 246"/>
                  <a:gd name="T117" fmla="*/ 26 h 245"/>
                  <a:gd name="T118" fmla="*/ 69 w 246"/>
                  <a:gd name="T119" fmla="*/ 11 h 245"/>
                  <a:gd name="T120" fmla="*/ 94 w 246"/>
                  <a:gd name="T121" fmla="*/ 2 h 245"/>
                  <a:gd name="T122" fmla="*/ 123 w 246"/>
                  <a:gd name="T123" fmla="*/ 0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46" h="245">
                    <a:moveTo>
                      <a:pt x="123" y="5"/>
                    </a:moveTo>
                    <a:lnTo>
                      <a:pt x="99" y="8"/>
                    </a:lnTo>
                    <a:lnTo>
                      <a:pt x="77" y="14"/>
                    </a:lnTo>
                    <a:lnTo>
                      <a:pt x="57" y="25"/>
                    </a:lnTo>
                    <a:lnTo>
                      <a:pt x="40" y="39"/>
                    </a:lnTo>
                    <a:lnTo>
                      <a:pt x="25" y="57"/>
                    </a:lnTo>
                    <a:lnTo>
                      <a:pt x="15" y="76"/>
                    </a:lnTo>
                    <a:lnTo>
                      <a:pt x="8" y="98"/>
                    </a:lnTo>
                    <a:lnTo>
                      <a:pt x="6" y="122"/>
                    </a:lnTo>
                    <a:lnTo>
                      <a:pt x="8" y="145"/>
                    </a:lnTo>
                    <a:lnTo>
                      <a:pt x="15" y="168"/>
                    </a:lnTo>
                    <a:lnTo>
                      <a:pt x="25" y="188"/>
                    </a:lnTo>
                    <a:lnTo>
                      <a:pt x="40" y="205"/>
                    </a:lnTo>
                    <a:lnTo>
                      <a:pt x="57" y="219"/>
                    </a:lnTo>
                    <a:lnTo>
                      <a:pt x="77" y="230"/>
                    </a:lnTo>
                    <a:lnTo>
                      <a:pt x="99" y="237"/>
                    </a:lnTo>
                    <a:lnTo>
                      <a:pt x="123" y="240"/>
                    </a:lnTo>
                    <a:lnTo>
                      <a:pt x="147" y="237"/>
                    </a:lnTo>
                    <a:lnTo>
                      <a:pt x="169" y="230"/>
                    </a:lnTo>
                    <a:lnTo>
                      <a:pt x="189" y="219"/>
                    </a:lnTo>
                    <a:lnTo>
                      <a:pt x="206" y="205"/>
                    </a:lnTo>
                    <a:lnTo>
                      <a:pt x="221" y="188"/>
                    </a:lnTo>
                    <a:lnTo>
                      <a:pt x="231" y="168"/>
                    </a:lnTo>
                    <a:lnTo>
                      <a:pt x="238" y="145"/>
                    </a:lnTo>
                    <a:lnTo>
                      <a:pt x="240" y="122"/>
                    </a:lnTo>
                    <a:lnTo>
                      <a:pt x="238" y="98"/>
                    </a:lnTo>
                    <a:lnTo>
                      <a:pt x="231" y="76"/>
                    </a:lnTo>
                    <a:lnTo>
                      <a:pt x="221" y="57"/>
                    </a:lnTo>
                    <a:lnTo>
                      <a:pt x="206" y="39"/>
                    </a:lnTo>
                    <a:lnTo>
                      <a:pt x="189" y="25"/>
                    </a:lnTo>
                    <a:lnTo>
                      <a:pt x="169" y="14"/>
                    </a:lnTo>
                    <a:lnTo>
                      <a:pt x="147" y="8"/>
                    </a:lnTo>
                    <a:lnTo>
                      <a:pt x="123" y="5"/>
                    </a:lnTo>
                    <a:close/>
                    <a:moveTo>
                      <a:pt x="123" y="0"/>
                    </a:moveTo>
                    <a:lnTo>
                      <a:pt x="152" y="2"/>
                    </a:lnTo>
                    <a:lnTo>
                      <a:pt x="177" y="11"/>
                    </a:lnTo>
                    <a:lnTo>
                      <a:pt x="200" y="26"/>
                    </a:lnTo>
                    <a:lnTo>
                      <a:pt x="220" y="45"/>
                    </a:lnTo>
                    <a:lnTo>
                      <a:pt x="233" y="68"/>
                    </a:lnTo>
                    <a:lnTo>
                      <a:pt x="243" y="94"/>
                    </a:lnTo>
                    <a:lnTo>
                      <a:pt x="246" y="122"/>
                    </a:lnTo>
                    <a:lnTo>
                      <a:pt x="243" y="150"/>
                    </a:lnTo>
                    <a:lnTo>
                      <a:pt x="233" y="176"/>
                    </a:lnTo>
                    <a:lnTo>
                      <a:pt x="220" y="199"/>
                    </a:lnTo>
                    <a:lnTo>
                      <a:pt x="200" y="218"/>
                    </a:lnTo>
                    <a:lnTo>
                      <a:pt x="177" y="233"/>
                    </a:lnTo>
                    <a:lnTo>
                      <a:pt x="152" y="242"/>
                    </a:lnTo>
                    <a:lnTo>
                      <a:pt x="123" y="245"/>
                    </a:lnTo>
                    <a:lnTo>
                      <a:pt x="94" y="242"/>
                    </a:lnTo>
                    <a:lnTo>
                      <a:pt x="69" y="233"/>
                    </a:lnTo>
                    <a:lnTo>
                      <a:pt x="46" y="218"/>
                    </a:lnTo>
                    <a:lnTo>
                      <a:pt x="26" y="199"/>
                    </a:lnTo>
                    <a:lnTo>
                      <a:pt x="13" y="176"/>
                    </a:lnTo>
                    <a:lnTo>
                      <a:pt x="3" y="150"/>
                    </a:lnTo>
                    <a:lnTo>
                      <a:pt x="0" y="122"/>
                    </a:lnTo>
                    <a:lnTo>
                      <a:pt x="3" y="94"/>
                    </a:lnTo>
                    <a:lnTo>
                      <a:pt x="13" y="68"/>
                    </a:lnTo>
                    <a:lnTo>
                      <a:pt x="26" y="45"/>
                    </a:lnTo>
                    <a:lnTo>
                      <a:pt x="46" y="26"/>
                    </a:lnTo>
                    <a:lnTo>
                      <a:pt x="69" y="11"/>
                    </a:lnTo>
                    <a:lnTo>
                      <a:pt x="94" y="2"/>
                    </a:lnTo>
                    <a:lnTo>
                      <a:pt x="1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20">
                <a:extLst>
                  <a:ext uri="{FF2B5EF4-FFF2-40B4-BE49-F238E27FC236}">
                    <a16:creationId xmlns:a16="http://schemas.microsoft.com/office/drawing/2014/main" xmlns="" id="{8D261C50-D1CC-481F-9074-05653C5E80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7363" y="1825626"/>
                <a:ext cx="171450" cy="31750"/>
              </a:xfrm>
              <a:custGeom>
                <a:avLst/>
                <a:gdLst>
                  <a:gd name="T0" fmla="*/ 105 w 108"/>
                  <a:gd name="T1" fmla="*/ 0 h 20"/>
                  <a:gd name="T2" fmla="*/ 108 w 108"/>
                  <a:gd name="T3" fmla="*/ 5 h 20"/>
                  <a:gd name="T4" fmla="*/ 95 w 108"/>
                  <a:gd name="T5" fmla="*/ 13 h 20"/>
                  <a:gd name="T6" fmla="*/ 78 w 108"/>
                  <a:gd name="T7" fmla="*/ 17 h 20"/>
                  <a:gd name="T8" fmla="*/ 57 w 108"/>
                  <a:gd name="T9" fmla="*/ 20 h 20"/>
                  <a:gd name="T10" fmla="*/ 57 w 108"/>
                  <a:gd name="T11" fmla="*/ 20 h 20"/>
                  <a:gd name="T12" fmla="*/ 54 w 108"/>
                  <a:gd name="T13" fmla="*/ 20 h 20"/>
                  <a:gd name="T14" fmla="*/ 32 w 108"/>
                  <a:gd name="T15" fmla="*/ 17 h 20"/>
                  <a:gd name="T16" fmla="*/ 14 w 108"/>
                  <a:gd name="T17" fmla="*/ 13 h 20"/>
                  <a:gd name="T18" fmla="*/ 0 w 108"/>
                  <a:gd name="T19" fmla="*/ 5 h 20"/>
                  <a:gd name="T20" fmla="*/ 3 w 108"/>
                  <a:gd name="T21" fmla="*/ 1 h 20"/>
                  <a:gd name="T22" fmla="*/ 15 w 108"/>
                  <a:gd name="T23" fmla="*/ 7 h 20"/>
                  <a:gd name="T24" fmla="*/ 33 w 108"/>
                  <a:gd name="T25" fmla="*/ 11 h 20"/>
                  <a:gd name="T26" fmla="*/ 54 w 108"/>
                  <a:gd name="T27" fmla="*/ 14 h 20"/>
                  <a:gd name="T28" fmla="*/ 54 w 108"/>
                  <a:gd name="T29" fmla="*/ 14 h 20"/>
                  <a:gd name="T30" fmla="*/ 75 w 108"/>
                  <a:gd name="T31" fmla="*/ 11 h 20"/>
                  <a:gd name="T32" fmla="*/ 92 w 108"/>
                  <a:gd name="T33" fmla="*/ 7 h 20"/>
                  <a:gd name="T34" fmla="*/ 105 w 108"/>
                  <a:gd name="T3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8" h="20">
                    <a:moveTo>
                      <a:pt x="105" y="0"/>
                    </a:moveTo>
                    <a:lnTo>
                      <a:pt x="108" y="5"/>
                    </a:lnTo>
                    <a:lnTo>
                      <a:pt x="95" y="13"/>
                    </a:lnTo>
                    <a:lnTo>
                      <a:pt x="78" y="17"/>
                    </a:lnTo>
                    <a:lnTo>
                      <a:pt x="57" y="20"/>
                    </a:lnTo>
                    <a:lnTo>
                      <a:pt x="57" y="20"/>
                    </a:lnTo>
                    <a:lnTo>
                      <a:pt x="54" y="20"/>
                    </a:lnTo>
                    <a:lnTo>
                      <a:pt x="32" y="17"/>
                    </a:lnTo>
                    <a:lnTo>
                      <a:pt x="14" y="13"/>
                    </a:lnTo>
                    <a:lnTo>
                      <a:pt x="0" y="5"/>
                    </a:lnTo>
                    <a:lnTo>
                      <a:pt x="3" y="1"/>
                    </a:lnTo>
                    <a:lnTo>
                      <a:pt x="15" y="7"/>
                    </a:lnTo>
                    <a:lnTo>
                      <a:pt x="33" y="11"/>
                    </a:lnTo>
                    <a:lnTo>
                      <a:pt x="54" y="14"/>
                    </a:lnTo>
                    <a:lnTo>
                      <a:pt x="54" y="14"/>
                    </a:lnTo>
                    <a:lnTo>
                      <a:pt x="75" y="11"/>
                    </a:lnTo>
                    <a:lnTo>
                      <a:pt x="92" y="7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Freeform 21">
                <a:extLst>
                  <a:ext uri="{FF2B5EF4-FFF2-40B4-BE49-F238E27FC236}">
                    <a16:creationId xmlns:a16="http://schemas.microsoft.com/office/drawing/2014/main" xmlns="" id="{5E9F921B-912A-4A22-8E89-DF3A167219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4975" y="1863726"/>
                <a:ext cx="279400" cy="42863"/>
              </a:xfrm>
              <a:custGeom>
                <a:avLst/>
                <a:gdLst>
                  <a:gd name="T0" fmla="*/ 172 w 176"/>
                  <a:gd name="T1" fmla="*/ 0 h 27"/>
                  <a:gd name="T2" fmla="*/ 176 w 176"/>
                  <a:gd name="T3" fmla="*/ 5 h 27"/>
                  <a:gd name="T4" fmla="*/ 157 w 176"/>
                  <a:gd name="T5" fmla="*/ 14 h 27"/>
                  <a:gd name="T6" fmla="*/ 136 w 176"/>
                  <a:gd name="T7" fmla="*/ 21 h 27"/>
                  <a:gd name="T8" fmla="*/ 112 w 176"/>
                  <a:gd name="T9" fmla="*/ 24 h 27"/>
                  <a:gd name="T10" fmla="*/ 87 w 176"/>
                  <a:gd name="T11" fmla="*/ 27 h 27"/>
                  <a:gd name="T12" fmla="*/ 62 w 176"/>
                  <a:gd name="T13" fmla="*/ 24 h 27"/>
                  <a:gd name="T14" fmla="*/ 37 w 176"/>
                  <a:gd name="T15" fmla="*/ 21 h 27"/>
                  <a:gd name="T16" fmla="*/ 17 w 176"/>
                  <a:gd name="T17" fmla="*/ 14 h 27"/>
                  <a:gd name="T18" fmla="*/ 0 w 176"/>
                  <a:gd name="T19" fmla="*/ 6 h 27"/>
                  <a:gd name="T20" fmla="*/ 2 w 176"/>
                  <a:gd name="T21" fmla="*/ 0 h 27"/>
                  <a:gd name="T22" fmla="*/ 19 w 176"/>
                  <a:gd name="T23" fmla="*/ 9 h 27"/>
                  <a:gd name="T24" fmla="*/ 39 w 176"/>
                  <a:gd name="T25" fmla="*/ 15 h 27"/>
                  <a:gd name="T26" fmla="*/ 62 w 176"/>
                  <a:gd name="T27" fmla="*/ 20 h 27"/>
                  <a:gd name="T28" fmla="*/ 87 w 176"/>
                  <a:gd name="T29" fmla="*/ 21 h 27"/>
                  <a:gd name="T30" fmla="*/ 112 w 176"/>
                  <a:gd name="T31" fmla="*/ 20 h 27"/>
                  <a:gd name="T32" fmla="*/ 135 w 176"/>
                  <a:gd name="T33" fmla="*/ 15 h 27"/>
                  <a:gd name="T34" fmla="*/ 155 w 176"/>
                  <a:gd name="T35" fmla="*/ 8 h 27"/>
                  <a:gd name="T36" fmla="*/ 172 w 176"/>
                  <a:gd name="T3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76" h="27">
                    <a:moveTo>
                      <a:pt x="172" y="0"/>
                    </a:moveTo>
                    <a:lnTo>
                      <a:pt x="176" y="5"/>
                    </a:lnTo>
                    <a:lnTo>
                      <a:pt x="157" y="14"/>
                    </a:lnTo>
                    <a:lnTo>
                      <a:pt x="136" y="21"/>
                    </a:lnTo>
                    <a:lnTo>
                      <a:pt x="112" y="24"/>
                    </a:lnTo>
                    <a:lnTo>
                      <a:pt x="87" y="27"/>
                    </a:lnTo>
                    <a:lnTo>
                      <a:pt x="62" y="24"/>
                    </a:lnTo>
                    <a:lnTo>
                      <a:pt x="37" y="21"/>
                    </a:lnTo>
                    <a:lnTo>
                      <a:pt x="17" y="14"/>
                    </a:lnTo>
                    <a:lnTo>
                      <a:pt x="0" y="6"/>
                    </a:lnTo>
                    <a:lnTo>
                      <a:pt x="2" y="0"/>
                    </a:lnTo>
                    <a:lnTo>
                      <a:pt x="19" y="9"/>
                    </a:lnTo>
                    <a:lnTo>
                      <a:pt x="39" y="15"/>
                    </a:lnTo>
                    <a:lnTo>
                      <a:pt x="62" y="20"/>
                    </a:lnTo>
                    <a:lnTo>
                      <a:pt x="87" y="21"/>
                    </a:lnTo>
                    <a:lnTo>
                      <a:pt x="112" y="20"/>
                    </a:lnTo>
                    <a:lnTo>
                      <a:pt x="135" y="15"/>
                    </a:lnTo>
                    <a:lnTo>
                      <a:pt x="155" y="8"/>
                    </a:lnTo>
                    <a:lnTo>
                      <a:pt x="17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Freeform 22">
                <a:extLst>
                  <a:ext uri="{FF2B5EF4-FFF2-40B4-BE49-F238E27FC236}">
                    <a16:creationId xmlns:a16="http://schemas.microsoft.com/office/drawing/2014/main" xmlns="" id="{FB684B77-D72A-433B-AE06-38BF0C03DB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150" y="2135188"/>
                <a:ext cx="269875" cy="38100"/>
              </a:xfrm>
              <a:custGeom>
                <a:avLst/>
                <a:gdLst>
                  <a:gd name="T0" fmla="*/ 168 w 170"/>
                  <a:gd name="T1" fmla="*/ 0 h 24"/>
                  <a:gd name="T2" fmla="*/ 170 w 170"/>
                  <a:gd name="T3" fmla="*/ 5 h 24"/>
                  <a:gd name="T4" fmla="*/ 153 w 170"/>
                  <a:gd name="T5" fmla="*/ 13 h 24"/>
                  <a:gd name="T6" fmla="*/ 132 w 170"/>
                  <a:gd name="T7" fmla="*/ 19 h 24"/>
                  <a:gd name="T8" fmla="*/ 109 w 170"/>
                  <a:gd name="T9" fmla="*/ 23 h 24"/>
                  <a:gd name="T10" fmla="*/ 85 w 170"/>
                  <a:gd name="T11" fmla="*/ 24 h 24"/>
                  <a:gd name="T12" fmla="*/ 53 w 170"/>
                  <a:gd name="T13" fmla="*/ 22 h 24"/>
                  <a:gd name="T14" fmla="*/ 24 w 170"/>
                  <a:gd name="T15" fmla="*/ 15 h 24"/>
                  <a:gd name="T16" fmla="*/ 0 w 170"/>
                  <a:gd name="T17" fmla="*/ 5 h 24"/>
                  <a:gd name="T18" fmla="*/ 2 w 170"/>
                  <a:gd name="T19" fmla="*/ 0 h 24"/>
                  <a:gd name="T20" fmla="*/ 25 w 170"/>
                  <a:gd name="T21" fmla="*/ 9 h 24"/>
                  <a:gd name="T22" fmla="*/ 54 w 170"/>
                  <a:gd name="T23" fmla="*/ 16 h 24"/>
                  <a:gd name="T24" fmla="*/ 85 w 170"/>
                  <a:gd name="T25" fmla="*/ 19 h 24"/>
                  <a:gd name="T26" fmla="*/ 117 w 170"/>
                  <a:gd name="T27" fmla="*/ 16 h 24"/>
                  <a:gd name="T28" fmla="*/ 145 w 170"/>
                  <a:gd name="T29" fmla="*/ 9 h 24"/>
                  <a:gd name="T30" fmla="*/ 168 w 170"/>
                  <a:gd name="T3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70" h="24">
                    <a:moveTo>
                      <a:pt x="168" y="0"/>
                    </a:moveTo>
                    <a:lnTo>
                      <a:pt x="170" y="5"/>
                    </a:lnTo>
                    <a:lnTo>
                      <a:pt x="153" y="13"/>
                    </a:lnTo>
                    <a:lnTo>
                      <a:pt x="132" y="19"/>
                    </a:lnTo>
                    <a:lnTo>
                      <a:pt x="109" y="23"/>
                    </a:lnTo>
                    <a:lnTo>
                      <a:pt x="85" y="24"/>
                    </a:lnTo>
                    <a:lnTo>
                      <a:pt x="53" y="22"/>
                    </a:lnTo>
                    <a:lnTo>
                      <a:pt x="24" y="15"/>
                    </a:lnTo>
                    <a:lnTo>
                      <a:pt x="0" y="5"/>
                    </a:lnTo>
                    <a:lnTo>
                      <a:pt x="2" y="0"/>
                    </a:lnTo>
                    <a:lnTo>
                      <a:pt x="25" y="9"/>
                    </a:lnTo>
                    <a:lnTo>
                      <a:pt x="54" y="16"/>
                    </a:lnTo>
                    <a:lnTo>
                      <a:pt x="85" y="19"/>
                    </a:lnTo>
                    <a:lnTo>
                      <a:pt x="117" y="16"/>
                    </a:lnTo>
                    <a:lnTo>
                      <a:pt x="145" y="9"/>
                    </a:lnTo>
                    <a:lnTo>
                      <a:pt x="16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 23">
                <a:extLst>
                  <a:ext uri="{FF2B5EF4-FFF2-40B4-BE49-F238E27FC236}">
                    <a16:creationId xmlns:a16="http://schemas.microsoft.com/office/drawing/2014/main" xmlns="" id="{3B997F50-9FBF-4F53-8504-BAF0CB212B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1638" y="2084388"/>
                <a:ext cx="342900" cy="39688"/>
              </a:xfrm>
              <a:custGeom>
                <a:avLst/>
                <a:gdLst>
                  <a:gd name="T0" fmla="*/ 214 w 216"/>
                  <a:gd name="T1" fmla="*/ 0 h 25"/>
                  <a:gd name="T2" fmla="*/ 216 w 216"/>
                  <a:gd name="T3" fmla="*/ 5 h 25"/>
                  <a:gd name="T4" fmla="*/ 184 w 216"/>
                  <a:gd name="T5" fmla="*/ 16 h 25"/>
                  <a:gd name="T6" fmla="*/ 147 w 216"/>
                  <a:gd name="T7" fmla="*/ 22 h 25"/>
                  <a:gd name="T8" fmla="*/ 108 w 216"/>
                  <a:gd name="T9" fmla="*/ 25 h 25"/>
                  <a:gd name="T10" fmla="*/ 108 w 216"/>
                  <a:gd name="T11" fmla="*/ 25 h 25"/>
                  <a:gd name="T12" fmla="*/ 69 w 216"/>
                  <a:gd name="T13" fmla="*/ 22 h 25"/>
                  <a:gd name="T14" fmla="*/ 32 w 216"/>
                  <a:gd name="T15" fmla="*/ 16 h 25"/>
                  <a:gd name="T16" fmla="*/ 0 w 216"/>
                  <a:gd name="T17" fmla="*/ 6 h 25"/>
                  <a:gd name="T18" fmla="*/ 2 w 216"/>
                  <a:gd name="T19" fmla="*/ 0 h 25"/>
                  <a:gd name="T20" fmla="*/ 33 w 216"/>
                  <a:gd name="T21" fmla="*/ 10 h 25"/>
                  <a:gd name="T22" fmla="*/ 69 w 216"/>
                  <a:gd name="T23" fmla="*/ 17 h 25"/>
                  <a:gd name="T24" fmla="*/ 108 w 216"/>
                  <a:gd name="T25" fmla="*/ 20 h 25"/>
                  <a:gd name="T26" fmla="*/ 108 w 216"/>
                  <a:gd name="T27" fmla="*/ 20 h 25"/>
                  <a:gd name="T28" fmla="*/ 147 w 216"/>
                  <a:gd name="T29" fmla="*/ 17 h 25"/>
                  <a:gd name="T30" fmla="*/ 183 w 216"/>
                  <a:gd name="T31" fmla="*/ 10 h 25"/>
                  <a:gd name="T32" fmla="*/ 214 w 216"/>
                  <a:gd name="T33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6" h="25">
                    <a:moveTo>
                      <a:pt x="214" y="0"/>
                    </a:moveTo>
                    <a:lnTo>
                      <a:pt x="216" y="5"/>
                    </a:lnTo>
                    <a:lnTo>
                      <a:pt x="184" y="16"/>
                    </a:lnTo>
                    <a:lnTo>
                      <a:pt x="147" y="22"/>
                    </a:lnTo>
                    <a:lnTo>
                      <a:pt x="108" y="25"/>
                    </a:lnTo>
                    <a:lnTo>
                      <a:pt x="108" y="25"/>
                    </a:lnTo>
                    <a:lnTo>
                      <a:pt x="69" y="22"/>
                    </a:lnTo>
                    <a:lnTo>
                      <a:pt x="32" y="16"/>
                    </a:lnTo>
                    <a:lnTo>
                      <a:pt x="0" y="6"/>
                    </a:lnTo>
                    <a:lnTo>
                      <a:pt x="2" y="0"/>
                    </a:lnTo>
                    <a:lnTo>
                      <a:pt x="33" y="10"/>
                    </a:lnTo>
                    <a:lnTo>
                      <a:pt x="69" y="17"/>
                    </a:lnTo>
                    <a:lnTo>
                      <a:pt x="108" y="20"/>
                    </a:lnTo>
                    <a:lnTo>
                      <a:pt x="108" y="20"/>
                    </a:lnTo>
                    <a:lnTo>
                      <a:pt x="147" y="17"/>
                    </a:lnTo>
                    <a:lnTo>
                      <a:pt x="183" y="10"/>
                    </a:lnTo>
                    <a:lnTo>
                      <a:pt x="21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Freeform 24">
                <a:extLst>
                  <a:ext uri="{FF2B5EF4-FFF2-40B4-BE49-F238E27FC236}">
                    <a16:creationId xmlns:a16="http://schemas.microsoft.com/office/drawing/2014/main" xmlns="" id="{1DFB26F6-3868-47D3-8EBC-F68D11EAE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1638" y="1912938"/>
                <a:ext cx="342900" cy="44450"/>
              </a:xfrm>
              <a:custGeom>
                <a:avLst/>
                <a:gdLst>
                  <a:gd name="T0" fmla="*/ 214 w 216"/>
                  <a:gd name="T1" fmla="*/ 0 h 28"/>
                  <a:gd name="T2" fmla="*/ 214 w 216"/>
                  <a:gd name="T3" fmla="*/ 0 h 28"/>
                  <a:gd name="T4" fmla="*/ 216 w 216"/>
                  <a:gd name="T5" fmla="*/ 6 h 28"/>
                  <a:gd name="T6" fmla="*/ 192 w 216"/>
                  <a:gd name="T7" fmla="*/ 14 h 28"/>
                  <a:gd name="T8" fmla="*/ 165 w 216"/>
                  <a:gd name="T9" fmla="*/ 22 h 28"/>
                  <a:gd name="T10" fmla="*/ 138 w 216"/>
                  <a:gd name="T11" fmla="*/ 27 h 28"/>
                  <a:gd name="T12" fmla="*/ 108 w 216"/>
                  <a:gd name="T13" fmla="*/ 28 h 28"/>
                  <a:gd name="T14" fmla="*/ 108 w 216"/>
                  <a:gd name="T15" fmla="*/ 28 h 28"/>
                  <a:gd name="T16" fmla="*/ 78 w 216"/>
                  <a:gd name="T17" fmla="*/ 27 h 28"/>
                  <a:gd name="T18" fmla="*/ 49 w 216"/>
                  <a:gd name="T19" fmla="*/ 22 h 28"/>
                  <a:gd name="T20" fmla="*/ 24 w 216"/>
                  <a:gd name="T21" fmla="*/ 14 h 28"/>
                  <a:gd name="T22" fmla="*/ 0 w 216"/>
                  <a:gd name="T23" fmla="*/ 6 h 28"/>
                  <a:gd name="T24" fmla="*/ 2 w 216"/>
                  <a:gd name="T25" fmla="*/ 0 h 28"/>
                  <a:gd name="T26" fmla="*/ 25 w 216"/>
                  <a:gd name="T27" fmla="*/ 9 h 28"/>
                  <a:gd name="T28" fmla="*/ 52 w 216"/>
                  <a:gd name="T29" fmla="*/ 16 h 28"/>
                  <a:gd name="T30" fmla="*/ 78 w 216"/>
                  <a:gd name="T31" fmla="*/ 21 h 28"/>
                  <a:gd name="T32" fmla="*/ 108 w 216"/>
                  <a:gd name="T33" fmla="*/ 22 h 28"/>
                  <a:gd name="T34" fmla="*/ 108 w 216"/>
                  <a:gd name="T35" fmla="*/ 22 h 28"/>
                  <a:gd name="T36" fmla="*/ 138 w 216"/>
                  <a:gd name="T37" fmla="*/ 21 h 28"/>
                  <a:gd name="T38" fmla="*/ 164 w 216"/>
                  <a:gd name="T39" fmla="*/ 16 h 28"/>
                  <a:gd name="T40" fmla="*/ 191 w 216"/>
                  <a:gd name="T41" fmla="*/ 9 h 28"/>
                  <a:gd name="T42" fmla="*/ 214 w 216"/>
                  <a:gd name="T43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16" h="28">
                    <a:moveTo>
                      <a:pt x="214" y="0"/>
                    </a:moveTo>
                    <a:lnTo>
                      <a:pt x="214" y="0"/>
                    </a:lnTo>
                    <a:lnTo>
                      <a:pt x="216" y="6"/>
                    </a:lnTo>
                    <a:lnTo>
                      <a:pt x="192" y="14"/>
                    </a:lnTo>
                    <a:lnTo>
                      <a:pt x="165" y="22"/>
                    </a:lnTo>
                    <a:lnTo>
                      <a:pt x="138" y="27"/>
                    </a:lnTo>
                    <a:lnTo>
                      <a:pt x="108" y="28"/>
                    </a:lnTo>
                    <a:lnTo>
                      <a:pt x="108" y="28"/>
                    </a:lnTo>
                    <a:lnTo>
                      <a:pt x="78" y="27"/>
                    </a:lnTo>
                    <a:lnTo>
                      <a:pt x="49" y="22"/>
                    </a:lnTo>
                    <a:lnTo>
                      <a:pt x="24" y="14"/>
                    </a:lnTo>
                    <a:lnTo>
                      <a:pt x="0" y="6"/>
                    </a:lnTo>
                    <a:lnTo>
                      <a:pt x="2" y="0"/>
                    </a:lnTo>
                    <a:lnTo>
                      <a:pt x="25" y="9"/>
                    </a:lnTo>
                    <a:lnTo>
                      <a:pt x="52" y="16"/>
                    </a:lnTo>
                    <a:lnTo>
                      <a:pt x="78" y="21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38" y="21"/>
                    </a:lnTo>
                    <a:lnTo>
                      <a:pt x="164" y="16"/>
                    </a:lnTo>
                    <a:lnTo>
                      <a:pt x="191" y="9"/>
                    </a:lnTo>
                    <a:lnTo>
                      <a:pt x="21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Freeform 25">
                <a:extLst>
                  <a:ext uri="{FF2B5EF4-FFF2-40B4-BE49-F238E27FC236}">
                    <a16:creationId xmlns:a16="http://schemas.microsoft.com/office/drawing/2014/main" xmlns="" id="{ED7D4827-CCA2-455A-B6DB-0BE1AF4260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1000" y="2020888"/>
                <a:ext cx="384175" cy="47625"/>
              </a:xfrm>
              <a:custGeom>
                <a:avLst/>
                <a:gdLst>
                  <a:gd name="T0" fmla="*/ 239 w 242"/>
                  <a:gd name="T1" fmla="*/ 0 h 30"/>
                  <a:gd name="T2" fmla="*/ 242 w 242"/>
                  <a:gd name="T3" fmla="*/ 5 h 30"/>
                  <a:gd name="T4" fmla="*/ 215 w 242"/>
                  <a:gd name="T5" fmla="*/ 15 h 30"/>
                  <a:gd name="T6" fmla="*/ 187 w 242"/>
                  <a:gd name="T7" fmla="*/ 23 h 30"/>
                  <a:gd name="T8" fmla="*/ 154 w 242"/>
                  <a:gd name="T9" fmla="*/ 29 h 30"/>
                  <a:gd name="T10" fmla="*/ 121 w 242"/>
                  <a:gd name="T11" fmla="*/ 30 h 30"/>
                  <a:gd name="T12" fmla="*/ 88 w 242"/>
                  <a:gd name="T13" fmla="*/ 29 h 30"/>
                  <a:gd name="T14" fmla="*/ 55 w 242"/>
                  <a:gd name="T15" fmla="*/ 23 h 30"/>
                  <a:gd name="T16" fmla="*/ 27 w 242"/>
                  <a:gd name="T17" fmla="*/ 15 h 30"/>
                  <a:gd name="T18" fmla="*/ 0 w 242"/>
                  <a:gd name="T19" fmla="*/ 5 h 30"/>
                  <a:gd name="T20" fmla="*/ 2 w 242"/>
                  <a:gd name="T21" fmla="*/ 0 h 30"/>
                  <a:gd name="T22" fmla="*/ 28 w 242"/>
                  <a:gd name="T23" fmla="*/ 10 h 30"/>
                  <a:gd name="T24" fmla="*/ 57 w 242"/>
                  <a:gd name="T25" fmla="*/ 17 h 30"/>
                  <a:gd name="T26" fmla="*/ 88 w 242"/>
                  <a:gd name="T27" fmla="*/ 23 h 30"/>
                  <a:gd name="T28" fmla="*/ 121 w 242"/>
                  <a:gd name="T29" fmla="*/ 24 h 30"/>
                  <a:gd name="T30" fmla="*/ 154 w 242"/>
                  <a:gd name="T31" fmla="*/ 23 h 30"/>
                  <a:gd name="T32" fmla="*/ 185 w 242"/>
                  <a:gd name="T33" fmla="*/ 17 h 30"/>
                  <a:gd name="T34" fmla="*/ 214 w 242"/>
                  <a:gd name="T35" fmla="*/ 10 h 30"/>
                  <a:gd name="T36" fmla="*/ 239 w 242"/>
                  <a:gd name="T3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42" h="30">
                    <a:moveTo>
                      <a:pt x="239" y="0"/>
                    </a:moveTo>
                    <a:lnTo>
                      <a:pt x="242" y="5"/>
                    </a:lnTo>
                    <a:lnTo>
                      <a:pt x="215" y="15"/>
                    </a:lnTo>
                    <a:lnTo>
                      <a:pt x="187" y="23"/>
                    </a:lnTo>
                    <a:lnTo>
                      <a:pt x="154" y="29"/>
                    </a:lnTo>
                    <a:lnTo>
                      <a:pt x="121" y="30"/>
                    </a:lnTo>
                    <a:lnTo>
                      <a:pt x="88" y="29"/>
                    </a:lnTo>
                    <a:lnTo>
                      <a:pt x="55" y="23"/>
                    </a:lnTo>
                    <a:lnTo>
                      <a:pt x="27" y="15"/>
                    </a:lnTo>
                    <a:lnTo>
                      <a:pt x="0" y="5"/>
                    </a:lnTo>
                    <a:lnTo>
                      <a:pt x="2" y="0"/>
                    </a:lnTo>
                    <a:lnTo>
                      <a:pt x="28" y="10"/>
                    </a:lnTo>
                    <a:lnTo>
                      <a:pt x="57" y="17"/>
                    </a:lnTo>
                    <a:lnTo>
                      <a:pt x="88" y="23"/>
                    </a:lnTo>
                    <a:lnTo>
                      <a:pt x="121" y="24"/>
                    </a:lnTo>
                    <a:lnTo>
                      <a:pt x="154" y="23"/>
                    </a:lnTo>
                    <a:lnTo>
                      <a:pt x="185" y="17"/>
                    </a:lnTo>
                    <a:lnTo>
                      <a:pt x="214" y="10"/>
                    </a:lnTo>
                    <a:lnTo>
                      <a:pt x="23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 26">
                <a:extLst>
                  <a:ext uri="{FF2B5EF4-FFF2-40B4-BE49-F238E27FC236}">
                    <a16:creationId xmlns:a16="http://schemas.microsoft.com/office/drawing/2014/main" xmlns="" id="{5C1E8B5C-4059-4F87-B8B7-4C004F2B86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2588" y="1968501"/>
                <a:ext cx="381000" cy="39688"/>
              </a:xfrm>
              <a:custGeom>
                <a:avLst/>
                <a:gdLst>
                  <a:gd name="T0" fmla="*/ 237 w 240"/>
                  <a:gd name="T1" fmla="*/ 0 h 25"/>
                  <a:gd name="T2" fmla="*/ 237 w 240"/>
                  <a:gd name="T3" fmla="*/ 0 h 25"/>
                  <a:gd name="T4" fmla="*/ 240 w 240"/>
                  <a:gd name="T5" fmla="*/ 5 h 25"/>
                  <a:gd name="T6" fmla="*/ 203 w 240"/>
                  <a:gd name="T7" fmla="*/ 16 h 25"/>
                  <a:gd name="T8" fmla="*/ 163 w 240"/>
                  <a:gd name="T9" fmla="*/ 23 h 25"/>
                  <a:gd name="T10" fmla="*/ 120 w 240"/>
                  <a:gd name="T11" fmla="*/ 25 h 25"/>
                  <a:gd name="T12" fmla="*/ 77 w 240"/>
                  <a:gd name="T13" fmla="*/ 23 h 25"/>
                  <a:gd name="T14" fmla="*/ 37 w 240"/>
                  <a:gd name="T15" fmla="*/ 16 h 25"/>
                  <a:gd name="T16" fmla="*/ 0 w 240"/>
                  <a:gd name="T17" fmla="*/ 5 h 25"/>
                  <a:gd name="T18" fmla="*/ 3 w 240"/>
                  <a:gd name="T19" fmla="*/ 0 h 25"/>
                  <a:gd name="T20" fmla="*/ 38 w 240"/>
                  <a:gd name="T21" fmla="*/ 10 h 25"/>
                  <a:gd name="T22" fmla="*/ 77 w 240"/>
                  <a:gd name="T23" fmla="*/ 17 h 25"/>
                  <a:gd name="T24" fmla="*/ 120 w 240"/>
                  <a:gd name="T25" fmla="*/ 19 h 25"/>
                  <a:gd name="T26" fmla="*/ 163 w 240"/>
                  <a:gd name="T27" fmla="*/ 17 h 25"/>
                  <a:gd name="T28" fmla="*/ 202 w 240"/>
                  <a:gd name="T29" fmla="*/ 10 h 25"/>
                  <a:gd name="T30" fmla="*/ 237 w 240"/>
                  <a:gd name="T3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40" h="25">
                    <a:moveTo>
                      <a:pt x="237" y="0"/>
                    </a:moveTo>
                    <a:lnTo>
                      <a:pt x="237" y="0"/>
                    </a:lnTo>
                    <a:lnTo>
                      <a:pt x="240" y="5"/>
                    </a:lnTo>
                    <a:lnTo>
                      <a:pt x="203" y="16"/>
                    </a:lnTo>
                    <a:lnTo>
                      <a:pt x="163" y="23"/>
                    </a:lnTo>
                    <a:lnTo>
                      <a:pt x="120" y="25"/>
                    </a:lnTo>
                    <a:lnTo>
                      <a:pt x="77" y="23"/>
                    </a:lnTo>
                    <a:lnTo>
                      <a:pt x="37" y="16"/>
                    </a:lnTo>
                    <a:lnTo>
                      <a:pt x="0" y="5"/>
                    </a:lnTo>
                    <a:lnTo>
                      <a:pt x="3" y="0"/>
                    </a:lnTo>
                    <a:lnTo>
                      <a:pt x="38" y="10"/>
                    </a:lnTo>
                    <a:lnTo>
                      <a:pt x="77" y="17"/>
                    </a:lnTo>
                    <a:lnTo>
                      <a:pt x="120" y="19"/>
                    </a:lnTo>
                    <a:lnTo>
                      <a:pt x="163" y="17"/>
                    </a:lnTo>
                    <a:lnTo>
                      <a:pt x="202" y="10"/>
                    </a:lnTo>
                    <a:lnTo>
                      <a:pt x="23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27">
                <a:extLst>
                  <a:ext uri="{FF2B5EF4-FFF2-40B4-BE49-F238E27FC236}">
                    <a16:creationId xmlns:a16="http://schemas.microsoft.com/office/drawing/2014/main" xmlns="" id="{6E396A1B-A7C5-4A30-9A59-924DD20E9C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8638" y="1809751"/>
                <a:ext cx="47625" cy="384175"/>
              </a:xfrm>
              <a:custGeom>
                <a:avLst/>
                <a:gdLst>
                  <a:gd name="T0" fmla="*/ 26 w 30"/>
                  <a:gd name="T1" fmla="*/ 0 h 242"/>
                  <a:gd name="T2" fmla="*/ 30 w 30"/>
                  <a:gd name="T3" fmla="*/ 2 h 242"/>
                  <a:gd name="T4" fmla="*/ 30 w 30"/>
                  <a:gd name="T5" fmla="*/ 3 h 242"/>
                  <a:gd name="T6" fmla="*/ 29 w 30"/>
                  <a:gd name="T7" fmla="*/ 4 h 242"/>
                  <a:gd name="T8" fmla="*/ 28 w 30"/>
                  <a:gd name="T9" fmla="*/ 8 h 242"/>
                  <a:gd name="T10" fmla="*/ 27 w 30"/>
                  <a:gd name="T11" fmla="*/ 11 h 242"/>
                  <a:gd name="T12" fmla="*/ 23 w 30"/>
                  <a:gd name="T13" fmla="*/ 23 h 242"/>
                  <a:gd name="T14" fmla="*/ 19 w 30"/>
                  <a:gd name="T15" fmla="*/ 38 h 242"/>
                  <a:gd name="T16" fmla="*/ 13 w 30"/>
                  <a:gd name="T17" fmla="*/ 62 h 242"/>
                  <a:gd name="T18" fmla="*/ 8 w 30"/>
                  <a:gd name="T19" fmla="*/ 90 h 242"/>
                  <a:gd name="T20" fmla="*/ 6 w 30"/>
                  <a:gd name="T21" fmla="*/ 121 h 242"/>
                  <a:gd name="T22" fmla="*/ 8 w 30"/>
                  <a:gd name="T23" fmla="*/ 149 h 242"/>
                  <a:gd name="T24" fmla="*/ 12 w 30"/>
                  <a:gd name="T25" fmla="*/ 175 h 242"/>
                  <a:gd name="T26" fmla="*/ 16 w 30"/>
                  <a:gd name="T27" fmla="*/ 198 h 242"/>
                  <a:gd name="T28" fmla="*/ 22 w 30"/>
                  <a:gd name="T29" fmla="*/ 217 h 242"/>
                  <a:gd name="T30" fmla="*/ 27 w 30"/>
                  <a:gd name="T31" fmla="*/ 231 h 242"/>
                  <a:gd name="T32" fmla="*/ 28 w 30"/>
                  <a:gd name="T33" fmla="*/ 235 h 242"/>
                  <a:gd name="T34" fmla="*/ 29 w 30"/>
                  <a:gd name="T35" fmla="*/ 237 h 242"/>
                  <a:gd name="T36" fmla="*/ 30 w 30"/>
                  <a:gd name="T37" fmla="*/ 240 h 242"/>
                  <a:gd name="T38" fmla="*/ 30 w 30"/>
                  <a:gd name="T39" fmla="*/ 240 h 242"/>
                  <a:gd name="T40" fmla="*/ 26 w 30"/>
                  <a:gd name="T41" fmla="*/ 242 h 242"/>
                  <a:gd name="T42" fmla="*/ 25 w 30"/>
                  <a:gd name="T43" fmla="*/ 240 h 242"/>
                  <a:gd name="T44" fmla="*/ 21 w 30"/>
                  <a:gd name="T45" fmla="*/ 233 h 242"/>
                  <a:gd name="T46" fmla="*/ 18 w 30"/>
                  <a:gd name="T47" fmla="*/ 221 h 242"/>
                  <a:gd name="T48" fmla="*/ 13 w 30"/>
                  <a:gd name="T49" fmla="*/ 206 h 242"/>
                  <a:gd name="T50" fmla="*/ 8 w 30"/>
                  <a:gd name="T51" fmla="*/ 188 h 242"/>
                  <a:gd name="T52" fmla="*/ 5 w 30"/>
                  <a:gd name="T53" fmla="*/ 169 h 242"/>
                  <a:gd name="T54" fmla="*/ 2 w 30"/>
                  <a:gd name="T55" fmla="*/ 146 h 242"/>
                  <a:gd name="T56" fmla="*/ 0 w 30"/>
                  <a:gd name="T57" fmla="*/ 121 h 242"/>
                  <a:gd name="T58" fmla="*/ 2 w 30"/>
                  <a:gd name="T59" fmla="*/ 97 h 242"/>
                  <a:gd name="T60" fmla="*/ 5 w 30"/>
                  <a:gd name="T61" fmla="*/ 74 h 242"/>
                  <a:gd name="T62" fmla="*/ 8 w 30"/>
                  <a:gd name="T63" fmla="*/ 54 h 242"/>
                  <a:gd name="T64" fmla="*/ 13 w 30"/>
                  <a:gd name="T65" fmla="*/ 36 h 242"/>
                  <a:gd name="T66" fmla="*/ 18 w 30"/>
                  <a:gd name="T67" fmla="*/ 21 h 242"/>
                  <a:gd name="T68" fmla="*/ 21 w 30"/>
                  <a:gd name="T69" fmla="*/ 10 h 242"/>
                  <a:gd name="T70" fmla="*/ 25 w 30"/>
                  <a:gd name="T71" fmla="*/ 2 h 242"/>
                  <a:gd name="T72" fmla="*/ 26 w 30"/>
                  <a:gd name="T73" fmla="*/ 0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0" h="242">
                    <a:moveTo>
                      <a:pt x="26" y="0"/>
                    </a:moveTo>
                    <a:lnTo>
                      <a:pt x="30" y="2"/>
                    </a:lnTo>
                    <a:lnTo>
                      <a:pt x="30" y="3"/>
                    </a:lnTo>
                    <a:lnTo>
                      <a:pt x="29" y="4"/>
                    </a:lnTo>
                    <a:lnTo>
                      <a:pt x="28" y="8"/>
                    </a:lnTo>
                    <a:lnTo>
                      <a:pt x="27" y="11"/>
                    </a:lnTo>
                    <a:lnTo>
                      <a:pt x="23" y="23"/>
                    </a:lnTo>
                    <a:lnTo>
                      <a:pt x="19" y="38"/>
                    </a:lnTo>
                    <a:lnTo>
                      <a:pt x="13" y="62"/>
                    </a:lnTo>
                    <a:lnTo>
                      <a:pt x="8" y="90"/>
                    </a:lnTo>
                    <a:lnTo>
                      <a:pt x="6" y="121"/>
                    </a:lnTo>
                    <a:lnTo>
                      <a:pt x="8" y="149"/>
                    </a:lnTo>
                    <a:lnTo>
                      <a:pt x="12" y="175"/>
                    </a:lnTo>
                    <a:lnTo>
                      <a:pt x="16" y="198"/>
                    </a:lnTo>
                    <a:lnTo>
                      <a:pt x="22" y="217"/>
                    </a:lnTo>
                    <a:lnTo>
                      <a:pt x="27" y="231"/>
                    </a:lnTo>
                    <a:lnTo>
                      <a:pt x="28" y="235"/>
                    </a:lnTo>
                    <a:lnTo>
                      <a:pt x="29" y="237"/>
                    </a:lnTo>
                    <a:lnTo>
                      <a:pt x="30" y="240"/>
                    </a:lnTo>
                    <a:lnTo>
                      <a:pt x="30" y="240"/>
                    </a:lnTo>
                    <a:lnTo>
                      <a:pt x="26" y="242"/>
                    </a:lnTo>
                    <a:lnTo>
                      <a:pt x="25" y="240"/>
                    </a:lnTo>
                    <a:lnTo>
                      <a:pt x="21" y="233"/>
                    </a:lnTo>
                    <a:lnTo>
                      <a:pt x="18" y="221"/>
                    </a:lnTo>
                    <a:lnTo>
                      <a:pt x="13" y="206"/>
                    </a:lnTo>
                    <a:lnTo>
                      <a:pt x="8" y="188"/>
                    </a:lnTo>
                    <a:lnTo>
                      <a:pt x="5" y="169"/>
                    </a:lnTo>
                    <a:lnTo>
                      <a:pt x="2" y="146"/>
                    </a:lnTo>
                    <a:lnTo>
                      <a:pt x="0" y="121"/>
                    </a:lnTo>
                    <a:lnTo>
                      <a:pt x="2" y="97"/>
                    </a:lnTo>
                    <a:lnTo>
                      <a:pt x="5" y="74"/>
                    </a:lnTo>
                    <a:lnTo>
                      <a:pt x="8" y="54"/>
                    </a:lnTo>
                    <a:lnTo>
                      <a:pt x="13" y="36"/>
                    </a:lnTo>
                    <a:lnTo>
                      <a:pt x="18" y="21"/>
                    </a:lnTo>
                    <a:lnTo>
                      <a:pt x="21" y="10"/>
                    </a:lnTo>
                    <a:lnTo>
                      <a:pt x="25" y="2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 28">
                <a:extLst>
                  <a:ext uri="{FF2B5EF4-FFF2-40B4-BE49-F238E27FC236}">
                    <a16:creationId xmlns:a16="http://schemas.microsoft.com/office/drawing/2014/main" xmlns="" id="{9947CC47-8AB6-4B8B-B510-E1293B9E8C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3550" y="1808163"/>
                <a:ext cx="104775" cy="387350"/>
              </a:xfrm>
              <a:custGeom>
                <a:avLst/>
                <a:gdLst>
                  <a:gd name="T0" fmla="*/ 62 w 66"/>
                  <a:gd name="T1" fmla="*/ 0 h 244"/>
                  <a:gd name="T2" fmla="*/ 66 w 66"/>
                  <a:gd name="T3" fmla="*/ 4 h 244"/>
                  <a:gd name="T4" fmla="*/ 64 w 66"/>
                  <a:gd name="T5" fmla="*/ 4 h 244"/>
                  <a:gd name="T6" fmla="*/ 63 w 66"/>
                  <a:gd name="T7" fmla="*/ 6 h 244"/>
                  <a:gd name="T8" fmla="*/ 60 w 66"/>
                  <a:gd name="T9" fmla="*/ 9 h 244"/>
                  <a:gd name="T10" fmla="*/ 56 w 66"/>
                  <a:gd name="T11" fmla="*/ 12 h 244"/>
                  <a:gd name="T12" fmla="*/ 47 w 66"/>
                  <a:gd name="T13" fmla="*/ 21 h 244"/>
                  <a:gd name="T14" fmla="*/ 36 w 66"/>
                  <a:gd name="T15" fmla="*/ 34 h 244"/>
                  <a:gd name="T16" fmla="*/ 25 w 66"/>
                  <a:gd name="T17" fmla="*/ 51 h 244"/>
                  <a:gd name="T18" fmla="*/ 15 w 66"/>
                  <a:gd name="T19" fmla="*/ 72 h 244"/>
                  <a:gd name="T20" fmla="*/ 9 w 66"/>
                  <a:gd name="T21" fmla="*/ 95 h 244"/>
                  <a:gd name="T22" fmla="*/ 6 w 66"/>
                  <a:gd name="T23" fmla="*/ 122 h 244"/>
                  <a:gd name="T24" fmla="*/ 8 w 66"/>
                  <a:gd name="T25" fmla="*/ 150 h 244"/>
                  <a:gd name="T26" fmla="*/ 15 w 66"/>
                  <a:gd name="T27" fmla="*/ 173 h 244"/>
                  <a:gd name="T28" fmla="*/ 24 w 66"/>
                  <a:gd name="T29" fmla="*/ 194 h 244"/>
                  <a:gd name="T30" fmla="*/ 34 w 66"/>
                  <a:gd name="T31" fmla="*/ 210 h 244"/>
                  <a:gd name="T32" fmla="*/ 46 w 66"/>
                  <a:gd name="T33" fmla="*/ 224 h 244"/>
                  <a:gd name="T34" fmla="*/ 55 w 66"/>
                  <a:gd name="T35" fmla="*/ 233 h 244"/>
                  <a:gd name="T36" fmla="*/ 61 w 66"/>
                  <a:gd name="T37" fmla="*/ 238 h 244"/>
                  <a:gd name="T38" fmla="*/ 63 w 66"/>
                  <a:gd name="T39" fmla="*/ 240 h 244"/>
                  <a:gd name="T40" fmla="*/ 63 w 66"/>
                  <a:gd name="T41" fmla="*/ 240 h 244"/>
                  <a:gd name="T42" fmla="*/ 61 w 66"/>
                  <a:gd name="T43" fmla="*/ 244 h 244"/>
                  <a:gd name="T44" fmla="*/ 59 w 66"/>
                  <a:gd name="T45" fmla="*/ 243 h 244"/>
                  <a:gd name="T46" fmla="*/ 53 w 66"/>
                  <a:gd name="T47" fmla="*/ 238 h 244"/>
                  <a:gd name="T48" fmla="*/ 45 w 66"/>
                  <a:gd name="T49" fmla="*/ 230 h 244"/>
                  <a:gd name="T50" fmla="*/ 36 w 66"/>
                  <a:gd name="T51" fmla="*/ 220 h 244"/>
                  <a:gd name="T52" fmla="*/ 25 w 66"/>
                  <a:gd name="T53" fmla="*/ 206 h 244"/>
                  <a:gd name="T54" fmla="*/ 16 w 66"/>
                  <a:gd name="T55" fmla="*/ 190 h 244"/>
                  <a:gd name="T56" fmla="*/ 8 w 66"/>
                  <a:gd name="T57" fmla="*/ 171 h 244"/>
                  <a:gd name="T58" fmla="*/ 2 w 66"/>
                  <a:gd name="T59" fmla="*/ 148 h 244"/>
                  <a:gd name="T60" fmla="*/ 0 w 66"/>
                  <a:gd name="T61" fmla="*/ 122 h 244"/>
                  <a:gd name="T62" fmla="*/ 2 w 66"/>
                  <a:gd name="T63" fmla="*/ 97 h 244"/>
                  <a:gd name="T64" fmla="*/ 8 w 66"/>
                  <a:gd name="T65" fmla="*/ 74 h 244"/>
                  <a:gd name="T66" fmla="*/ 16 w 66"/>
                  <a:gd name="T67" fmla="*/ 55 h 244"/>
                  <a:gd name="T68" fmla="*/ 26 w 66"/>
                  <a:gd name="T69" fmla="*/ 39 h 244"/>
                  <a:gd name="T70" fmla="*/ 37 w 66"/>
                  <a:gd name="T71" fmla="*/ 25 h 244"/>
                  <a:gd name="T72" fmla="*/ 46 w 66"/>
                  <a:gd name="T73" fmla="*/ 13 h 244"/>
                  <a:gd name="T74" fmla="*/ 54 w 66"/>
                  <a:gd name="T75" fmla="*/ 5 h 244"/>
                  <a:gd name="T76" fmla="*/ 60 w 66"/>
                  <a:gd name="T77" fmla="*/ 1 h 244"/>
                  <a:gd name="T78" fmla="*/ 62 w 66"/>
                  <a:gd name="T79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66" h="244">
                    <a:moveTo>
                      <a:pt x="62" y="0"/>
                    </a:moveTo>
                    <a:lnTo>
                      <a:pt x="66" y="4"/>
                    </a:lnTo>
                    <a:lnTo>
                      <a:pt x="64" y="4"/>
                    </a:lnTo>
                    <a:lnTo>
                      <a:pt x="63" y="6"/>
                    </a:lnTo>
                    <a:lnTo>
                      <a:pt x="60" y="9"/>
                    </a:lnTo>
                    <a:lnTo>
                      <a:pt x="56" y="12"/>
                    </a:lnTo>
                    <a:lnTo>
                      <a:pt x="47" y="21"/>
                    </a:lnTo>
                    <a:lnTo>
                      <a:pt x="36" y="34"/>
                    </a:lnTo>
                    <a:lnTo>
                      <a:pt x="25" y="51"/>
                    </a:lnTo>
                    <a:lnTo>
                      <a:pt x="15" y="72"/>
                    </a:lnTo>
                    <a:lnTo>
                      <a:pt x="9" y="95"/>
                    </a:lnTo>
                    <a:lnTo>
                      <a:pt x="6" y="122"/>
                    </a:lnTo>
                    <a:lnTo>
                      <a:pt x="8" y="150"/>
                    </a:lnTo>
                    <a:lnTo>
                      <a:pt x="15" y="173"/>
                    </a:lnTo>
                    <a:lnTo>
                      <a:pt x="24" y="194"/>
                    </a:lnTo>
                    <a:lnTo>
                      <a:pt x="34" y="210"/>
                    </a:lnTo>
                    <a:lnTo>
                      <a:pt x="46" y="224"/>
                    </a:lnTo>
                    <a:lnTo>
                      <a:pt x="55" y="233"/>
                    </a:lnTo>
                    <a:lnTo>
                      <a:pt x="61" y="238"/>
                    </a:lnTo>
                    <a:lnTo>
                      <a:pt x="63" y="240"/>
                    </a:lnTo>
                    <a:lnTo>
                      <a:pt x="63" y="240"/>
                    </a:lnTo>
                    <a:lnTo>
                      <a:pt x="61" y="244"/>
                    </a:lnTo>
                    <a:lnTo>
                      <a:pt x="59" y="243"/>
                    </a:lnTo>
                    <a:lnTo>
                      <a:pt x="53" y="238"/>
                    </a:lnTo>
                    <a:lnTo>
                      <a:pt x="45" y="230"/>
                    </a:lnTo>
                    <a:lnTo>
                      <a:pt x="36" y="220"/>
                    </a:lnTo>
                    <a:lnTo>
                      <a:pt x="25" y="206"/>
                    </a:lnTo>
                    <a:lnTo>
                      <a:pt x="16" y="190"/>
                    </a:lnTo>
                    <a:lnTo>
                      <a:pt x="8" y="171"/>
                    </a:lnTo>
                    <a:lnTo>
                      <a:pt x="2" y="148"/>
                    </a:lnTo>
                    <a:lnTo>
                      <a:pt x="0" y="122"/>
                    </a:lnTo>
                    <a:lnTo>
                      <a:pt x="2" y="97"/>
                    </a:lnTo>
                    <a:lnTo>
                      <a:pt x="8" y="74"/>
                    </a:lnTo>
                    <a:lnTo>
                      <a:pt x="16" y="55"/>
                    </a:lnTo>
                    <a:lnTo>
                      <a:pt x="26" y="39"/>
                    </a:lnTo>
                    <a:lnTo>
                      <a:pt x="37" y="25"/>
                    </a:lnTo>
                    <a:lnTo>
                      <a:pt x="46" y="13"/>
                    </a:lnTo>
                    <a:lnTo>
                      <a:pt x="54" y="5"/>
                    </a:lnTo>
                    <a:lnTo>
                      <a:pt x="60" y="1"/>
                    </a:lnTo>
                    <a:lnTo>
                      <a:pt x="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29">
                <a:extLst>
                  <a:ext uri="{FF2B5EF4-FFF2-40B4-BE49-F238E27FC236}">
                    <a16:creationId xmlns:a16="http://schemas.microsoft.com/office/drawing/2014/main" xmlns="" id="{477D5F6E-3104-4EC4-B3FC-67728AB1D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7988" y="1808163"/>
                <a:ext cx="149225" cy="387350"/>
              </a:xfrm>
              <a:custGeom>
                <a:avLst/>
                <a:gdLst>
                  <a:gd name="T0" fmla="*/ 91 w 94"/>
                  <a:gd name="T1" fmla="*/ 0 h 244"/>
                  <a:gd name="T2" fmla="*/ 94 w 94"/>
                  <a:gd name="T3" fmla="*/ 5 h 244"/>
                  <a:gd name="T4" fmla="*/ 94 w 94"/>
                  <a:gd name="T5" fmla="*/ 5 h 244"/>
                  <a:gd name="T6" fmla="*/ 91 w 94"/>
                  <a:gd name="T7" fmla="*/ 6 h 244"/>
                  <a:gd name="T8" fmla="*/ 90 w 94"/>
                  <a:gd name="T9" fmla="*/ 6 h 244"/>
                  <a:gd name="T10" fmla="*/ 87 w 94"/>
                  <a:gd name="T11" fmla="*/ 9 h 244"/>
                  <a:gd name="T12" fmla="*/ 83 w 94"/>
                  <a:gd name="T13" fmla="*/ 10 h 244"/>
                  <a:gd name="T14" fmla="*/ 80 w 94"/>
                  <a:gd name="T15" fmla="*/ 12 h 244"/>
                  <a:gd name="T16" fmla="*/ 66 w 94"/>
                  <a:gd name="T17" fmla="*/ 20 h 244"/>
                  <a:gd name="T18" fmla="*/ 50 w 94"/>
                  <a:gd name="T19" fmla="*/ 33 h 244"/>
                  <a:gd name="T20" fmla="*/ 37 w 94"/>
                  <a:gd name="T21" fmla="*/ 45 h 244"/>
                  <a:gd name="T22" fmla="*/ 25 w 94"/>
                  <a:gd name="T23" fmla="*/ 60 h 244"/>
                  <a:gd name="T24" fmla="*/ 15 w 94"/>
                  <a:gd name="T25" fmla="*/ 79 h 244"/>
                  <a:gd name="T26" fmla="*/ 8 w 94"/>
                  <a:gd name="T27" fmla="*/ 99 h 244"/>
                  <a:gd name="T28" fmla="*/ 6 w 94"/>
                  <a:gd name="T29" fmla="*/ 122 h 244"/>
                  <a:gd name="T30" fmla="*/ 8 w 94"/>
                  <a:gd name="T31" fmla="*/ 143 h 244"/>
                  <a:gd name="T32" fmla="*/ 13 w 94"/>
                  <a:gd name="T33" fmla="*/ 161 h 244"/>
                  <a:gd name="T34" fmla="*/ 20 w 94"/>
                  <a:gd name="T35" fmla="*/ 178 h 244"/>
                  <a:gd name="T36" fmla="*/ 30 w 94"/>
                  <a:gd name="T37" fmla="*/ 192 h 244"/>
                  <a:gd name="T38" fmla="*/ 41 w 94"/>
                  <a:gd name="T39" fmla="*/ 204 h 244"/>
                  <a:gd name="T40" fmla="*/ 54 w 94"/>
                  <a:gd name="T41" fmla="*/ 217 h 244"/>
                  <a:gd name="T42" fmla="*/ 67 w 94"/>
                  <a:gd name="T43" fmla="*/ 227 h 244"/>
                  <a:gd name="T44" fmla="*/ 79 w 94"/>
                  <a:gd name="T45" fmla="*/ 234 h 244"/>
                  <a:gd name="T46" fmla="*/ 87 w 94"/>
                  <a:gd name="T47" fmla="*/ 237 h 244"/>
                  <a:gd name="T48" fmla="*/ 89 w 94"/>
                  <a:gd name="T49" fmla="*/ 238 h 244"/>
                  <a:gd name="T50" fmla="*/ 90 w 94"/>
                  <a:gd name="T51" fmla="*/ 238 h 244"/>
                  <a:gd name="T52" fmla="*/ 91 w 94"/>
                  <a:gd name="T53" fmla="*/ 238 h 244"/>
                  <a:gd name="T54" fmla="*/ 89 w 94"/>
                  <a:gd name="T55" fmla="*/ 244 h 244"/>
                  <a:gd name="T56" fmla="*/ 86 w 94"/>
                  <a:gd name="T57" fmla="*/ 243 h 244"/>
                  <a:gd name="T58" fmla="*/ 80 w 94"/>
                  <a:gd name="T59" fmla="*/ 240 h 244"/>
                  <a:gd name="T60" fmla="*/ 69 w 94"/>
                  <a:gd name="T61" fmla="*/ 235 h 244"/>
                  <a:gd name="T62" fmla="*/ 58 w 94"/>
                  <a:gd name="T63" fmla="*/ 227 h 244"/>
                  <a:gd name="T64" fmla="*/ 44 w 94"/>
                  <a:gd name="T65" fmla="*/ 217 h 244"/>
                  <a:gd name="T66" fmla="*/ 31 w 94"/>
                  <a:gd name="T67" fmla="*/ 203 h 244"/>
                  <a:gd name="T68" fmla="*/ 20 w 94"/>
                  <a:gd name="T69" fmla="*/ 188 h 244"/>
                  <a:gd name="T70" fmla="*/ 10 w 94"/>
                  <a:gd name="T71" fmla="*/ 168 h 244"/>
                  <a:gd name="T72" fmla="*/ 3 w 94"/>
                  <a:gd name="T73" fmla="*/ 148 h 244"/>
                  <a:gd name="T74" fmla="*/ 0 w 94"/>
                  <a:gd name="T75" fmla="*/ 122 h 244"/>
                  <a:gd name="T76" fmla="*/ 3 w 94"/>
                  <a:gd name="T77" fmla="*/ 97 h 244"/>
                  <a:gd name="T78" fmla="*/ 10 w 94"/>
                  <a:gd name="T79" fmla="*/ 76 h 244"/>
                  <a:gd name="T80" fmla="*/ 20 w 94"/>
                  <a:gd name="T81" fmla="*/ 57 h 244"/>
                  <a:gd name="T82" fmla="*/ 33 w 94"/>
                  <a:gd name="T83" fmla="*/ 41 h 244"/>
                  <a:gd name="T84" fmla="*/ 46 w 94"/>
                  <a:gd name="T85" fmla="*/ 28 h 244"/>
                  <a:gd name="T86" fmla="*/ 59 w 94"/>
                  <a:gd name="T87" fmla="*/ 18 h 244"/>
                  <a:gd name="T88" fmla="*/ 72 w 94"/>
                  <a:gd name="T89" fmla="*/ 10 h 244"/>
                  <a:gd name="T90" fmla="*/ 82 w 94"/>
                  <a:gd name="T91" fmla="*/ 4 h 244"/>
                  <a:gd name="T92" fmla="*/ 89 w 94"/>
                  <a:gd name="T93" fmla="*/ 1 h 244"/>
                  <a:gd name="T94" fmla="*/ 91 w 94"/>
                  <a:gd name="T95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94" h="244">
                    <a:moveTo>
                      <a:pt x="91" y="0"/>
                    </a:moveTo>
                    <a:lnTo>
                      <a:pt x="94" y="5"/>
                    </a:lnTo>
                    <a:lnTo>
                      <a:pt x="94" y="5"/>
                    </a:lnTo>
                    <a:lnTo>
                      <a:pt x="91" y="6"/>
                    </a:lnTo>
                    <a:lnTo>
                      <a:pt x="90" y="6"/>
                    </a:lnTo>
                    <a:lnTo>
                      <a:pt x="87" y="9"/>
                    </a:lnTo>
                    <a:lnTo>
                      <a:pt x="83" y="10"/>
                    </a:lnTo>
                    <a:lnTo>
                      <a:pt x="80" y="12"/>
                    </a:lnTo>
                    <a:lnTo>
                      <a:pt x="66" y="20"/>
                    </a:lnTo>
                    <a:lnTo>
                      <a:pt x="50" y="33"/>
                    </a:lnTo>
                    <a:lnTo>
                      <a:pt x="37" y="45"/>
                    </a:lnTo>
                    <a:lnTo>
                      <a:pt x="25" y="60"/>
                    </a:lnTo>
                    <a:lnTo>
                      <a:pt x="15" y="79"/>
                    </a:lnTo>
                    <a:lnTo>
                      <a:pt x="8" y="99"/>
                    </a:lnTo>
                    <a:lnTo>
                      <a:pt x="6" y="122"/>
                    </a:lnTo>
                    <a:lnTo>
                      <a:pt x="8" y="143"/>
                    </a:lnTo>
                    <a:lnTo>
                      <a:pt x="13" y="161"/>
                    </a:lnTo>
                    <a:lnTo>
                      <a:pt x="20" y="178"/>
                    </a:lnTo>
                    <a:lnTo>
                      <a:pt x="30" y="192"/>
                    </a:lnTo>
                    <a:lnTo>
                      <a:pt x="41" y="204"/>
                    </a:lnTo>
                    <a:lnTo>
                      <a:pt x="54" y="217"/>
                    </a:lnTo>
                    <a:lnTo>
                      <a:pt x="67" y="227"/>
                    </a:lnTo>
                    <a:lnTo>
                      <a:pt x="79" y="234"/>
                    </a:lnTo>
                    <a:lnTo>
                      <a:pt x="87" y="237"/>
                    </a:lnTo>
                    <a:lnTo>
                      <a:pt x="89" y="238"/>
                    </a:lnTo>
                    <a:lnTo>
                      <a:pt x="90" y="238"/>
                    </a:lnTo>
                    <a:lnTo>
                      <a:pt x="91" y="238"/>
                    </a:lnTo>
                    <a:lnTo>
                      <a:pt x="89" y="244"/>
                    </a:lnTo>
                    <a:lnTo>
                      <a:pt x="86" y="243"/>
                    </a:lnTo>
                    <a:lnTo>
                      <a:pt x="80" y="240"/>
                    </a:lnTo>
                    <a:lnTo>
                      <a:pt x="69" y="235"/>
                    </a:lnTo>
                    <a:lnTo>
                      <a:pt x="58" y="227"/>
                    </a:lnTo>
                    <a:lnTo>
                      <a:pt x="44" y="217"/>
                    </a:lnTo>
                    <a:lnTo>
                      <a:pt x="31" y="203"/>
                    </a:lnTo>
                    <a:lnTo>
                      <a:pt x="20" y="188"/>
                    </a:lnTo>
                    <a:lnTo>
                      <a:pt x="10" y="168"/>
                    </a:lnTo>
                    <a:lnTo>
                      <a:pt x="3" y="148"/>
                    </a:lnTo>
                    <a:lnTo>
                      <a:pt x="0" y="122"/>
                    </a:lnTo>
                    <a:lnTo>
                      <a:pt x="3" y="97"/>
                    </a:lnTo>
                    <a:lnTo>
                      <a:pt x="10" y="76"/>
                    </a:lnTo>
                    <a:lnTo>
                      <a:pt x="20" y="57"/>
                    </a:lnTo>
                    <a:lnTo>
                      <a:pt x="33" y="41"/>
                    </a:lnTo>
                    <a:lnTo>
                      <a:pt x="46" y="28"/>
                    </a:lnTo>
                    <a:lnTo>
                      <a:pt x="59" y="18"/>
                    </a:lnTo>
                    <a:lnTo>
                      <a:pt x="72" y="10"/>
                    </a:lnTo>
                    <a:lnTo>
                      <a:pt x="82" y="4"/>
                    </a:lnTo>
                    <a:lnTo>
                      <a:pt x="89" y="1"/>
                    </a:lnTo>
                    <a:lnTo>
                      <a:pt x="9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Freeform 30">
                <a:extLst>
                  <a:ext uri="{FF2B5EF4-FFF2-40B4-BE49-F238E27FC236}">
                    <a16:creationId xmlns:a16="http://schemas.microsoft.com/office/drawing/2014/main" xmlns="" id="{E57E683A-A68F-4699-A6D6-268E863CE1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1500" y="1809751"/>
                <a:ext cx="47625" cy="384175"/>
              </a:xfrm>
              <a:custGeom>
                <a:avLst/>
                <a:gdLst>
                  <a:gd name="T0" fmla="*/ 6 w 30"/>
                  <a:gd name="T1" fmla="*/ 0 h 242"/>
                  <a:gd name="T2" fmla="*/ 7 w 30"/>
                  <a:gd name="T3" fmla="*/ 2 h 242"/>
                  <a:gd name="T4" fmla="*/ 9 w 30"/>
                  <a:gd name="T5" fmla="*/ 10 h 242"/>
                  <a:gd name="T6" fmla="*/ 14 w 30"/>
                  <a:gd name="T7" fmla="*/ 21 h 242"/>
                  <a:gd name="T8" fmla="*/ 17 w 30"/>
                  <a:gd name="T9" fmla="*/ 36 h 242"/>
                  <a:gd name="T10" fmla="*/ 22 w 30"/>
                  <a:gd name="T11" fmla="*/ 55 h 242"/>
                  <a:gd name="T12" fmla="*/ 26 w 30"/>
                  <a:gd name="T13" fmla="*/ 75 h 242"/>
                  <a:gd name="T14" fmla="*/ 29 w 30"/>
                  <a:gd name="T15" fmla="*/ 97 h 242"/>
                  <a:gd name="T16" fmla="*/ 30 w 30"/>
                  <a:gd name="T17" fmla="*/ 121 h 242"/>
                  <a:gd name="T18" fmla="*/ 29 w 30"/>
                  <a:gd name="T19" fmla="*/ 146 h 242"/>
                  <a:gd name="T20" fmla="*/ 26 w 30"/>
                  <a:gd name="T21" fmla="*/ 167 h 242"/>
                  <a:gd name="T22" fmla="*/ 22 w 30"/>
                  <a:gd name="T23" fmla="*/ 188 h 242"/>
                  <a:gd name="T24" fmla="*/ 17 w 30"/>
                  <a:gd name="T25" fmla="*/ 206 h 242"/>
                  <a:gd name="T26" fmla="*/ 14 w 30"/>
                  <a:gd name="T27" fmla="*/ 221 h 242"/>
                  <a:gd name="T28" fmla="*/ 9 w 30"/>
                  <a:gd name="T29" fmla="*/ 233 h 242"/>
                  <a:gd name="T30" fmla="*/ 7 w 30"/>
                  <a:gd name="T31" fmla="*/ 240 h 242"/>
                  <a:gd name="T32" fmla="*/ 6 w 30"/>
                  <a:gd name="T33" fmla="*/ 242 h 242"/>
                  <a:gd name="T34" fmla="*/ 0 w 30"/>
                  <a:gd name="T35" fmla="*/ 240 h 242"/>
                  <a:gd name="T36" fmla="*/ 0 w 30"/>
                  <a:gd name="T37" fmla="*/ 240 h 242"/>
                  <a:gd name="T38" fmla="*/ 1 w 30"/>
                  <a:gd name="T39" fmla="*/ 237 h 242"/>
                  <a:gd name="T40" fmla="*/ 2 w 30"/>
                  <a:gd name="T41" fmla="*/ 235 h 242"/>
                  <a:gd name="T42" fmla="*/ 3 w 30"/>
                  <a:gd name="T43" fmla="*/ 231 h 242"/>
                  <a:gd name="T44" fmla="*/ 8 w 30"/>
                  <a:gd name="T45" fmla="*/ 219 h 242"/>
                  <a:gd name="T46" fmla="*/ 12 w 30"/>
                  <a:gd name="T47" fmla="*/ 204 h 242"/>
                  <a:gd name="T48" fmla="*/ 18 w 30"/>
                  <a:gd name="T49" fmla="*/ 180 h 242"/>
                  <a:gd name="T50" fmla="*/ 23 w 30"/>
                  <a:gd name="T51" fmla="*/ 152 h 242"/>
                  <a:gd name="T52" fmla="*/ 24 w 30"/>
                  <a:gd name="T53" fmla="*/ 121 h 242"/>
                  <a:gd name="T54" fmla="*/ 23 w 30"/>
                  <a:gd name="T55" fmla="*/ 94 h 242"/>
                  <a:gd name="T56" fmla="*/ 19 w 30"/>
                  <a:gd name="T57" fmla="*/ 67 h 242"/>
                  <a:gd name="T58" fmla="*/ 14 w 30"/>
                  <a:gd name="T59" fmla="*/ 44 h 242"/>
                  <a:gd name="T60" fmla="*/ 9 w 30"/>
                  <a:gd name="T61" fmla="*/ 26 h 242"/>
                  <a:gd name="T62" fmla="*/ 3 w 30"/>
                  <a:gd name="T63" fmla="*/ 11 h 242"/>
                  <a:gd name="T64" fmla="*/ 2 w 30"/>
                  <a:gd name="T65" fmla="*/ 8 h 242"/>
                  <a:gd name="T66" fmla="*/ 1 w 30"/>
                  <a:gd name="T67" fmla="*/ 4 h 242"/>
                  <a:gd name="T68" fmla="*/ 0 w 30"/>
                  <a:gd name="T69" fmla="*/ 3 h 242"/>
                  <a:gd name="T70" fmla="*/ 0 w 30"/>
                  <a:gd name="T71" fmla="*/ 2 h 242"/>
                  <a:gd name="T72" fmla="*/ 6 w 30"/>
                  <a:gd name="T73" fmla="*/ 0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0" h="242">
                    <a:moveTo>
                      <a:pt x="6" y="0"/>
                    </a:moveTo>
                    <a:lnTo>
                      <a:pt x="7" y="2"/>
                    </a:lnTo>
                    <a:lnTo>
                      <a:pt x="9" y="10"/>
                    </a:lnTo>
                    <a:lnTo>
                      <a:pt x="14" y="21"/>
                    </a:lnTo>
                    <a:lnTo>
                      <a:pt x="17" y="36"/>
                    </a:lnTo>
                    <a:lnTo>
                      <a:pt x="22" y="55"/>
                    </a:lnTo>
                    <a:lnTo>
                      <a:pt x="26" y="75"/>
                    </a:lnTo>
                    <a:lnTo>
                      <a:pt x="29" y="97"/>
                    </a:lnTo>
                    <a:lnTo>
                      <a:pt x="30" y="121"/>
                    </a:lnTo>
                    <a:lnTo>
                      <a:pt x="29" y="146"/>
                    </a:lnTo>
                    <a:lnTo>
                      <a:pt x="26" y="167"/>
                    </a:lnTo>
                    <a:lnTo>
                      <a:pt x="22" y="188"/>
                    </a:lnTo>
                    <a:lnTo>
                      <a:pt x="17" y="206"/>
                    </a:lnTo>
                    <a:lnTo>
                      <a:pt x="14" y="221"/>
                    </a:lnTo>
                    <a:lnTo>
                      <a:pt x="9" y="233"/>
                    </a:lnTo>
                    <a:lnTo>
                      <a:pt x="7" y="240"/>
                    </a:lnTo>
                    <a:lnTo>
                      <a:pt x="6" y="242"/>
                    </a:lnTo>
                    <a:lnTo>
                      <a:pt x="0" y="240"/>
                    </a:lnTo>
                    <a:lnTo>
                      <a:pt x="0" y="240"/>
                    </a:lnTo>
                    <a:lnTo>
                      <a:pt x="1" y="237"/>
                    </a:lnTo>
                    <a:lnTo>
                      <a:pt x="2" y="235"/>
                    </a:lnTo>
                    <a:lnTo>
                      <a:pt x="3" y="231"/>
                    </a:lnTo>
                    <a:lnTo>
                      <a:pt x="8" y="219"/>
                    </a:lnTo>
                    <a:lnTo>
                      <a:pt x="12" y="204"/>
                    </a:lnTo>
                    <a:lnTo>
                      <a:pt x="18" y="180"/>
                    </a:lnTo>
                    <a:lnTo>
                      <a:pt x="23" y="152"/>
                    </a:lnTo>
                    <a:lnTo>
                      <a:pt x="24" y="121"/>
                    </a:lnTo>
                    <a:lnTo>
                      <a:pt x="23" y="94"/>
                    </a:lnTo>
                    <a:lnTo>
                      <a:pt x="19" y="67"/>
                    </a:lnTo>
                    <a:lnTo>
                      <a:pt x="14" y="44"/>
                    </a:lnTo>
                    <a:lnTo>
                      <a:pt x="9" y="26"/>
                    </a:lnTo>
                    <a:lnTo>
                      <a:pt x="3" y="11"/>
                    </a:lnTo>
                    <a:lnTo>
                      <a:pt x="2" y="8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8" name="Freeform 31">
                <a:extLst>
                  <a:ext uri="{FF2B5EF4-FFF2-40B4-BE49-F238E27FC236}">
                    <a16:creationId xmlns:a16="http://schemas.microsoft.com/office/drawing/2014/main" xmlns="" id="{3D3E2FE4-B481-4538-9564-110B756CC9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025" y="1808163"/>
                <a:ext cx="103188" cy="387350"/>
              </a:xfrm>
              <a:custGeom>
                <a:avLst/>
                <a:gdLst>
                  <a:gd name="T0" fmla="*/ 3 w 65"/>
                  <a:gd name="T1" fmla="*/ 0 h 244"/>
                  <a:gd name="T2" fmla="*/ 5 w 65"/>
                  <a:gd name="T3" fmla="*/ 1 h 244"/>
                  <a:gd name="T4" fmla="*/ 11 w 65"/>
                  <a:gd name="T5" fmla="*/ 5 h 244"/>
                  <a:gd name="T6" fmla="*/ 19 w 65"/>
                  <a:gd name="T7" fmla="*/ 13 h 244"/>
                  <a:gd name="T8" fmla="*/ 29 w 65"/>
                  <a:gd name="T9" fmla="*/ 24 h 244"/>
                  <a:gd name="T10" fmla="*/ 40 w 65"/>
                  <a:gd name="T11" fmla="*/ 37 h 244"/>
                  <a:gd name="T12" fmla="*/ 49 w 65"/>
                  <a:gd name="T13" fmla="*/ 55 h 244"/>
                  <a:gd name="T14" fmla="*/ 57 w 65"/>
                  <a:gd name="T15" fmla="*/ 74 h 244"/>
                  <a:gd name="T16" fmla="*/ 63 w 65"/>
                  <a:gd name="T17" fmla="*/ 97 h 244"/>
                  <a:gd name="T18" fmla="*/ 65 w 65"/>
                  <a:gd name="T19" fmla="*/ 122 h 244"/>
                  <a:gd name="T20" fmla="*/ 63 w 65"/>
                  <a:gd name="T21" fmla="*/ 148 h 244"/>
                  <a:gd name="T22" fmla="*/ 57 w 65"/>
                  <a:gd name="T23" fmla="*/ 171 h 244"/>
                  <a:gd name="T24" fmla="*/ 50 w 65"/>
                  <a:gd name="T25" fmla="*/ 190 h 244"/>
                  <a:gd name="T26" fmla="*/ 40 w 65"/>
                  <a:gd name="T27" fmla="*/ 206 h 244"/>
                  <a:gd name="T28" fmla="*/ 31 w 65"/>
                  <a:gd name="T29" fmla="*/ 220 h 244"/>
                  <a:gd name="T30" fmla="*/ 21 w 65"/>
                  <a:gd name="T31" fmla="*/ 230 h 244"/>
                  <a:gd name="T32" fmla="*/ 13 w 65"/>
                  <a:gd name="T33" fmla="*/ 238 h 244"/>
                  <a:gd name="T34" fmla="*/ 8 w 65"/>
                  <a:gd name="T35" fmla="*/ 243 h 244"/>
                  <a:gd name="T36" fmla="*/ 5 w 65"/>
                  <a:gd name="T37" fmla="*/ 244 h 244"/>
                  <a:gd name="T38" fmla="*/ 2 w 65"/>
                  <a:gd name="T39" fmla="*/ 240 h 244"/>
                  <a:gd name="T40" fmla="*/ 3 w 65"/>
                  <a:gd name="T41" fmla="*/ 240 h 244"/>
                  <a:gd name="T42" fmla="*/ 4 w 65"/>
                  <a:gd name="T43" fmla="*/ 238 h 244"/>
                  <a:gd name="T44" fmla="*/ 8 w 65"/>
                  <a:gd name="T45" fmla="*/ 236 h 244"/>
                  <a:gd name="T46" fmla="*/ 11 w 65"/>
                  <a:gd name="T47" fmla="*/ 233 h 244"/>
                  <a:gd name="T48" fmla="*/ 20 w 65"/>
                  <a:gd name="T49" fmla="*/ 224 h 244"/>
                  <a:gd name="T50" fmla="*/ 31 w 65"/>
                  <a:gd name="T51" fmla="*/ 211 h 244"/>
                  <a:gd name="T52" fmla="*/ 41 w 65"/>
                  <a:gd name="T53" fmla="*/ 194 h 244"/>
                  <a:gd name="T54" fmla="*/ 50 w 65"/>
                  <a:gd name="T55" fmla="*/ 174 h 244"/>
                  <a:gd name="T56" fmla="*/ 57 w 65"/>
                  <a:gd name="T57" fmla="*/ 150 h 244"/>
                  <a:gd name="T58" fmla="*/ 59 w 65"/>
                  <a:gd name="T59" fmla="*/ 122 h 244"/>
                  <a:gd name="T60" fmla="*/ 57 w 65"/>
                  <a:gd name="T61" fmla="*/ 95 h 244"/>
                  <a:gd name="T62" fmla="*/ 50 w 65"/>
                  <a:gd name="T63" fmla="*/ 71 h 244"/>
                  <a:gd name="T64" fmla="*/ 41 w 65"/>
                  <a:gd name="T65" fmla="*/ 50 h 244"/>
                  <a:gd name="T66" fmla="*/ 29 w 65"/>
                  <a:gd name="T67" fmla="*/ 34 h 244"/>
                  <a:gd name="T68" fmla="*/ 19 w 65"/>
                  <a:gd name="T69" fmla="*/ 21 h 244"/>
                  <a:gd name="T70" fmla="*/ 9 w 65"/>
                  <a:gd name="T71" fmla="*/ 11 h 244"/>
                  <a:gd name="T72" fmla="*/ 3 w 65"/>
                  <a:gd name="T73" fmla="*/ 6 h 244"/>
                  <a:gd name="T74" fmla="*/ 1 w 65"/>
                  <a:gd name="T75" fmla="*/ 4 h 244"/>
                  <a:gd name="T76" fmla="*/ 0 w 65"/>
                  <a:gd name="T77" fmla="*/ 4 h 244"/>
                  <a:gd name="T78" fmla="*/ 3 w 65"/>
                  <a:gd name="T79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65" h="244">
                    <a:moveTo>
                      <a:pt x="3" y="0"/>
                    </a:moveTo>
                    <a:lnTo>
                      <a:pt x="5" y="1"/>
                    </a:lnTo>
                    <a:lnTo>
                      <a:pt x="11" y="5"/>
                    </a:lnTo>
                    <a:lnTo>
                      <a:pt x="19" y="13"/>
                    </a:lnTo>
                    <a:lnTo>
                      <a:pt x="29" y="24"/>
                    </a:lnTo>
                    <a:lnTo>
                      <a:pt x="40" y="37"/>
                    </a:lnTo>
                    <a:lnTo>
                      <a:pt x="49" y="55"/>
                    </a:lnTo>
                    <a:lnTo>
                      <a:pt x="57" y="74"/>
                    </a:lnTo>
                    <a:lnTo>
                      <a:pt x="63" y="97"/>
                    </a:lnTo>
                    <a:lnTo>
                      <a:pt x="65" y="122"/>
                    </a:lnTo>
                    <a:lnTo>
                      <a:pt x="63" y="148"/>
                    </a:lnTo>
                    <a:lnTo>
                      <a:pt x="57" y="171"/>
                    </a:lnTo>
                    <a:lnTo>
                      <a:pt x="50" y="190"/>
                    </a:lnTo>
                    <a:lnTo>
                      <a:pt x="40" y="206"/>
                    </a:lnTo>
                    <a:lnTo>
                      <a:pt x="31" y="220"/>
                    </a:lnTo>
                    <a:lnTo>
                      <a:pt x="21" y="230"/>
                    </a:lnTo>
                    <a:lnTo>
                      <a:pt x="13" y="238"/>
                    </a:lnTo>
                    <a:lnTo>
                      <a:pt x="8" y="243"/>
                    </a:lnTo>
                    <a:lnTo>
                      <a:pt x="5" y="244"/>
                    </a:lnTo>
                    <a:lnTo>
                      <a:pt x="2" y="240"/>
                    </a:lnTo>
                    <a:lnTo>
                      <a:pt x="3" y="240"/>
                    </a:lnTo>
                    <a:lnTo>
                      <a:pt x="4" y="238"/>
                    </a:lnTo>
                    <a:lnTo>
                      <a:pt x="8" y="236"/>
                    </a:lnTo>
                    <a:lnTo>
                      <a:pt x="11" y="233"/>
                    </a:lnTo>
                    <a:lnTo>
                      <a:pt x="20" y="224"/>
                    </a:lnTo>
                    <a:lnTo>
                      <a:pt x="31" y="211"/>
                    </a:lnTo>
                    <a:lnTo>
                      <a:pt x="41" y="194"/>
                    </a:lnTo>
                    <a:lnTo>
                      <a:pt x="50" y="174"/>
                    </a:lnTo>
                    <a:lnTo>
                      <a:pt x="57" y="150"/>
                    </a:lnTo>
                    <a:lnTo>
                      <a:pt x="59" y="122"/>
                    </a:lnTo>
                    <a:lnTo>
                      <a:pt x="57" y="95"/>
                    </a:lnTo>
                    <a:lnTo>
                      <a:pt x="50" y="71"/>
                    </a:lnTo>
                    <a:lnTo>
                      <a:pt x="41" y="50"/>
                    </a:lnTo>
                    <a:lnTo>
                      <a:pt x="29" y="34"/>
                    </a:lnTo>
                    <a:lnTo>
                      <a:pt x="19" y="21"/>
                    </a:lnTo>
                    <a:lnTo>
                      <a:pt x="9" y="11"/>
                    </a:lnTo>
                    <a:lnTo>
                      <a:pt x="3" y="6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Freeform 32">
                <a:extLst>
                  <a:ext uri="{FF2B5EF4-FFF2-40B4-BE49-F238E27FC236}">
                    <a16:creationId xmlns:a16="http://schemas.microsoft.com/office/drawing/2014/main" xmlns="" id="{480F7367-AD0C-4E71-82D8-4C57D5A266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3725" y="1808163"/>
                <a:ext cx="146050" cy="387350"/>
              </a:xfrm>
              <a:custGeom>
                <a:avLst/>
                <a:gdLst>
                  <a:gd name="T0" fmla="*/ 1 w 92"/>
                  <a:gd name="T1" fmla="*/ 0 h 244"/>
                  <a:gd name="T2" fmla="*/ 4 w 92"/>
                  <a:gd name="T3" fmla="*/ 1 h 244"/>
                  <a:gd name="T4" fmla="*/ 11 w 92"/>
                  <a:gd name="T5" fmla="*/ 4 h 244"/>
                  <a:gd name="T6" fmla="*/ 20 w 92"/>
                  <a:gd name="T7" fmla="*/ 10 h 244"/>
                  <a:gd name="T8" fmla="*/ 33 w 92"/>
                  <a:gd name="T9" fmla="*/ 18 h 244"/>
                  <a:gd name="T10" fmla="*/ 47 w 92"/>
                  <a:gd name="T11" fmla="*/ 28 h 244"/>
                  <a:gd name="T12" fmla="*/ 61 w 92"/>
                  <a:gd name="T13" fmla="*/ 41 h 244"/>
                  <a:gd name="T14" fmla="*/ 72 w 92"/>
                  <a:gd name="T15" fmla="*/ 57 h 244"/>
                  <a:gd name="T16" fmla="*/ 82 w 92"/>
                  <a:gd name="T17" fmla="*/ 76 h 244"/>
                  <a:gd name="T18" fmla="*/ 89 w 92"/>
                  <a:gd name="T19" fmla="*/ 97 h 244"/>
                  <a:gd name="T20" fmla="*/ 92 w 92"/>
                  <a:gd name="T21" fmla="*/ 122 h 244"/>
                  <a:gd name="T22" fmla="*/ 89 w 92"/>
                  <a:gd name="T23" fmla="*/ 148 h 244"/>
                  <a:gd name="T24" fmla="*/ 82 w 92"/>
                  <a:gd name="T25" fmla="*/ 168 h 244"/>
                  <a:gd name="T26" fmla="*/ 73 w 92"/>
                  <a:gd name="T27" fmla="*/ 187 h 244"/>
                  <a:gd name="T28" fmla="*/ 61 w 92"/>
                  <a:gd name="T29" fmla="*/ 203 h 244"/>
                  <a:gd name="T30" fmla="*/ 48 w 92"/>
                  <a:gd name="T31" fmla="*/ 215 h 244"/>
                  <a:gd name="T32" fmla="*/ 35 w 92"/>
                  <a:gd name="T33" fmla="*/ 226 h 244"/>
                  <a:gd name="T34" fmla="*/ 24 w 92"/>
                  <a:gd name="T35" fmla="*/ 234 h 244"/>
                  <a:gd name="T36" fmla="*/ 13 w 92"/>
                  <a:gd name="T37" fmla="*/ 240 h 244"/>
                  <a:gd name="T38" fmla="*/ 7 w 92"/>
                  <a:gd name="T39" fmla="*/ 243 h 244"/>
                  <a:gd name="T40" fmla="*/ 4 w 92"/>
                  <a:gd name="T41" fmla="*/ 244 h 244"/>
                  <a:gd name="T42" fmla="*/ 2 w 92"/>
                  <a:gd name="T43" fmla="*/ 238 h 244"/>
                  <a:gd name="T44" fmla="*/ 3 w 92"/>
                  <a:gd name="T45" fmla="*/ 238 h 244"/>
                  <a:gd name="T46" fmla="*/ 4 w 92"/>
                  <a:gd name="T47" fmla="*/ 237 h 244"/>
                  <a:gd name="T48" fmla="*/ 5 w 92"/>
                  <a:gd name="T49" fmla="*/ 237 h 244"/>
                  <a:gd name="T50" fmla="*/ 9 w 92"/>
                  <a:gd name="T51" fmla="*/ 236 h 244"/>
                  <a:gd name="T52" fmla="*/ 11 w 92"/>
                  <a:gd name="T53" fmla="*/ 234 h 244"/>
                  <a:gd name="T54" fmla="*/ 16 w 92"/>
                  <a:gd name="T55" fmla="*/ 232 h 244"/>
                  <a:gd name="T56" fmla="*/ 28 w 92"/>
                  <a:gd name="T57" fmla="*/ 224 h 244"/>
                  <a:gd name="T58" fmla="*/ 44 w 92"/>
                  <a:gd name="T59" fmla="*/ 212 h 244"/>
                  <a:gd name="T60" fmla="*/ 57 w 92"/>
                  <a:gd name="T61" fmla="*/ 199 h 244"/>
                  <a:gd name="T62" fmla="*/ 69 w 92"/>
                  <a:gd name="T63" fmla="*/ 184 h 244"/>
                  <a:gd name="T64" fmla="*/ 78 w 92"/>
                  <a:gd name="T65" fmla="*/ 166 h 244"/>
                  <a:gd name="T66" fmla="*/ 84 w 92"/>
                  <a:gd name="T67" fmla="*/ 145 h 244"/>
                  <a:gd name="T68" fmla="*/ 86 w 92"/>
                  <a:gd name="T69" fmla="*/ 122 h 244"/>
                  <a:gd name="T70" fmla="*/ 85 w 92"/>
                  <a:gd name="T71" fmla="*/ 102 h 244"/>
                  <a:gd name="T72" fmla="*/ 79 w 92"/>
                  <a:gd name="T73" fmla="*/ 83 h 244"/>
                  <a:gd name="T74" fmla="*/ 72 w 92"/>
                  <a:gd name="T75" fmla="*/ 67 h 244"/>
                  <a:gd name="T76" fmla="*/ 62 w 92"/>
                  <a:gd name="T77" fmla="*/ 52 h 244"/>
                  <a:gd name="T78" fmla="*/ 51 w 92"/>
                  <a:gd name="T79" fmla="*/ 40 h 244"/>
                  <a:gd name="T80" fmla="*/ 36 w 92"/>
                  <a:gd name="T81" fmla="*/ 27 h 244"/>
                  <a:gd name="T82" fmla="*/ 23 w 92"/>
                  <a:gd name="T83" fmla="*/ 18 h 244"/>
                  <a:gd name="T84" fmla="*/ 11 w 92"/>
                  <a:gd name="T85" fmla="*/ 11 h 244"/>
                  <a:gd name="T86" fmla="*/ 3 w 92"/>
                  <a:gd name="T87" fmla="*/ 6 h 244"/>
                  <a:gd name="T88" fmla="*/ 1 w 92"/>
                  <a:gd name="T89" fmla="*/ 6 h 244"/>
                  <a:gd name="T90" fmla="*/ 0 w 92"/>
                  <a:gd name="T91" fmla="*/ 5 h 244"/>
                  <a:gd name="T92" fmla="*/ 0 w 92"/>
                  <a:gd name="T93" fmla="*/ 5 h 244"/>
                  <a:gd name="T94" fmla="*/ 1 w 92"/>
                  <a:gd name="T95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92" h="244">
                    <a:moveTo>
                      <a:pt x="1" y="0"/>
                    </a:moveTo>
                    <a:lnTo>
                      <a:pt x="4" y="1"/>
                    </a:lnTo>
                    <a:lnTo>
                      <a:pt x="11" y="4"/>
                    </a:lnTo>
                    <a:lnTo>
                      <a:pt x="20" y="10"/>
                    </a:lnTo>
                    <a:lnTo>
                      <a:pt x="33" y="18"/>
                    </a:lnTo>
                    <a:lnTo>
                      <a:pt x="47" y="28"/>
                    </a:lnTo>
                    <a:lnTo>
                      <a:pt x="61" y="41"/>
                    </a:lnTo>
                    <a:lnTo>
                      <a:pt x="72" y="57"/>
                    </a:lnTo>
                    <a:lnTo>
                      <a:pt x="82" y="76"/>
                    </a:lnTo>
                    <a:lnTo>
                      <a:pt x="89" y="97"/>
                    </a:lnTo>
                    <a:lnTo>
                      <a:pt x="92" y="122"/>
                    </a:lnTo>
                    <a:lnTo>
                      <a:pt x="89" y="148"/>
                    </a:lnTo>
                    <a:lnTo>
                      <a:pt x="82" y="168"/>
                    </a:lnTo>
                    <a:lnTo>
                      <a:pt x="73" y="187"/>
                    </a:lnTo>
                    <a:lnTo>
                      <a:pt x="61" y="203"/>
                    </a:lnTo>
                    <a:lnTo>
                      <a:pt x="48" y="215"/>
                    </a:lnTo>
                    <a:lnTo>
                      <a:pt x="35" y="226"/>
                    </a:lnTo>
                    <a:lnTo>
                      <a:pt x="24" y="234"/>
                    </a:lnTo>
                    <a:lnTo>
                      <a:pt x="13" y="240"/>
                    </a:lnTo>
                    <a:lnTo>
                      <a:pt x="7" y="243"/>
                    </a:lnTo>
                    <a:lnTo>
                      <a:pt x="4" y="244"/>
                    </a:lnTo>
                    <a:lnTo>
                      <a:pt x="2" y="238"/>
                    </a:lnTo>
                    <a:lnTo>
                      <a:pt x="3" y="238"/>
                    </a:lnTo>
                    <a:lnTo>
                      <a:pt x="4" y="237"/>
                    </a:lnTo>
                    <a:lnTo>
                      <a:pt x="5" y="237"/>
                    </a:lnTo>
                    <a:lnTo>
                      <a:pt x="9" y="236"/>
                    </a:lnTo>
                    <a:lnTo>
                      <a:pt x="11" y="234"/>
                    </a:lnTo>
                    <a:lnTo>
                      <a:pt x="16" y="232"/>
                    </a:lnTo>
                    <a:lnTo>
                      <a:pt x="28" y="224"/>
                    </a:lnTo>
                    <a:lnTo>
                      <a:pt x="44" y="212"/>
                    </a:lnTo>
                    <a:lnTo>
                      <a:pt x="57" y="199"/>
                    </a:lnTo>
                    <a:lnTo>
                      <a:pt x="69" y="184"/>
                    </a:lnTo>
                    <a:lnTo>
                      <a:pt x="78" y="166"/>
                    </a:lnTo>
                    <a:lnTo>
                      <a:pt x="84" y="145"/>
                    </a:lnTo>
                    <a:lnTo>
                      <a:pt x="86" y="122"/>
                    </a:lnTo>
                    <a:lnTo>
                      <a:pt x="85" y="102"/>
                    </a:lnTo>
                    <a:lnTo>
                      <a:pt x="79" y="83"/>
                    </a:lnTo>
                    <a:lnTo>
                      <a:pt x="72" y="67"/>
                    </a:lnTo>
                    <a:lnTo>
                      <a:pt x="62" y="52"/>
                    </a:lnTo>
                    <a:lnTo>
                      <a:pt x="51" y="40"/>
                    </a:lnTo>
                    <a:lnTo>
                      <a:pt x="36" y="27"/>
                    </a:lnTo>
                    <a:lnTo>
                      <a:pt x="23" y="18"/>
                    </a:lnTo>
                    <a:lnTo>
                      <a:pt x="11" y="11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xmlns="" id="{C2A0BFDB-08AF-4703-835F-8C8B31213E5C}"/>
                </a:ext>
              </a:extLst>
            </p:cNvPr>
            <p:cNvSpPr txBox="1"/>
            <p:nvPr/>
          </p:nvSpPr>
          <p:spPr>
            <a:xfrm>
              <a:off x="9252499" y="2713794"/>
              <a:ext cx="3091516" cy="70788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</a:rPr>
                <a:t>L</a:t>
              </a: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argest Tech Base in Asia</a:t>
              </a: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</a:t>
              </a:r>
              <a:r>
                <a:rPr kumimoji="0" lang="en-US" sz="10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th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largest in the world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Worlds Fastest Growing Tech Hub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318188" y="3561574"/>
            <a:ext cx="4828862" cy="3312020"/>
            <a:chOff x="5318188" y="3561574"/>
            <a:chExt cx="4828862" cy="3312020"/>
          </a:xfrm>
        </p:grpSpPr>
        <p:sp>
          <p:nvSpPr>
            <p:cNvPr id="58" name="Freeform 6"/>
            <p:cNvSpPr/>
            <p:nvPr/>
          </p:nvSpPr>
          <p:spPr>
            <a:xfrm>
              <a:off x="5318188" y="3561574"/>
              <a:ext cx="3490884" cy="3312020"/>
            </a:xfrm>
            <a:custGeom>
              <a:avLst/>
              <a:gdLst/>
              <a:ahLst/>
              <a:cxnLst/>
              <a:rect l="l" t="t" r="r" b="b"/>
              <a:pathLst>
                <a:path w="4012560" h="4007544">
                  <a:moveTo>
                    <a:pt x="0" y="0"/>
                  </a:moveTo>
                  <a:lnTo>
                    <a:pt x="4012560" y="0"/>
                  </a:lnTo>
                  <a:lnTo>
                    <a:pt x="4012560" y="4007544"/>
                  </a:lnTo>
                  <a:lnTo>
                    <a:pt x="0" y="400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TextBox 13"/>
            <p:cNvSpPr txBox="1"/>
            <p:nvPr/>
          </p:nvSpPr>
          <p:spPr>
            <a:xfrm>
              <a:off x="6141783" y="3843224"/>
              <a:ext cx="2065885" cy="4086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9"/>
                </a:lnSpc>
                <a:spcBef>
                  <a:spcPct val="0"/>
                </a:spcBef>
              </a:pPr>
              <a:r>
                <a:rPr lang="en-US" sz="2000" b="1" dirty="0">
                  <a:solidFill>
                    <a:srgbClr val="737373"/>
                  </a:solidFill>
                  <a:latin typeface="Garamond" panose="02020404030301010803" pitchFamily="18" charset="0"/>
                </a:rPr>
                <a:t>IT ECOSYSTEM</a:t>
              </a:r>
            </a:p>
          </p:txBody>
        </p:sp>
        <p:pic>
          <p:nvPicPr>
            <p:cNvPr id="122" name="Graphic 185" descr="Placeholder Icon&#10;Satellite">
              <a:extLst>
                <a:ext uri="{FF2B5EF4-FFF2-40B4-BE49-F238E27FC236}">
                  <a16:creationId xmlns:a16="http://schemas.microsoft.com/office/drawing/2014/main" xmlns="" id="{856E4FF2-2E24-4D1E-AFB6-D1C4E16F5D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10903" y="3922208"/>
              <a:ext cx="327042" cy="327042"/>
            </a:xfrm>
            <a:prstGeom prst="rect">
              <a:avLst/>
            </a:prstGeom>
          </p:spPr>
        </p:pic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xmlns="" id="{5A1A959C-3DAB-4DC3-ADA7-E83AD6ACB22B}"/>
                </a:ext>
              </a:extLst>
            </p:cNvPr>
            <p:cNvSpPr txBox="1"/>
            <p:nvPr/>
          </p:nvSpPr>
          <p:spPr>
            <a:xfrm>
              <a:off x="5902204" y="4596695"/>
              <a:ext cx="27252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4000+ IT Companies,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Largest Software Hub in India</a:t>
              </a:r>
            </a:p>
          </p:txBody>
        </p: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xmlns="" id="{73F48CF8-6E7B-47FF-9ADD-057FE216B1A9}"/>
                </a:ext>
              </a:extLst>
            </p:cNvPr>
            <p:cNvGrpSpPr/>
            <p:nvPr/>
          </p:nvGrpSpPr>
          <p:grpSpPr>
            <a:xfrm>
              <a:off x="5676956" y="5132442"/>
              <a:ext cx="204202" cy="251086"/>
              <a:chOff x="5716241" y="2427290"/>
              <a:chExt cx="247650" cy="334962"/>
            </a:xfrm>
            <a:solidFill>
              <a:srgbClr val="F3756E">
                <a:lumMod val="50000"/>
              </a:srgbClr>
            </a:solidFill>
          </p:grpSpPr>
          <p:sp>
            <p:nvSpPr>
              <p:cNvPr id="126" name="Freeform 100">
                <a:extLst>
                  <a:ext uri="{FF2B5EF4-FFF2-40B4-BE49-F238E27FC236}">
                    <a16:creationId xmlns:a16="http://schemas.microsoft.com/office/drawing/2014/main" xmlns="" id="{DA27629F-FB38-4635-8E43-4EE87ABFE7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16241" y="2427290"/>
                <a:ext cx="247650" cy="236538"/>
              </a:xfrm>
              <a:custGeom>
                <a:avLst/>
                <a:gdLst>
                  <a:gd name="T0" fmla="*/ 100 w 312"/>
                  <a:gd name="T1" fmla="*/ 31 h 299"/>
                  <a:gd name="T2" fmla="*/ 75 w 312"/>
                  <a:gd name="T3" fmla="*/ 58 h 299"/>
                  <a:gd name="T4" fmla="*/ 40 w 312"/>
                  <a:gd name="T5" fmla="*/ 65 h 299"/>
                  <a:gd name="T6" fmla="*/ 42 w 312"/>
                  <a:gd name="T7" fmla="*/ 92 h 299"/>
                  <a:gd name="T8" fmla="*/ 31 w 312"/>
                  <a:gd name="T9" fmla="*/ 129 h 299"/>
                  <a:gd name="T10" fmla="*/ 13 w 312"/>
                  <a:gd name="T11" fmla="*/ 153 h 299"/>
                  <a:gd name="T12" fmla="*/ 40 w 312"/>
                  <a:gd name="T13" fmla="*/ 180 h 299"/>
                  <a:gd name="T14" fmla="*/ 40 w 312"/>
                  <a:gd name="T15" fmla="*/ 219 h 299"/>
                  <a:gd name="T16" fmla="*/ 48 w 312"/>
                  <a:gd name="T17" fmla="*/ 238 h 299"/>
                  <a:gd name="T18" fmla="*/ 86 w 312"/>
                  <a:gd name="T19" fmla="*/ 245 h 299"/>
                  <a:gd name="T20" fmla="*/ 105 w 312"/>
                  <a:gd name="T21" fmla="*/ 280 h 299"/>
                  <a:gd name="T22" fmla="*/ 126 w 312"/>
                  <a:gd name="T23" fmla="*/ 280 h 299"/>
                  <a:gd name="T24" fmla="*/ 168 w 312"/>
                  <a:gd name="T25" fmla="*/ 270 h 299"/>
                  <a:gd name="T26" fmla="*/ 186 w 312"/>
                  <a:gd name="T27" fmla="*/ 282 h 299"/>
                  <a:gd name="T28" fmla="*/ 193 w 312"/>
                  <a:gd name="T29" fmla="*/ 285 h 299"/>
                  <a:gd name="T30" fmla="*/ 201 w 312"/>
                  <a:gd name="T31" fmla="*/ 285 h 299"/>
                  <a:gd name="T32" fmla="*/ 218 w 312"/>
                  <a:gd name="T33" fmla="*/ 255 h 299"/>
                  <a:gd name="T34" fmla="*/ 235 w 312"/>
                  <a:gd name="T35" fmla="*/ 241 h 299"/>
                  <a:gd name="T36" fmla="*/ 264 w 312"/>
                  <a:gd name="T37" fmla="*/ 238 h 299"/>
                  <a:gd name="T38" fmla="*/ 272 w 312"/>
                  <a:gd name="T39" fmla="*/ 219 h 299"/>
                  <a:gd name="T40" fmla="*/ 272 w 312"/>
                  <a:gd name="T41" fmla="*/ 180 h 299"/>
                  <a:gd name="T42" fmla="*/ 298 w 312"/>
                  <a:gd name="T43" fmla="*/ 153 h 299"/>
                  <a:gd name="T44" fmla="*/ 279 w 312"/>
                  <a:gd name="T45" fmla="*/ 129 h 299"/>
                  <a:gd name="T46" fmla="*/ 270 w 312"/>
                  <a:gd name="T47" fmla="*/ 92 h 299"/>
                  <a:gd name="T48" fmla="*/ 272 w 312"/>
                  <a:gd name="T49" fmla="*/ 65 h 299"/>
                  <a:gd name="T50" fmla="*/ 237 w 312"/>
                  <a:gd name="T51" fmla="*/ 58 h 299"/>
                  <a:gd name="T52" fmla="*/ 212 w 312"/>
                  <a:gd name="T53" fmla="*/ 31 h 299"/>
                  <a:gd name="T54" fmla="*/ 193 w 312"/>
                  <a:gd name="T55" fmla="*/ 14 h 299"/>
                  <a:gd name="T56" fmla="*/ 155 w 312"/>
                  <a:gd name="T57" fmla="*/ 31 h 299"/>
                  <a:gd name="T58" fmla="*/ 119 w 312"/>
                  <a:gd name="T59" fmla="*/ 14 h 299"/>
                  <a:gd name="T60" fmla="*/ 142 w 312"/>
                  <a:gd name="T61" fmla="*/ 14 h 299"/>
                  <a:gd name="T62" fmla="*/ 168 w 312"/>
                  <a:gd name="T63" fmla="*/ 14 h 299"/>
                  <a:gd name="T64" fmla="*/ 210 w 312"/>
                  <a:gd name="T65" fmla="*/ 4 h 299"/>
                  <a:gd name="T66" fmla="*/ 230 w 312"/>
                  <a:gd name="T67" fmla="*/ 39 h 299"/>
                  <a:gd name="T68" fmla="*/ 258 w 312"/>
                  <a:gd name="T69" fmla="*/ 48 h 299"/>
                  <a:gd name="T70" fmla="*/ 285 w 312"/>
                  <a:gd name="T71" fmla="*/ 77 h 299"/>
                  <a:gd name="T72" fmla="*/ 281 w 312"/>
                  <a:gd name="T73" fmla="*/ 111 h 299"/>
                  <a:gd name="T74" fmla="*/ 308 w 312"/>
                  <a:gd name="T75" fmla="*/ 138 h 299"/>
                  <a:gd name="T76" fmla="*/ 298 w 312"/>
                  <a:gd name="T77" fmla="*/ 171 h 299"/>
                  <a:gd name="T78" fmla="*/ 279 w 312"/>
                  <a:gd name="T79" fmla="*/ 194 h 299"/>
                  <a:gd name="T80" fmla="*/ 283 w 312"/>
                  <a:gd name="T81" fmla="*/ 241 h 299"/>
                  <a:gd name="T82" fmla="*/ 249 w 312"/>
                  <a:gd name="T83" fmla="*/ 251 h 299"/>
                  <a:gd name="T84" fmla="*/ 230 w 312"/>
                  <a:gd name="T85" fmla="*/ 259 h 299"/>
                  <a:gd name="T86" fmla="*/ 214 w 312"/>
                  <a:gd name="T87" fmla="*/ 291 h 299"/>
                  <a:gd name="T88" fmla="*/ 174 w 312"/>
                  <a:gd name="T89" fmla="*/ 289 h 299"/>
                  <a:gd name="T90" fmla="*/ 147 w 312"/>
                  <a:gd name="T91" fmla="*/ 282 h 299"/>
                  <a:gd name="T92" fmla="*/ 107 w 312"/>
                  <a:gd name="T93" fmla="*/ 297 h 299"/>
                  <a:gd name="T94" fmla="*/ 86 w 312"/>
                  <a:gd name="T95" fmla="*/ 266 h 299"/>
                  <a:gd name="T96" fmla="*/ 65 w 312"/>
                  <a:gd name="T97" fmla="*/ 251 h 299"/>
                  <a:gd name="T98" fmla="*/ 29 w 312"/>
                  <a:gd name="T99" fmla="*/ 241 h 299"/>
                  <a:gd name="T100" fmla="*/ 33 w 312"/>
                  <a:gd name="T101" fmla="*/ 194 h 299"/>
                  <a:gd name="T102" fmla="*/ 13 w 312"/>
                  <a:gd name="T103" fmla="*/ 171 h 299"/>
                  <a:gd name="T104" fmla="*/ 4 w 312"/>
                  <a:gd name="T105" fmla="*/ 138 h 299"/>
                  <a:gd name="T106" fmla="*/ 33 w 312"/>
                  <a:gd name="T107" fmla="*/ 109 h 299"/>
                  <a:gd name="T108" fmla="*/ 27 w 312"/>
                  <a:gd name="T109" fmla="*/ 67 h 299"/>
                  <a:gd name="T110" fmla="*/ 59 w 312"/>
                  <a:gd name="T111" fmla="*/ 48 h 299"/>
                  <a:gd name="T112" fmla="*/ 86 w 312"/>
                  <a:gd name="T113" fmla="*/ 33 h 299"/>
                  <a:gd name="T114" fmla="*/ 107 w 312"/>
                  <a:gd name="T115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312" h="299">
                    <a:moveTo>
                      <a:pt x="115" y="12"/>
                    </a:moveTo>
                    <a:lnTo>
                      <a:pt x="111" y="12"/>
                    </a:lnTo>
                    <a:lnTo>
                      <a:pt x="107" y="14"/>
                    </a:lnTo>
                    <a:lnTo>
                      <a:pt x="105" y="20"/>
                    </a:lnTo>
                    <a:lnTo>
                      <a:pt x="101" y="25"/>
                    </a:lnTo>
                    <a:lnTo>
                      <a:pt x="100" y="31"/>
                    </a:lnTo>
                    <a:lnTo>
                      <a:pt x="98" y="37"/>
                    </a:lnTo>
                    <a:lnTo>
                      <a:pt x="94" y="44"/>
                    </a:lnTo>
                    <a:lnTo>
                      <a:pt x="90" y="48"/>
                    </a:lnTo>
                    <a:lnTo>
                      <a:pt x="86" y="54"/>
                    </a:lnTo>
                    <a:lnTo>
                      <a:pt x="80" y="56"/>
                    </a:lnTo>
                    <a:lnTo>
                      <a:pt x="75" y="58"/>
                    </a:lnTo>
                    <a:lnTo>
                      <a:pt x="67" y="60"/>
                    </a:lnTo>
                    <a:lnTo>
                      <a:pt x="61" y="60"/>
                    </a:lnTo>
                    <a:lnTo>
                      <a:pt x="54" y="60"/>
                    </a:lnTo>
                    <a:lnTo>
                      <a:pt x="48" y="62"/>
                    </a:lnTo>
                    <a:lnTo>
                      <a:pt x="42" y="62"/>
                    </a:lnTo>
                    <a:lnTo>
                      <a:pt x="40" y="65"/>
                    </a:lnTo>
                    <a:lnTo>
                      <a:pt x="38" y="67"/>
                    </a:lnTo>
                    <a:lnTo>
                      <a:pt x="38" y="71"/>
                    </a:lnTo>
                    <a:lnTo>
                      <a:pt x="38" y="75"/>
                    </a:lnTo>
                    <a:lnTo>
                      <a:pt x="40" y="81"/>
                    </a:lnTo>
                    <a:lnTo>
                      <a:pt x="40" y="87"/>
                    </a:lnTo>
                    <a:lnTo>
                      <a:pt x="42" y="92"/>
                    </a:lnTo>
                    <a:lnTo>
                      <a:pt x="44" y="100"/>
                    </a:lnTo>
                    <a:lnTo>
                      <a:pt x="44" y="106"/>
                    </a:lnTo>
                    <a:lnTo>
                      <a:pt x="44" y="113"/>
                    </a:lnTo>
                    <a:lnTo>
                      <a:pt x="40" y="119"/>
                    </a:lnTo>
                    <a:lnTo>
                      <a:pt x="36" y="123"/>
                    </a:lnTo>
                    <a:lnTo>
                      <a:pt x="31" y="129"/>
                    </a:lnTo>
                    <a:lnTo>
                      <a:pt x="27" y="132"/>
                    </a:lnTo>
                    <a:lnTo>
                      <a:pt x="21" y="136"/>
                    </a:lnTo>
                    <a:lnTo>
                      <a:pt x="17" y="140"/>
                    </a:lnTo>
                    <a:lnTo>
                      <a:pt x="13" y="146"/>
                    </a:lnTo>
                    <a:lnTo>
                      <a:pt x="12" y="150"/>
                    </a:lnTo>
                    <a:lnTo>
                      <a:pt x="13" y="153"/>
                    </a:lnTo>
                    <a:lnTo>
                      <a:pt x="17" y="157"/>
                    </a:lnTo>
                    <a:lnTo>
                      <a:pt x="21" y="161"/>
                    </a:lnTo>
                    <a:lnTo>
                      <a:pt x="27" y="167"/>
                    </a:lnTo>
                    <a:lnTo>
                      <a:pt x="31" y="171"/>
                    </a:lnTo>
                    <a:lnTo>
                      <a:pt x="36" y="175"/>
                    </a:lnTo>
                    <a:lnTo>
                      <a:pt x="40" y="180"/>
                    </a:lnTo>
                    <a:lnTo>
                      <a:pt x="44" y="186"/>
                    </a:lnTo>
                    <a:lnTo>
                      <a:pt x="44" y="192"/>
                    </a:lnTo>
                    <a:lnTo>
                      <a:pt x="44" y="199"/>
                    </a:lnTo>
                    <a:lnTo>
                      <a:pt x="42" y="205"/>
                    </a:lnTo>
                    <a:lnTo>
                      <a:pt x="40" y="213"/>
                    </a:lnTo>
                    <a:lnTo>
                      <a:pt x="40" y="219"/>
                    </a:lnTo>
                    <a:lnTo>
                      <a:pt x="38" y="222"/>
                    </a:lnTo>
                    <a:lnTo>
                      <a:pt x="38" y="226"/>
                    </a:lnTo>
                    <a:lnTo>
                      <a:pt x="38" y="230"/>
                    </a:lnTo>
                    <a:lnTo>
                      <a:pt x="40" y="234"/>
                    </a:lnTo>
                    <a:lnTo>
                      <a:pt x="42" y="236"/>
                    </a:lnTo>
                    <a:lnTo>
                      <a:pt x="48" y="238"/>
                    </a:lnTo>
                    <a:lnTo>
                      <a:pt x="54" y="238"/>
                    </a:lnTo>
                    <a:lnTo>
                      <a:pt x="61" y="240"/>
                    </a:lnTo>
                    <a:lnTo>
                      <a:pt x="67" y="240"/>
                    </a:lnTo>
                    <a:lnTo>
                      <a:pt x="75" y="240"/>
                    </a:lnTo>
                    <a:lnTo>
                      <a:pt x="80" y="241"/>
                    </a:lnTo>
                    <a:lnTo>
                      <a:pt x="86" y="245"/>
                    </a:lnTo>
                    <a:lnTo>
                      <a:pt x="90" y="249"/>
                    </a:lnTo>
                    <a:lnTo>
                      <a:pt x="94" y="255"/>
                    </a:lnTo>
                    <a:lnTo>
                      <a:pt x="98" y="261"/>
                    </a:lnTo>
                    <a:lnTo>
                      <a:pt x="100" y="268"/>
                    </a:lnTo>
                    <a:lnTo>
                      <a:pt x="101" y="274"/>
                    </a:lnTo>
                    <a:lnTo>
                      <a:pt x="105" y="280"/>
                    </a:lnTo>
                    <a:lnTo>
                      <a:pt x="107" y="284"/>
                    </a:lnTo>
                    <a:lnTo>
                      <a:pt x="111" y="285"/>
                    </a:lnTo>
                    <a:lnTo>
                      <a:pt x="115" y="285"/>
                    </a:lnTo>
                    <a:lnTo>
                      <a:pt x="119" y="285"/>
                    </a:lnTo>
                    <a:lnTo>
                      <a:pt x="122" y="284"/>
                    </a:lnTo>
                    <a:lnTo>
                      <a:pt x="126" y="280"/>
                    </a:lnTo>
                    <a:lnTo>
                      <a:pt x="130" y="278"/>
                    </a:lnTo>
                    <a:lnTo>
                      <a:pt x="140" y="272"/>
                    </a:lnTo>
                    <a:lnTo>
                      <a:pt x="147" y="268"/>
                    </a:lnTo>
                    <a:lnTo>
                      <a:pt x="155" y="268"/>
                    </a:lnTo>
                    <a:lnTo>
                      <a:pt x="163" y="268"/>
                    </a:lnTo>
                    <a:lnTo>
                      <a:pt x="168" y="270"/>
                    </a:lnTo>
                    <a:lnTo>
                      <a:pt x="168" y="270"/>
                    </a:lnTo>
                    <a:lnTo>
                      <a:pt x="174" y="274"/>
                    </a:lnTo>
                    <a:lnTo>
                      <a:pt x="182" y="278"/>
                    </a:lnTo>
                    <a:lnTo>
                      <a:pt x="184" y="280"/>
                    </a:lnTo>
                    <a:lnTo>
                      <a:pt x="184" y="280"/>
                    </a:lnTo>
                    <a:lnTo>
                      <a:pt x="186" y="282"/>
                    </a:lnTo>
                    <a:lnTo>
                      <a:pt x="187" y="282"/>
                    </a:lnTo>
                    <a:lnTo>
                      <a:pt x="187" y="282"/>
                    </a:lnTo>
                    <a:lnTo>
                      <a:pt x="189" y="284"/>
                    </a:lnTo>
                    <a:lnTo>
                      <a:pt x="191" y="284"/>
                    </a:lnTo>
                    <a:lnTo>
                      <a:pt x="191" y="284"/>
                    </a:lnTo>
                    <a:lnTo>
                      <a:pt x="193" y="285"/>
                    </a:lnTo>
                    <a:lnTo>
                      <a:pt x="195" y="285"/>
                    </a:lnTo>
                    <a:lnTo>
                      <a:pt x="195" y="285"/>
                    </a:lnTo>
                    <a:lnTo>
                      <a:pt x="197" y="285"/>
                    </a:lnTo>
                    <a:lnTo>
                      <a:pt x="197" y="285"/>
                    </a:lnTo>
                    <a:lnTo>
                      <a:pt x="199" y="285"/>
                    </a:lnTo>
                    <a:lnTo>
                      <a:pt x="201" y="285"/>
                    </a:lnTo>
                    <a:lnTo>
                      <a:pt x="203" y="284"/>
                    </a:lnTo>
                    <a:lnTo>
                      <a:pt x="207" y="280"/>
                    </a:lnTo>
                    <a:lnTo>
                      <a:pt x="209" y="274"/>
                    </a:lnTo>
                    <a:lnTo>
                      <a:pt x="212" y="268"/>
                    </a:lnTo>
                    <a:lnTo>
                      <a:pt x="214" y="261"/>
                    </a:lnTo>
                    <a:lnTo>
                      <a:pt x="218" y="255"/>
                    </a:lnTo>
                    <a:lnTo>
                      <a:pt x="220" y="249"/>
                    </a:lnTo>
                    <a:lnTo>
                      <a:pt x="226" y="245"/>
                    </a:lnTo>
                    <a:lnTo>
                      <a:pt x="230" y="243"/>
                    </a:lnTo>
                    <a:lnTo>
                      <a:pt x="230" y="241"/>
                    </a:lnTo>
                    <a:lnTo>
                      <a:pt x="235" y="241"/>
                    </a:lnTo>
                    <a:lnTo>
                      <a:pt x="235" y="241"/>
                    </a:lnTo>
                    <a:lnTo>
                      <a:pt x="239" y="240"/>
                    </a:lnTo>
                    <a:lnTo>
                      <a:pt x="239" y="240"/>
                    </a:lnTo>
                    <a:lnTo>
                      <a:pt x="245" y="240"/>
                    </a:lnTo>
                    <a:lnTo>
                      <a:pt x="251" y="240"/>
                    </a:lnTo>
                    <a:lnTo>
                      <a:pt x="258" y="238"/>
                    </a:lnTo>
                    <a:lnTo>
                      <a:pt x="264" y="238"/>
                    </a:lnTo>
                    <a:lnTo>
                      <a:pt x="270" y="236"/>
                    </a:lnTo>
                    <a:lnTo>
                      <a:pt x="272" y="234"/>
                    </a:lnTo>
                    <a:lnTo>
                      <a:pt x="274" y="230"/>
                    </a:lnTo>
                    <a:lnTo>
                      <a:pt x="274" y="226"/>
                    </a:lnTo>
                    <a:lnTo>
                      <a:pt x="274" y="222"/>
                    </a:lnTo>
                    <a:lnTo>
                      <a:pt x="272" y="219"/>
                    </a:lnTo>
                    <a:lnTo>
                      <a:pt x="270" y="213"/>
                    </a:lnTo>
                    <a:lnTo>
                      <a:pt x="270" y="205"/>
                    </a:lnTo>
                    <a:lnTo>
                      <a:pt x="268" y="199"/>
                    </a:lnTo>
                    <a:lnTo>
                      <a:pt x="268" y="192"/>
                    </a:lnTo>
                    <a:lnTo>
                      <a:pt x="268" y="186"/>
                    </a:lnTo>
                    <a:lnTo>
                      <a:pt x="272" y="180"/>
                    </a:lnTo>
                    <a:lnTo>
                      <a:pt x="275" y="175"/>
                    </a:lnTo>
                    <a:lnTo>
                      <a:pt x="279" y="171"/>
                    </a:lnTo>
                    <a:lnTo>
                      <a:pt x="285" y="167"/>
                    </a:lnTo>
                    <a:lnTo>
                      <a:pt x="291" y="161"/>
                    </a:lnTo>
                    <a:lnTo>
                      <a:pt x="295" y="157"/>
                    </a:lnTo>
                    <a:lnTo>
                      <a:pt x="298" y="153"/>
                    </a:lnTo>
                    <a:lnTo>
                      <a:pt x="300" y="150"/>
                    </a:lnTo>
                    <a:lnTo>
                      <a:pt x="298" y="146"/>
                    </a:lnTo>
                    <a:lnTo>
                      <a:pt x="295" y="140"/>
                    </a:lnTo>
                    <a:lnTo>
                      <a:pt x="291" y="136"/>
                    </a:lnTo>
                    <a:lnTo>
                      <a:pt x="285" y="132"/>
                    </a:lnTo>
                    <a:lnTo>
                      <a:pt x="279" y="129"/>
                    </a:lnTo>
                    <a:lnTo>
                      <a:pt x="275" y="123"/>
                    </a:lnTo>
                    <a:lnTo>
                      <a:pt x="272" y="119"/>
                    </a:lnTo>
                    <a:lnTo>
                      <a:pt x="268" y="113"/>
                    </a:lnTo>
                    <a:lnTo>
                      <a:pt x="268" y="106"/>
                    </a:lnTo>
                    <a:lnTo>
                      <a:pt x="268" y="100"/>
                    </a:lnTo>
                    <a:lnTo>
                      <a:pt x="270" y="92"/>
                    </a:lnTo>
                    <a:lnTo>
                      <a:pt x="270" y="87"/>
                    </a:lnTo>
                    <a:lnTo>
                      <a:pt x="272" y="81"/>
                    </a:lnTo>
                    <a:lnTo>
                      <a:pt x="274" y="75"/>
                    </a:lnTo>
                    <a:lnTo>
                      <a:pt x="274" y="71"/>
                    </a:lnTo>
                    <a:lnTo>
                      <a:pt x="274" y="67"/>
                    </a:lnTo>
                    <a:lnTo>
                      <a:pt x="272" y="65"/>
                    </a:lnTo>
                    <a:lnTo>
                      <a:pt x="270" y="62"/>
                    </a:lnTo>
                    <a:lnTo>
                      <a:pt x="264" y="62"/>
                    </a:lnTo>
                    <a:lnTo>
                      <a:pt x="258" y="60"/>
                    </a:lnTo>
                    <a:lnTo>
                      <a:pt x="251" y="60"/>
                    </a:lnTo>
                    <a:lnTo>
                      <a:pt x="245" y="60"/>
                    </a:lnTo>
                    <a:lnTo>
                      <a:pt x="237" y="58"/>
                    </a:lnTo>
                    <a:lnTo>
                      <a:pt x="231" y="56"/>
                    </a:lnTo>
                    <a:lnTo>
                      <a:pt x="226" y="54"/>
                    </a:lnTo>
                    <a:lnTo>
                      <a:pt x="220" y="50"/>
                    </a:lnTo>
                    <a:lnTo>
                      <a:pt x="218" y="44"/>
                    </a:lnTo>
                    <a:lnTo>
                      <a:pt x="214" y="37"/>
                    </a:lnTo>
                    <a:lnTo>
                      <a:pt x="212" y="31"/>
                    </a:lnTo>
                    <a:lnTo>
                      <a:pt x="209" y="25"/>
                    </a:lnTo>
                    <a:lnTo>
                      <a:pt x="207" y="20"/>
                    </a:lnTo>
                    <a:lnTo>
                      <a:pt x="203" y="14"/>
                    </a:lnTo>
                    <a:lnTo>
                      <a:pt x="201" y="12"/>
                    </a:lnTo>
                    <a:lnTo>
                      <a:pt x="197" y="12"/>
                    </a:lnTo>
                    <a:lnTo>
                      <a:pt x="193" y="14"/>
                    </a:lnTo>
                    <a:lnTo>
                      <a:pt x="189" y="16"/>
                    </a:lnTo>
                    <a:lnTo>
                      <a:pt x="186" y="18"/>
                    </a:lnTo>
                    <a:lnTo>
                      <a:pt x="182" y="20"/>
                    </a:lnTo>
                    <a:lnTo>
                      <a:pt x="172" y="25"/>
                    </a:lnTo>
                    <a:lnTo>
                      <a:pt x="165" y="29"/>
                    </a:lnTo>
                    <a:lnTo>
                      <a:pt x="155" y="31"/>
                    </a:lnTo>
                    <a:lnTo>
                      <a:pt x="147" y="29"/>
                    </a:lnTo>
                    <a:lnTo>
                      <a:pt x="140" y="25"/>
                    </a:lnTo>
                    <a:lnTo>
                      <a:pt x="130" y="20"/>
                    </a:lnTo>
                    <a:lnTo>
                      <a:pt x="126" y="18"/>
                    </a:lnTo>
                    <a:lnTo>
                      <a:pt x="122" y="16"/>
                    </a:lnTo>
                    <a:lnTo>
                      <a:pt x="119" y="14"/>
                    </a:lnTo>
                    <a:lnTo>
                      <a:pt x="115" y="12"/>
                    </a:lnTo>
                    <a:close/>
                    <a:moveTo>
                      <a:pt x="115" y="0"/>
                    </a:moveTo>
                    <a:lnTo>
                      <a:pt x="122" y="2"/>
                    </a:lnTo>
                    <a:lnTo>
                      <a:pt x="130" y="6"/>
                    </a:lnTo>
                    <a:lnTo>
                      <a:pt x="138" y="10"/>
                    </a:lnTo>
                    <a:lnTo>
                      <a:pt x="142" y="14"/>
                    </a:lnTo>
                    <a:lnTo>
                      <a:pt x="147" y="16"/>
                    </a:lnTo>
                    <a:lnTo>
                      <a:pt x="151" y="18"/>
                    </a:lnTo>
                    <a:lnTo>
                      <a:pt x="155" y="20"/>
                    </a:lnTo>
                    <a:lnTo>
                      <a:pt x="161" y="18"/>
                    </a:lnTo>
                    <a:lnTo>
                      <a:pt x="165" y="16"/>
                    </a:lnTo>
                    <a:lnTo>
                      <a:pt x="168" y="14"/>
                    </a:lnTo>
                    <a:lnTo>
                      <a:pt x="174" y="10"/>
                    </a:lnTo>
                    <a:lnTo>
                      <a:pt x="182" y="6"/>
                    </a:lnTo>
                    <a:lnTo>
                      <a:pt x="189" y="2"/>
                    </a:lnTo>
                    <a:lnTo>
                      <a:pt x="197" y="0"/>
                    </a:lnTo>
                    <a:lnTo>
                      <a:pt x="205" y="0"/>
                    </a:lnTo>
                    <a:lnTo>
                      <a:pt x="210" y="4"/>
                    </a:lnTo>
                    <a:lnTo>
                      <a:pt x="214" y="8"/>
                    </a:lnTo>
                    <a:lnTo>
                      <a:pt x="218" y="14"/>
                    </a:lnTo>
                    <a:lnTo>
                      <a:pt x="220" y="20"/>
                    </a:lnTo>
                    <a:lnTo>
                      <a:pt x="224" y="27"/>
                    </a:lnTo>
                    <a:lnTo>
                      <a:pt x="226" y="33"/>
                    </a:lnTo>
                    <a:lnTo>
                      <a:pt x="230" y="39"/>
                    </a:lnTo>
                    <a:lnTo>
                      <a:pt x="233" y="44"/>
                    </a:lnTo>
                    <a:lnTo>
                      <a:pt x="235" y="44"/>
                    </a:lnTo>
                    <a:lnTo>
                      <a:pt x="241" y="46"/>
                    </a:lnTo>
                    <a:lnTo>
                      <a:pt x="247" y="46"/>
                    </a:lnTo>
                    <a:lnTo>
                      <a:pt x="252" y="46"/>
                    </a:lnTo>
                    <a:lnTo>
                      <a:pt x="258" y="48"/>
                    </a:lnTo>
                    <a:lnTo>
                      <a:pt x="266" y="48"/>
                    </a:lnTo>
                    <a:lnTo>
                      <a:pt x="272" y="50"/>
                    </a:lnTo>
                    <a:lnTo>
                      <a:pt x="277" y="52"/>
                    </a:lnTo>
                    <a:lnTo>
                      <a:pt x="283" y="58"/>
                    </a:lnTo>
                    <a:lnTo>
                      <a:pt x="285" y="67"/>
                    </a:lnTo>
                    <a:lnTo>
                      <a:pt x="285" y="77"/>
                    </a:lnTo>
                    <a:lnTo>
                      <a:pt x="283" y="88"/>
                    </a:lnTo>
                    <a:lnTo>
                      <a:pt x="281" y="94"/>
                    </a:lnTo>
                    <a:lnTo>
                      <a:pt x="279" y="100"/>
                    </a:lnTo>
                    <a:lnTo>
                      <a:pt x="279" y="106"/>
                    </a:lnTo>
                    <a:lnTo>
                      <a:pt x="279" y="109"/>
                    </a:lnTo>
                    <a:lnTo>
                      <a:pt x="281" y="111"/>
                    </a:lnTo>
                    <a:lnTo>
                      <a:pt x="285" y="115"/>
                    </a:lnTo>
                    <a:lnTo>
                      <a:pt x="289" y="119"/>
                    </a:lnTo>
                    <a:lnTo>
                      <a:pt x="293" y="123"/>
                    </a:lnTo>
                    <a:lnTo>
                      <a:pt x="298" y="127"/>
                    </a:lnTo>
                    <a:lnTo>
                      <a:pt x="304" y="132"/>
                    </a:lnTo>
                    <a:lnTo>
                      <a:pt x="308" y="138"/>
                    </a:lnTo>
                    <a:lnTo>
                      <a:pt x="312" y="144"/>
                    </a:lnTo>
                    <a:lnTo>
                      <a:pt x="312" y="150"/>
                    </a:lnTo>
                    <a:lnTo>
                      <a:pt x="312" y="155"/>
                    </a:lnTo>
                    <a:lnTo>
                      <a:pt x="308" y="161"/>
                    </a:lnTo>
                    <a:lnTo>
                      <a:pt x="304" y="167"/>
                    </a:lnTo>
                    <a:lnTo>
                      <a:pt x="298" y="171"/>
                    </a:lnTo>
                    <a:lnTo>
                      <a:pt x="293" y="176"/>
                    </a:lnTo>
                    <a:lnTo>
                      <a:pt x="289" y="178"/>
                    </a:lnTo>
                    <a:lnTo>
                      <a:pt x="285" y="182"/>
                    </a:lnTo>
                    <a:lnTo>
                      <a:pt x="281" y="186"/>
                    </a:lnTo>
                    <a:lnTo>
                      <a:pt x="279" y="190"/>
                    </a:lnTo>
                    <a:lnTo>
                      <a:pt x="279" y="194"/>
                    </a:lnTo>
                    <a:lnTo>
                      <a:pt x="279" y="199"/>
                    </a:lnTo>
                    <a:lnTo>
                      <a:pt x="281" y="203"/>
                    </a:lnTo>
                    <a:lnTo>
                      <a:pt x="283" y="209"/>
                    </a:lnTo>
                    <a:lnTo>
                      <a:pt x="285" y="220"/>
                    </a:lnTo>
                    <a:lnTo>
                      <a:pt x="285" y="232"/>
                    </a:lnTo>
                    <a:lnTo>
                      <a:pt x="283" y="241"/>
                    </a:lnTo>
                    <a:lnTo>
                      <a:pt x="277" y="245"/>
                    </a:lnTo>
                    <a:lnTo>
                      <a:pt x="272" y="249"/>
                    </a:lnTo>
                    <a:lnTo>
                      <a:pt x="266" y="249"/>
                    </a:lnTo>
                    <a:lnTo>
                      <a:pt x="258" y="251"/>
                    </a:lnTo>
                    <a:lnTo>
                      <a:pt x="252" y="251"/>
                    </a:lnTo>
                    <a:lnTo>
                      <a:pt x="249" y="251"/>
                    </a:lnTo>
                    <a:lnTo>
                      <a:pt x="239" y="253"/>
                    </a:lnTo>
                    <a:lnTo>
                      <a:pt x="239" y="253"/>
                    </a:lnTo>
                    <a:lnTo>
                      <a:pt x="235" y="253"/>
                    </a:lnTo>
                    <a:lnTo>
                      <a:pt x="235" y="253"/>
                    </a:lnTo>
                    <a:lnTo>
                      <a:pt x="233" y="255"/>
                    </a:lnTo>
                    <a:lnTo>
                      <a:pt x="230" y="259"/>
                    </a:lnTo>
                    <a:lnTo>
                      <a:pt x="228" y="263"/>
                    </a:lnTo>
                    <a:lnTo>
                      <a:pt x="226" y="266"/>
                    </a:lnTo>
                    <a:lnTo>
                      <a:pt x="224" y="272"/>
                    </a:lnTo>
                    <a:lnTo>
                      <a:pt x="220" y="278"/>
                    </a:lnTo>
                    <a:lnTo>
                      <a:pt x="218" y="285"/>
                    </a:lnTo>
                    <a:lnTo>
                      <a:pt x="214" y="291"/>
                    </a:lnTo>
                    <a:lnTo>
                      <a:pt x="210" y="295"/>
                    </a:lnTo>
                    <a:lnTo>
                      <a:pt x="205" y="297"/>
                    </a:lnTo>
                    <a:lnTo>
                      <a:pt x="199" y="299"/>
                    </a:lnTo>
                    <a:lnTo>
                      <a:pt x="191" y="297"/>
                    </a:lnTo>
                    <a:lnTo>
                      <a:pt x="182" y="293"/>
                    </a:lnTo>
                    <a:lnTo>
                      <a:pt x="174" y="289"/>
                    </a:lnTo>
                    <a:lnTo>
                      <a:pt x="172" y="287"/>
                    </a:lnTo>
                    <a:lnTo>
                      <a:pt x="166" y="284"/>
                    </a:lnTo>
                    <a:lnTo>
                      <a:pt x="161" y="282"/>
                    </a:lnTo>
                    <a:lnTo>
                      <a:pt x="155" y="280"/>
                    </a:lnTo>
                    <a:lnTo>
                      <a:pt x="151" y="280"/>
                    </a:lnTo>
                    <a:lnTo>
                      <a:pt x="147" y="282"/>
                    </a:lnTo>
                    <a:lnTo>
                      <a:pt x="142" y="285"/>
                    </a:lnTo>
                    <a:lnTo>
                      <a:pt x="138" y="289"/>
                    </a:lnTo>
                    <a:lnTo>
                      <a:pt x="130" y="293"/>
                    </a:lnTo>
                    <a:lnTo>
                      <a:pt x="121" y="297"/>
                    </a:lnTo>
                    <a:lnTo>
                      <a:pt x="113" y="299"/>
                    </a:lnTo>
                    <a:lnTo>
                      <a:pt x="107" y="297"/>
                    </a:lnTo>
                    <a:lnTo>
                      <a:pt x="101" y="295"/>
                    </a:lnTo>
                    <a:lnTo>
                      <a:pt x="98" y="291"/>
                    </a:lnTo>
                    <a:lnTo>
                      <a:pt x="94" y="285"/>
                    </a:lnTo>
                    <a:lnTo>
                      <a:pt x="92" y="278"/>
                    </a:lnTo>
                    <a:lnTo>
                      <a:pt x="88" y="272"/>
                    </a:lnTo>
                    <a:lnTo>
                      <a:pt x="86" y="266"/>
                    </a:lnTo>
                    <a:lnTo>
                      <a:pt x="84" y="263"/>
                    </a:lnTo>
                    <a:lnTo>
                      <a:pt x="82" y="259"/>
                    </a:lnTo>
                    <a:lnTo>
                      <a:pt x="78" y="255"/>
                    </a:lnTo>
                    <a:lnTo>
                      <a:pt x="75" y="253"/>
                    </a:lnTo>
                    <a:lnTo>
                      <a:pt x="71" y="253"/>
                    </a:lnTo>
                    <a:lnTo>
                      <a:pt x="65" y="251"/>
                    </a:lnTo>
                    <a:lnTo>
                      <a:pt x="59" y="251"/>
                    </a:lnTo>
                    <a:lnTo>
                      <a:pt x="52" y="251"/>
                    </a:lnTo>
                    <a:lnTo>
                      <a:pt x="46" y="249"/>
                    </a:lnTo>
                    <a:lnTo>
                      <a:pt x="40" y="249"/>
                    </a:lnTo>
                    <a:lnTo>
                      <a:pt x="35" y="245"/>
                    </a:lnTo>
                    <a:lnTo>
                      <a:pt x="29" y="241"/>
                    </a:lnTo>
                    <a:lnTo>
                      <a:pt x="27" y="232"/>
                    </a:lnTo>
                    <a:lnTo>
                      <a:pt x="27" y="220"/>
                    </a:lnTo>
                    <a:lnTo>
                      <a:pt x="29" y="209"/>
                    </a:lnTo>
                    <a:lnTo>
                      <a:pt x="31" y="203"/>
                    </a:lnTo>
                    <a:lnTo>
                      <a:pt x="33" y="199"/>
                    </a:lnTo>
                    <a:lnTo>
                      <a:pt x="33" y="194"/>
                    </a:lnTo>
                    <a:lnTo>
                      <a:pt x="33" y="190"/>
                    </a:lnTo>
                    <a:lnTo>
                      <a:pt x="31" y="186"/>
                    </a:lnTo>
                    <a:lnTo>
                      <a:pt x="27" y="182"/>
                    </a:lnTo>
                    <a:lnTo>
                      <a:pt x="23" y="178"/>
                    </a:lnTo>
                    <a:lnTo>
                      <a:pt x="19" y="176"/>
                    </a:lnTo>
                    <a:lnTo>
                      <a:pt x="13" y="171"/>
                    </a:lnTo>
                    <a:lnTo>
                      <a:pt x="8" y="167"/>
                    </a:lnTo>
                    <a:lnTo>
                      <a:pt x="4" y="161"/>
                    </a:lnTo>
                    <a:lnTo>
                      <a:pt x="0" y="155"/>
                    </a:lnTo>
                    <a:lnTo>
                      <a:pt x="0" y="150"/>
                    </a:lnTo>
                    <a:lnTo>
                      <a:pt x="0" y="144"/>
                    </a:lnTo>
                    <a:lnTo>
                      <a:pt x="4" y="138"/>
                    </a:lnTo>
                    <a:lnTo>
                      <a:pt x="8" y="132"/>
                    </a:lnTo>
                    <a:lnTo>
                      <a:pt x="13" y="127"/>
                    </a:lnTo>
                    <a:lnTo>
                      <a:pt x="19" y="123"/>
                    </a:lnTo>
                    <a:lnTo>
                      <a:pt x="25" y="119"/>
                    </a:lnTo>
                    <a:lnTo>
                      <a:pt x="29" y="113"/>
                    </a:lnTo>
                    <a:lnTo>
                      <a:pt x="33" y="109"/>
                    </a:lnTo>
                    <a:lnTo>
                      <a:pt x="33" y="106"/>
                    </a:lnTo>
                    <a:lnTo>
                      <a:pt x="33" y="100"/>
                    </a:lnTo>
                    <a:lnTo>
                      <a:pt x="31" y="94"/>
                    </a:lnTo>
                    <a:lnTo>
                      <a:pt x="29" y="88"/>
                    </a:lnTo>
                    <a:lnTo>
                      <a:pt x="27" y="77"/>
                    </a:lnTo>
                    <a:lnTo>
                      <a:pt x="27" y="67"/>
                    </a:lnTo>
                    <a:lnTo>
                      <a:pt x="29" y="58"/>
                    </a:lnTo>
                    <a:lnTo>
                      <a:pt x="35" y="52"/>
                    </a:lnTo>
                    <a:lnTo>
                      <a:pt x="40" y="50"/>
                    </a:lnTo>
                    <a:lnTo>
                      <a:pt x="46" y="48"/>
                    </a:lnTo>
                    <a:lnTo>
                      <a:pt x="54" y="48"/>
                    </a:lnTo>
                    <a:lnTo>
                      <a:pt x="59" y="48"/>
                    </a:lnTo>
                    <a:lnTo>
                      <a:pt x="65" y="46"/>
                    </a:lnTo>
                    <a:lnTo>
                      <a:pt x="71" y="46"/>
                    </a:lnTo>
                    <a:lnTo>
                      <a:pt x="75" y="44"/>
                    </a:lnTo>
                    <a:lnTo>
                      <a:pt x="78" y="44"/>
                    </a:lnTo>
                    <a:lnTo>
                      <a:pt x="82" y="39"/>
                    </a:lnTo>
                    <a:lnTo>
                      <a:pt x="86" y="33"/>
                    </a:lnTo>
                    <a:lnTo>
                      <a:pt x="88" y="27"/>
                    </a:lnTo>
                    <a:lnTo>
                      <a:pt x="92" y="20"/>
                    </a:lnTo>
                    <a:lnTo>
                      <a:pt x="94" y="14"/>
                    </a:lnTo>
                    <a:lnTo>
                      <a:pt x="98" y="8"/>
                    </a:lnTo>
                    <a:lnTo>
                      <a:pt x="101" y="4"/>
                    </a:lnTo>
                    <a:lnTo>
                      <a:pt x="107" y="0"/>
                    </a:lnTo>
                    <a:lnTo>
                      <a:pt x="1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5439" tIns="82720" rIns="165439" bIns="82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4190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27" name="Freeform 101">
                <a:extLst>
                  <a:ext uri="{FF2B5EF4-FFF2-40B4-BE49-F238E27FC236}">
                    <a16:creationId xmlns:a16="http://schemas.microsoft.com/office/drawing/2014/main" xmlns="" id="{ED3F78FB-0084-4439-908C-7064CC6C7E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55944" y="2635252"/>
                <a:ext cx="85725" cy="127000"/>
              </a:xfrm>
              <a:custGeom>
                <a:avLst/>
                <a:gdLst>
                  <a:gd name="T0" fmla="*/ 75 w 109"/>
                  <a:gd name="T1" fmla="*/ 0 h 158"/>
                  <a:gd name="T2" fmla="*/ 109 w 109"/>
                  <a:gd name="T3" fmla="*/ 139 h 158"/>
                  <a:gd name="T4" fmla="*/ 59 w 109"/>
                  <a:gd name="T5" fmla="*/ 112 h 158"/>
                  <a:gd name="T6" fmla="*/ 29 w 109"/>
                  <a:gd name="T7" fmla="*/ 158 h 158"/>
                  <a:gd name="T8" fmla="*/ 0 w 109"/>
                  <a:gd name="T9" fmla="*/ 40 h 158"/>
                  <a:gd name="T10" fmla="*/ 6 w 109"/>
                  <a:gd name="T11" fmla="*/ 44 h 158"/>
                  <a:gd name="T12" fmla="*/ 15 w 109"/>
                  <a:gd name="T13" fmla="*/ 47 h 158"/>
                  <a:gd name="T14" fmla="*/ 23 w 109"/>
                  <a:gd name="T15" fmla="*/ 47 h 158"/>
                  <a:gd name="T16" fmla="*/ 27 w 109"/>
                  <a:gd name="T17" fmla="*/ 47 h 158"/>
                  <a:gd name="T18" fmla="*/ 33 w 109"/>
                  <a:gd name="T19" fmla="*/ 45 h 158"/>
                  <a:gd name="T20" fmla="*/ 44 w 109"/>
                  <a:gd name="T21" fmla="*/ 38 h 158"/>
                  <a:gd name="T22" fmla="*/ 54 w 109"/>
                  <a:gd name="T23" fmla="*/ 26 h 158"/>
                  <a:gd name="T24" fmla="*/ 57 w 109"/>
                  <a:gd name="T25" fmla="*/ 13 h 158"/>
                  <a:gd name="T26" fmla="*/ 59 w 109"/>
                  <a:gd name="T27" fmla="*/ 9 h 158"/>
                  <a:gd name="T28" fmla="*/ 61 w 109"/>
                  <a:gd name="T29" fmla="*/ 5 h 158"/>
                  <a:gd name="T30" fmla="*/ 63 w 109"/>
                  <a:gd name="T31" fmla="*/ 1 h 158"/>
                  <a:gd name="T32" fmla="*/ 67 w 109"/>
                  <a:gd name="T33" fmla="*/ 1 h 158"/>
                  <a:gd name="T34" fmla="*/ 71 w 109"/>
                  <a:gd name="T35" fmla="*/ 0 h 158"/>
                  <a:gd name="T36" fmla="*/ 75 w 109"/>
                  <a:gd name="T37" fmla="*/ 0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9" h="158">
                    <a:moveTo>
                      <a:pt x="75" y="0"/>
                    </a:moveTo>
                    <a:lnTo>
                      <a:pt x="109" y="139"/>
                    </a:lnTo>
                    <a:lnTo>
                      <a:pt x="59" y="112"/>
                    </a:lnTo>
                    <a:lnTo>
                      <a:pt x="29" y="158"/>
                    </a:lnTo>
                    <a:lnTo>
                      <a:pt x="0" y="40"/>
                    </a:lnTo>
                    <a:lnTo>
                      <a:pt x="6" y="44"/>
                    </a:lnTo>
                    <a:lnTo>
                      <a:pt x="15" y="47"/>
                    </a:lnTo>
                    <a:lnTo>
                      <a:pt x="23" y="47"/>
                    </a:lnTo>
                    <a:lnTo>
                      <a:pt x="27" y="47"/>
                    </a:lnTo>
                    <a:lnTo>
                      <a:pt x="33" y="45"/>
                    </a:lnTo>
                    <a:lnTo>
                      <a:pt x="44" y="38"/>
                    </a:lnTo>
                    <a:lnTo>
                      <a:pt x="54" y="26"/>
                    </a:lnTo>
                    <a:lnTo>
                      <a:pt x="57" y="13"/>
                    </a:lnTo>
                    <a:lnTo>
                      <a:pt x="59" y="9"/>
                    </a:lnTo>
                    <a:lnTo>
                      <a:pt x="61" y="5"/>
                    </a:lnTo>
                    <a:lnTo>
                      <a:pt x="63" y="1"/>
                    </a:lnTo>
                    <a:lnTo>
                      <a:pt x="67" y="1"/>
                    </a:lnTo>
                    <a:lnTo>
                      <a:pt x="71" y="0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5439" tIns="82720" rIns="165439" bIns="82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4190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28" name="Freeform 102">
                <a:extLst>
                  <a:ext uri="{FF2B5EF4-FFF2-40B4-BE49-F238E27FC236}">
                    <a16:creationId xmlns:a16="http://schemas.microsoft.com/office/drawing/2014/main" xmlns="" id="{D3B58AD7-49C1-4F0D-9290-F5CFD03981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43226" y="2636839"/>
                <a:ext cx="88900" cy="125413"/>
              </a:xfrm>
              <a:custGeom>
                <a:avLst/>
                <a:gdLst>
                  <a:gd name="T0" fmla="*/ 32 w 110"/>
                  <a:gd name="T1" fmla="*/ 0 h 157"/>
                  <a:gd name="T2" fmla="*/ 36 w 110"/>
                  <a:gd name="T3" fmla="*/ 0 h 157"/>
                  <a:gd name="T4" fmla="*/ 38 w 110"/>
                  <a:gd name="T5" fmla="*/ 0 h 157"/>
                  <a:gd name="T6" fmla="*/ 40 w 110"/>
                  <a:gd name="T7" fmla="*/ 4 h 157"/>
                  <a:gd name="T8" fmla="*/ 42 w 110"/>
                  <a:gd name="T9" fmla="*/ 8 h 157"/>
                  <a:gd name="T10" fmla="*/ 42 w 110"/>
                  <a:gd name="T11" fmla="*/ 12 h 157"/>
                  <a:gd name="T12" fmla="*/ 47 w 110"/>
                  <a:gd name="T13" fmla="*/ 25 h 157"/>
                  <a:gd name="T14" fmla="*/ 57 w 110"/>
                  <a:gd name="T15" fmla="*/ 37 h 157"/>
                  <a:gd name="T16" fmla="*/ 68 w 110"/>
                  <a:gd name="T17" fmla="*/ 44 h 157"/>
                  <a:gd name="T18" fmla="*/ 74 w 110"/>
                  <a:gd name="T19" fmla="*/ 46 h 157"/>
                  <a:gd name="T20" fmla="*/ 78 w 110"/>
                  <a:gd name="T21" fmla="*/ 46 h 157"/>
                  <a:gd name="T22" fmla="*/ 86 w 110"/>
                  <a:gd name="T23" fmla="*/ 46 h 157"/>
                  <a:gd name="T24" fmla="*/ 95 w 110"/>
                  <a:gd name="T25" fmla="*/ 43 h 157"/>
                  <a:gd name="T26" fmla="*/ 101 w 110"/>
                  <a:gd name="T27" fmla="*/ 39 h 157"/>
                  <a:gd name="T28" fmla="*/ 109 w 110"/>
                  <a:gd name="T29" fmla="*/ 35 h 157"/>
                  <a:gd name="T30" fmla="*/ 110 w 110"/>
                  <a:gd name="T31" fmla="*/ 33 h 157"/>
                  <a:gd name="T32" fmla="*/ 80 w 110"/>
                  <a:gd name="T33" fmla="*/ 157 h 157"/>
                  <a:gd name="T34" fmla="*/ 49 w 110"/>
                  <a:gd name="T35" fmla="*/ 111 h 157"/>
                  <a:gd name="T36" fmla="*/ 0 w 110"/>
                  <a:gd name="T37" fmla="*/ 138 h 157"/>
                  <a:gd name="T38" fmla="*/ 32 w 110"/>
                  <a:gd name="T39" fmla="*/ 0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0" h="157">
                    <a:moveTo>
                      <a:pt x="32" y="0"/>
                    </a:moveTo>
                    <a:lnTo>
                      <a:pt x="36" y="0"/>
                    </a:lnTo>
                    <a:lnTo>
                      <a:pt x="38" y="0"/>
                    </a:lnTo>
                    <a:lnTo>
                      <a:pt x="40" y="4"/>
                    </a:lnTo>
                    <a:lnTo>
                      <a:pt x="42" y="8"/>
                    </a:lnTo>
                    <a:lnTo>
                      <a:pt x="42" y="12"/>
                    </a:lnTo>
                    <a:lnTo>
                      <a:pt x="47" y="25"/>
                    </a:lnTo>
                    <a:lnTo>
                      <a:pt x="57" y="37"/>
                    </a:lnTo>
                    <a:lnTo>
                      <a:pt x="68" y="44"/>
                    </a:lnTo>
                    <a:lnTo>
                      <a:pt x="74" y="46"/>
                    </a:lnTo>
                    <a:lnTo>
                      <a:pt x="78" y="46"/>
                    </a:lnTo>
                    <a:lnTo>
                      <a:pt x="86" y="46"/>
                    </a:lnTo>
                    <a:lnTo>
                      <a:pt x="95" y="43"/>
                    </a:lnTo>
                    <a:lnTo>
                      <a:pt x="101" y="39"/>
                    </a:lnTo>
                    <a:lnTo>
                      <a:pt x="109" y="35"/>
                    </a:lnTo>
                    <a:lnTo>
                      <a:pt x="110" y="33"/>
                    </a:lnTo>
                    <a:lnTo>
                      <a:pt x="80" y="157"/>
                    </a:lnTo>
                    <a:lnTo>
                      <a:pt x="49" y="111"/>
                    </a:lnTo>
                    <a:lnTo>
                      <a:pt x="0" y="138"/>
                    </a:lnTo>
                    <a:lnTo>
                      <a:pt x="3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5439" tIns="82720" rIns="165439" bIns="82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4190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29" name="Freeform 103">
                <a:extLst>
                  <a:ext uri="{FF2B5EF4-FFF2-40B4-BE49-F238E27FC236}">
                    <a16:creationId xmlns:a16="http://schemas.microsoft.com/office/drawing/2014/main" xmlns="" id="{E4B95264-2C9A-4531-9825-DC32D8C754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0685" y="2465388"/>
                <a:ext cx="158750" cy="160338"/>
              </a:xfrm>
              <a:custGeom>
                <a:avLst/>
                <a:gdLst>
                  <a:gd name="T0" fmla="*/ 78 w 200"/>
                  <a:gd name="T1" fmla="*/ 40 h 201"/>
                  <a:gd name="T2" fmla="*/ 78 w 200"/>
                  <a:gd name="T3" fmla="*/ 48 h 201"/>
                  <a:gd name="T4" fmla="*/ 80 w 200"/>
                  <a:gd name="T5" fmla="*/ 48 h 201"/>
                  <a:gd name="T6" fmla="*/ 84 w 200"/>
                  <a:gd name="T7" fmla="*/ 48 h 201"/>
                  <a:gd name="T8" fmla="*/ 88 w 200"/>
                  <a:gd name="T9" fmla="*/ 50 h 201"/>
                  <a:gd name="T10" fmla="*/ 89 w 200"/>
                  <a:gd name="T11" fmla="*/ 52 h 201"/>
                  <a:gd name="T12" fmla="*/ 91 w 200"/>
                  <a:gd name="T13" fmla="*/ 54 h 201"/>
                  <a:gd name="T14" fmla="*/ 93 w 200"/>
                  <a:gd name="T15" fmla="*/ 58 h 201"/>
                  <a:gd name="T16" fmla="*/ 93 w 200"/>
                  <a:gd name="T17" fmla="*/ 63 h 201"/>
                  <a:gd name="T18" fmla="*/ 93 w 200"/>
                  <a:gd name="T19" fmla="*/ 69 h 201"/>
                  <a:gd name="T20" fmla="*/ 93 w 200"/>
                  <a:gd name="T21" fmla="*/ 75 h 201"/>
                  <a:gd name="T22" fmla="*/ 93 w 200"/>
                  <a:gd name="T23" fmla="*/ 132 h 201"/>
                  <a:gd name="T24" fmla="*/ 93 w 200"/>
                  <a:gd name="T25" fmla="*/ 140 h 201"/>
                  <a:gd name="T26" fmla="*/ 93 w 200"/>
                  <a:gd name="T27" fmla="*/ 146 h 201"/>
                  <a:gd name="T28" fmla="*/ 93 w 200"/>
                  <a:gd name="T29" fmla="*/ 149 h 201"/>
                  <a:gd name="T30" fmla="*/ 91 w 200"/>
                  <a:gd name="T31" fmla="*/ 153 h 201"/>
                  <a:gd name="T32" fmla="*/ 89 w 200"/>
                  <a:gd name="T33" fmla="*/ 157 h 201"/>
                  <a:gd name="T34" fmla="*/ 88 w 200"/>
                  <a:gd name="T35" fmla="*/ 159 h 201"/>
                  <a:gd name="T36" fmla="*/ 84 w 200"/>
                  <a:gd name="T37" fmla="*/ 159 h 201"/>
                  <a:gd name="T38" fmla="*/ 78 w 200"/>
                  <a:gd name="T39" fmla="*/ 159 h 201"/>
                  <a:gd name="T40" fmla="*/ 78 w 200"/>
                  <a:gd name="T41" fmla="*/ 167 h 201"/>
                  <a:gd name="T42" fmla="*/ 128 w 200"/>
                  <a:gd name="T43" fmla="*/ 167 h 201"/>
                  <a:gd name="T44" fmla="*/ 128 w 200"/>
                  <a:gd name="T45" fmla="*/ 159 h 201"/>
                  <a:gd name="T46" fmla="*/ 126 w 200"/>
                  <a:gd name="T47" fmla="*/ 159 h 201"/>
                  <a:gd name="T48" fmla="*/ 122 w 200"/>
                  <a:gd name="T49" fmla="*/ 159 h 201"/>
                  <a:gd name="T50" fmla="*/ 118 w 200"/>
                  <a:gd name="T51" fmla="*/ 159 h 201"/>
                  <a:gd name="T52" fmla="*/ 116 w 200"/>
                  <a:gd name="T53" fmla="*/ 157 h 201"/>
                  <a:gd name="T54" fmla="*/ 114 w 200"/>
                  <a:gd name="T55" fmla="*/ 153 h 201"/>
                  <a:gd name="T56" fmla="*/ 114 w 200"/>
                  <a:gd name="T57" fmla="*/ 149 h 201"/>
                  <a:gd name="T58" fmla="*/ 112 w 200"/>
                  <a:gd name="T59" fmla="*/ 146 h 201"/>
                  <a:gd name="T60" fmla="*/ 112 w 200"/>
                  <a:gd name="T61" fmla="*/ 140 h 201"/>
                  <a:gd name="T62" fmla="*/ 112 w 200"/>
                  <a:gd name="T63" fmla="*/ 132 h 201"/>
                  <a:gd name="T64" fmla="*/ 112 w 200"/>
                  <a:gd name="T65" fmla="*/ 40 h 201"/>
                  <a:gd name="T66" fmla="*/ 78 w 200"/>
                  <a:gd name="T67" fmla="*/ 40 h 201"/>
                  <a:gd name="T68" fmla="*/ 99 w 200"/>
                  <a:gd name="T69" fmla="*/ 0 h 201"/>
                  <a:gd name="T70" fmla="*/ 131 w 200"/>
                  <a:gd name="T71" fmla="*/ 6 h 201"/>
                  <a:gd name="T72" fmla="*/ 158 w 200"/>
                  <a:gd name="T73" fmla="*/ 21 h 201"/>
                  <a:gd name="T74" fmla="*/ 181 w 200"/>
                  <a:gd name="T75" fmla="*/ 42 h 201"/>
                  <a:gd name="T76" fmla="*/ 195 w 200"/>
                  <a:gd name="T77" fmla="*/ 69 h 201"/>
                  <a:gd name="T78" fmla="*/ 200 w 200"/>
                  <a:gd name="T79" fmla="*/ 102 h 201"/>
                  <a:gd name="T80" fmla="*/ 195 w 200"/>
                  <a:gd name="T81" fmla="*/ 132 h 201"/>
                  <a:gd name="T82" fmla="*/ 181 w 200"/>
                  <a:gd name="T83" fmla="*/ 161 h 201"/>
                  <a:gd name="T84" fmla="*/ 158 w 200"/>
                  <a:gd name="T85" fmla="*/ 182 h 201"/>
                  <a:gd name="T86" fmla="*/ 131 w 200"/>
                  <a:gd name="T87" fmla="*/ 195 h 201"/>
                  <a:gd name="T88" fmla="*/ 99 w 200"/>
                  <a:gd name="T89" fmla="*/ 201 h 201"/>
                  <a:gd name="T90" fmla="*/ 68 w 200"/>
                  <a:gd name="T91" fmla="*/ 195 h 201"/>
                  <a:gd name="T92" fmla="*/ 42 w 200"/>
                  <a:gd name="T93" fmla="*/ 182 h 201"/>
                  <a:gd name="T94" fmla="*/ 19 w 200"/>
                  <a:gd name="T95" fmla="*/ 161 h 201"/>
                  <a:gd name="T96" fmla="*/ 5 w 200"/>
                  <a:gd name="T97" fmla="*/ 132 h 201"/>
                  <a:gd name="T98" fmla="*/ 0 w 200"/>
                  <a:gd name="T99" fmla="*/ 102 h 201"/>
                  <a:gd name="T100" fmla="*/ 5 w 200"/>
                  <a:gd name="T101" fmla="*/ 69 h 201"/>
                  <a:gd name="T102" fmla="*/ 19 w 200"/>
                  <a:gd name="T103" fmla="*/ 42 h 201"/>
                  <a:gd name="T104" fmla="*/ 42 w 200"/>
                  <a:gd name="T105" fmla="*/ 21 h 201"/>
                  <a:gd name="T106" fmla="*/ 68 w 200"/>
                  <a:gd name="T107" fmla="*/ 6 h 201"/>
                  <a:gd name="T108" fmla="*/ 99 w 200"/>
                  <a:gd name="T109" fmla="*/ 0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00" h="201">
                    <a:moveTo>
                      <a:pt x="78" y="40"/>
                    </a:moveTo>
                    <a:lnTo>
                      <a:pt x="78" y="48"/>
                    </a:lnTo>
                    <a:lnTo>
                      <a:pt x="80" y="48"/>
                    </a:lnTo>
                    <a:lnTo>
                      <a:pt x="84" y="48"/>
                    </a:lnTo>
                    <a:lnTo>
                      <a:pt x="88" y="50"/>
                    </a:lnTo>
                    <a:lnTo>
                      <a:pt x="89" y="52"/>
                    </a:lnTo>
                    <a:lnTo>
                      <a:pt x="91" y="54"/>
                    </a:lnTo>
                    <a:lnTo>
                      <a:pt x="93" y="58"/>
                    </a:lnTo>
                    <a:lnTo>
                      <a:pt x="93" y="63"/>
                    </a:lnTo>
                    <a:lnTo>
                      <a:pt x="93" y="69"/>
                    </a:lnTo>
                    <a:lnTo>
                      <a:pt x="93" y="75"/>
                    </a:lnTo>
                    <a:lnTo>
                      <a:pt x="93" y="132"/>
                    </a:lnTo>
                    <a:lnTo>
                      <a:pt x="93" y="140"/>
                    </a:lnTo>
                    <a:lnTo>
                      <a:pt x="93" y="146"/>
                    </a:lnTo>
                    <a:lnTo>
                      <a:pt x="93" y="149"/>
                    </a:lnTo>
                    <a:lnTo>
                      <a:pt x="91" y="153"/>
                    </a:lnTo>
                    <a:lnTo>
                      <a:pt x="89" y="157"/>
                    </a:lnTo>
                    <a:lnTo>
                      <a:pt x="88" y="159"/>
                    </a:lnTo>
                    <a:lnTo>
                      <a:pt x="84" y="159"/>
                    </a:lnTo>
                    <a:lnTo>
                      <a:pt x="78" y="159"/>
                    </a:lnTo>
                    <a:lnTo>
                      <a:pt x="78" y="167"/>
                    </a:lnTo>
                    <a:lnTo>
                      <a:pt x="128" y="167"/>
                    </a:lnTo>
                    <a:lnTo>
                      <a:pt x="128" y="159"/>
                    </a:lnTo>
                    <a:lnTo>
                      <a:pt x="126" y="159"/>
                    </a:lnTo>
                    <a:lnTo>
                      <a:pt x="122" y="159"/>
                    </a:lnTo>
                    <a:lnTo>
                      <a:pt x="118" y="159"/>
                    </a:lnTo>
                    <a:lnTo>
                      <a:pt x="116" y="157"/>
                    </a:lnTo>
                    <a:lnTo>
                      <a:pt x="114" y="153"/>
                    </a:lnTo>
                    <a:lnTo>
                      <a:pt x="114" y="149"/>
                    </a:lnTo>
                    <a:lnTo>
                      <a:pt x="112" y="146"/>
                    </a:lnTo>
                    <a:lnTo>
                      <a:pt x="112" y="140"/>
                    </a:lnTo>
                    <a:lnTo>
                      <a:pt x="112" y="132"/>
                    </a:lnTo>
                    <a:lnTo>
                      <a:pt x="112" y="40"/>
                    </a:lnTo>
                    <a:lnTo>
                      <a:pt x="78" y="40"/>
                    </a:lnTo>
                    <a:close/>
                    <a:moveTo>
                      <a:pt x="99" y="0"/>
                    </a:moveTo>
                    <a:lnTo>
                      <a:pt x="131" y="6"/>
                    </a:lnTo>
                    <a:lnTo>
                      <a:pt x="158" y="21"/>
                    </a:lnTo>
                    <a:lnTo>
                      <a:pt x="181" y="42"/>
                    </a:lnTo>
                    <a:lnTo>
                      <a:pt x="195" y="69"/>
                    </a:lnTo>
                    <a:lnTo>
                      <a:pt x="200" y="102"/>
                    </a:lnTo>
                    <a:lnTo>
                      <a:pt x="195" y="132"/>
                    </a:lnTo>
                    <a:lnTo>
                      <a:pt x="181" y="161"/>
                    </a:lnTo>
                    <a:lnTo>
                      <a:pt x="158" y="182"/>
                    </a:lnTo>
                    <a:lnTo>
                      <a:pt x="131" y="195"/>
                    </a:lnTo>
                    <a:lnTo>
                      <a:pt x="99" y="201"/>
                    </a:lnTo>
                    <a:lnTo>
                      <a:pt x="68" y="195"/>
                    </a:lnTo>
                    <a:lnTo>
                      <a:pt x="42" y="182"/>
                    </a:lnTo>
                    <a:lnTo>
                      <a:pt x="19" y="161"/>
                    </a:lnTo>
                    <a:lnTo>
                      <a:pt x="5" y="132"/>
                    </a:lnTo>
                    <a:lnTo>
                      <a:pt x="0" y="102"/>
                    </a:lnTo>
                    <a:lnTo>
                      <a:pt x="5" y="69"/>
                    </a:lnTo>
                    <a:lnTo>
                      <a:pt x="19" y="42"/>
                    </a:lnTo>
                    <a:lnTo>
                      <a:pt x="42" y="21"/>
                    </a:lnTo>
                    <a:lnTo>
                      <a:pt x="68" y="6"/>
                    </a:lnTo>
                    <a:lnTo>
                      <a:pt x="9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5439" tIns="82720" rIns="165439" bIns="82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4190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p:grp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xmlns="" id="{88F733FE-F502-4A15-B30F-3988F8A8BFC2}"/>
                </a:ext>
              </a:extLst>
            </p:cNvPr>
            <p:cNvSpPr txBox="1"/>
            <p:nvPr/>
          </p:nvSpPr>
          <p:spPr>
            <a:xfrm>
              <a:off x="5888180" y="5130454"/>
              <a:ext cx="38572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Presence of Over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400+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R&amp;D Centers &amp; </a:t>
              </a: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850+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GICs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xmlns="" id="{CF035878-0EE1-4933-88E9-2E0F7EB6FF30}"/>
                </a:ext>
              </a:extLst>
            </p:cNvPr>
            <p:cNvSpPr txBox="1"/>
            <p:nvPr/>
          </p:nvSpPr>
          <p:spPr>
            <a:xfrm>
              <a:off x="5874221" y="5590912"/>
              <a:ext cx="36660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2419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00" b="1" dirty="0">
                  <a:solidFill>
                    <a:srgbClr val="C00000"/>
                  </a:solidFill>
                  <a:latin typeface="Calibri" panose="020F0502020204030204"/>
                  <a:cs typeface="Calibri" panose="020F0502020204030204" pitchFamily="34" charset="0"/>
                </a:rPr>
                <a:t>43</a:t>
              </a:r>
              <a:r>
                <a:rPr kumimoji="0" lang="en-I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Calibri" panose="020F0502020204030204" pitchFamily="34" charset="0"/>
                </a:rPr>
                <a:t> unicorns </a:t>
              </a:r>
              <a:r>
                <a: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: </a:t>
              </a:r>
              <a:r>
                <a: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Largest hub in the Country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xmlns="" id="{562B8729-7C75-4E7C-844E-416EB19984FC}"/>
                </a:ext>
              </a:extLst>
            </p:cNvPr>
            <p:cNvSpPr txBox="1"/>
            <p:nvPr/>
          </p:nvSpPr>
          <p:spPr>
            <a:xfrm>
              <a:off x="5870792" y="5994621"/>
              <a:ext cx="42762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Startup capital of India</a:t>
              </a:r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xmlns="" id="{26FDB816-966E-46CC-9ED6-985062BC1798}"/>
                </a:ext>
              </a:extLst>
            </p:cNvPr>
            <p:cNvGrpSpPr/>
            <p:nvPr/>
          </p:nvGrpSpPr>
          <p:grpSpPr>
            <a:xfrm>
              <a:off x="5683343" y="4606130"/>
              <a:ext cx="217615" cy="220152"/>
              <a:chOff x="4187501" y="3247288"/>
              <a:chExt cx="343166" cy="354060"/>
            </a:xfrm>
            <a:solidFill>
              <a:srgbClr val="F3756E">
                <a:lumMod val="50000"/>
              </a:srgbClr>
            </a:solidFill>
          </p:grpSpPr>
          <p:sp>
            <p:nvSpPr>
              <p:cNvPr id="134" name="Freeform 132">
                <a:extLst>
                  <a:ext uri="{FF2B5EF4-FFF2-40B4-BE49-F238E27FC236}">
                    <a16:creationId xmlns:a16="http://schemas.microsoft.com/office/drawing/2014/main" xmlns="" id="{3DB8FC83-269D-4DC5-9DF0-8E3EE9BEBB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87501" y="3272708"/>
                <a:ext cx="330456" cy="328640"/>
              </a:xfrm>
              <a:custGeom>
                <a:avLst/>
                <a:gdLst>
                  <a:gd name="T0" fmla="*/ 243 w 362"/>
                  <a:gd name="T1" fmla="*/ 318 h 361"/>
                  <a:gd name="T2" fmla="*/ 283 w 362"/>
                  <a:gd name="T3" fmla="*/ 303 h 361"/>
                  <a:gd name="T4" fmla="*/ 97 w 362"/>
                  <a:gd name="T5" fmla="*/ 273 h 361"/>
                  <a:gd name="T6" fmla="*/ 102 w 362"/>
                  <a:gd name="T7" fmla="*/ 318 h 361"/>
                  <a:gd name="T8" fmla="*/ 111 w 362"/>
                  <a:gd name="T9" fmla="*/ 304 h 361"/>
                  <a:gd name="T10" fmla="*/ 188 w 362"/>
                  <a:gd name="T11" fmla="*/ 343 h 361"/>
                  <a:gd name="T12" fmla="*/ 223 w 362"/>
                  <a:gd name="T13" fmla="*/ 322 h 361"/>
                  <a:gd name="T14" fmla="*/ 253 w 362"/>
                  <a:gd name="T15" fmla="*/ 271 h 361"/>
                  <a:gd name="T16" fmla="*/ 109 w 362"/>
                  <a:gd name="T17" fmla="*/ 271 h 361"/>
                  <a:gd name="T18" fmla="*/ 139 w 362"/>
                  <a:gd name="T19" fmla="*/ 322 h 361"/>
                  <a:gd name="T20" fmla="*/ 174 w 362"/>
                  <a:gd name="T21" fmla="*/ 343 h 361"/>
                  <a:gd name="T22" fmla="*/ 276 w 362"/>
                  <a:gd name="T23" fmla="*/ 225 h 361"/>
                  <a:gd name="T24" fmla="*/ 332 w 362"/>
                  <a:gd name="T25" fmla="*/ 230 h 361"/>
                  <a:gd name="T26" fmla="*/ 188 w 362"/>
                  <a:gd name="T27" fmla="*/ 190 h 361"/>
                  <a:gd name="T28" fmla="*/ 259 w 362"/>
                  <a:gd name="T29" fmla="*/ 255 h 361"/>
                  <a:gd name="T30" fmla="*/ 188 w 362"/>
                  <a:gd name="T31" fmla="*/ 190 h 361"/>
                  <a:gd name="T32" fmla="*/ 104 w 362"/>
                  <a:gd name="T33" fmla="*/ 255 h 361"/>
                  <a:gd name="T34" fmla="*/ 174 w 362"/>
                  <a:gd name="T35" fmla="*/ 190 h 361"/>
                  <a:gd name="T36" fmla="*/ 30 w 362"/>
                  <a:gd name="T37" fmla="*/ 230 h 361"/>
                  <a:gd name="T38" fmla="*/ 84 w 362"/>
                  <a:gd name="T39" fmla="*/ 225 h 361"/>
                  <a:gd name="T40" fmla="*/ 105 w 362"/>
                  <a:gd name="T41" fmla="*/ 104 h 361"/>
                  <a:gd name="T42" fmla="*/ 174 w 362"/>
                  <a:gd name="T43" fmla="*/ 169 h 361"/>
                  <a:gd name="T44" fmla="*/ 47 w 362"/>
                  <a:gd name="T45" fmla="*/ 91 h 361"/>
                  <a:gd name="T46" fmla="*/ 21 w 362"/>
                  <a:gd name="T47" fmla="*/ 169 h 361"/>
                  <a:gd name="T48" fmla="*/ 91 w 362"/>
                  <a:gd name="T49" fmla="*/ 102 h 361"/>
                  <a:gd name="T50" fmla="*/ 104 w 362"/>
                  <a:gd name="T51" fmla="*/ 40 h 361"/>
                  <a:gd name="T52" fmla="*/ 97 w 362"/>
                  <a:gd name="T53" fmla="*/ 86 h 361"/>
                  <a:gd name="T54" fmla="*/ 130 w 362"/>
                  <a:gd name="T55" fmla="*/ 28 h 361"/>
                  <a:gd name="T56" fmla="*/ 158 w 362"/>
                  <a:gd name="T57" fmla="*/ 21 h 361"/>
                  <a:gd name="T58" fmla="*/ 114 w 362"/>
                  <a:gd name="T59" fmla="*/ 74 h 361"/>
                  <a:gd name="T60" fmla="*/ 174 w 362"/>
                  <a:gd name="T61" fmla="*/ 16 h 361"/>
                  <a:gd name="T62" fmla="*/ 227 w 362"/>
                  <a:gd name="T63" fmla="*/ 5 h 361"/>
                  <a:gd name="T64" fmla="*/ 211 w 362"/>
                  <a:gd name="T65" fmla="*/ 26 h 361"/>
                  <a:gd name="T66" fmla="*/ 188 w 362"/>
                  <a:gd name="T67" fmla="*/ 16 h 361"/>
                  <a:gd name="T68" fmla="*/ 234 w 362"/>
                  <a:gd name="T69" fmla="*/ 98 h 361"/>
                  <a:gd name="T70" fmla="*/ 188 w 362"/>
                  <a:gd name="T71" fmla="*/ 169 h 361"/>
                  <a:gd name="T72" fmla="*/ 278 w 362"/>
                  <a:gd name="T73" fmla="*/ 151 h 361"/>
                  <a:gd name="T74" fmla="*/ 339 w 362"/>
                  <a:gd name="T75" fmla="*/ 156 h 361"/>
                  <a:gd name="T76" fmla="*/ 354 w 362"/>
                  <a:gd name="T77" fmla="*/ 125 h 361"/>
                  <a:gd name="T78" fmla="*/ 359 w 362"/>
                  <a:gd name="T79" fmla="*/ 213 h 361"/>
                  <a:gd name="T80" fmla="*/ 325 w 362"/>
                  <a:gd name="T81" fmla="*/ 288 h 361"/>
                  <a:gd name="T82" fmla="*/ 223 w 362"/>
                  <a:gd name="T83" fmla="*/ 355 h 361"/>
                  <a:gd name="T84" fmla="*/ 98 w 362"/>
                  <a:gd name="T85" fmla="*/ 341 h 361"/>
                  <a:gd name="T86" fmla="*/ 26 w 362"/>
                  <a:gd name="T87" fmla="*/ 273 h 361"/>
                  <a:gd name="T88" fmla="*/ 0 w 362"/>
                  <a:gd name="T89" fmla="*/ 179 h 361"/>
                  <a:gd name="T90" fmla="*/ 28 w 362"/>
                  <a:gd name="T91" fmla="*/ 84 h 361"/>
                  <a:gd name="T92" fmla="*/ 100 w 362"/>
                  <a:gd name="T93" fmla="*/ 19 h 3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362" h="361">
                    <a:moveTo>
                      <a:pt x="266" y="273"/>
                    </a:moveTo>
                    <a:lnTo>
                      <a:pt x="251" y="304"/>
                    </a:lnTo>
                    <a:lnTo>
                      <a:pt x="243" y="318"/>
                    </a:lnTo>
                    <a:lnTo>
                      <a:pt x="232" y="331"/>
                    </a:lnTo>
                    <a:lnTo>
                      <a:pt x="260" y="318"/>
                    </a:lnTo>
                    <a:lnTo>
                      <a:pt x="283" y="303"/>
                    </a:lnTo>
                    <a:lnTo>
                      <a:pt x="304" y="281"/>
                    </a:lnTo>
                    <a:lnTo>
                      <a:pt x="266" y="273"/>
                    </a:lnTo>
                    <a:close/>
                    <a:moveTo>
                      <a:pt x="97" y="273"/>
                    </a:moveTo>
                    <a:lnTo>
                      <a:pt x="58" y="281"/>
                    </a:lnTo>
                    <a:lnTo>
                      <a:pt x="77" y="303"/>
                    </a:lnTo>
                    <a:lnTo>
                      <a:pt x="102" y="318"/>
                    </a:lnTo>
                    <a:lnTo>
                      <a:pt x="130" y="331"/>
                    </a:lnTo>
                    <a:lnTo>
                      <a:pt x="120" y="318"/>
                    </a:lnTo>
                    <a:lnTo>
                      <a:pt x="111" y="304"/>
                    </a:lnTo>
                    <a:lnTo>
                      <a:pt x="97" y="273"/>
                    </a:lnTo>
                    <a:close/>
                    <a:moveTo>
                      <a:pt x="188" y="266"/>
                    </a:moveTo>
                    <a:lnTo>
                      <a:pt x="188" y="343"/>
                    </a:lnTo>
                    <a:lnTo>
                      <a:pt x="195" y="341"/>
                    </a:lnTo>
                    <a:lnTo>
                      <a:pt x="204" y="338"/>
                    </a:lnTo>
                    <a:lnTo>
                      <a:pt x="223" y="322"/>
                    </a:lnTo>
                    <a:lnTo>
                      <a:pt x="241" y="297"/>
                    </a:lnTo>
                    <a:lnTo>
                      <a:pt x="248" y="285"/>
                    </a:lnTo>
                    <a:lnTo>
                      <a:pt x="253" y="271"/>
                    </a:lnTo>
                    <a:lnTo>
                      <a:pt x="188" y="266"/>
                    </a:lnTo>
                    <a:close/>
                    <a:moveTo>
                      <a:pt x="174" y="266"/>
                    </a:moveTo>
                    <a:lnTo>
                      <a:pt x="109" y="271"/>
                    </a:lnTo>
                    <a:lnTo>
                      <a:pt x="114" y="285"/>
                    </a:lnTo>
                    <a:lnTo>
                      <a:pt x="121" y="297"/>
                    </a:lnTo>
                    <a:lnTo>
                      <a:pt x="139" y="322"/>
                    </a:lnTo>
                    <a:lnTo>
                      <a:pt x="158" y="338"/>
                    </a:lnTo>
                    <a:lnTo>
                      <a:pt x="167" y="341"/>
                    </a:lnTo>
                    <a:lnTo>
                      <a:pt x="174" y="343"/>
                    </a:lnTo>
                    <a:lnTo>
                      <a:pt x="174" y="266"/>
                    </a:lnTo>
                    <a:close/>
                    <a:moveTo>
                      <a:pt x="280" y="190"/>
                    </a:moveTo>
                    <a:lnTo>
                      <a:pt x="276" y="225"/>
                    </a:lnTo>
                    <a:lnTo>
                      <a:pt x="271" y="257"/>
                    </a:lnTo>
                    <a:lnTo>
                      <a:pt x="315" y="267"/>
                    </a:lnTo>
                    <a:lnTo>
                      <a:pt x="332" y="230"/>
                    </a:lnTo>
                    <a:lnTo>
                      <a:pt x="341" y="190"/>
                    </a:lnTo>
                    <a:lnTo>
                      <a:pt x="280" y="190"/>
                    </a:lnTo>
                    <a:close/>
                    <a:moveTo>
                      <a:pt x="188" y="190"/>
                    </a:moveTo>
                    <a:lnTo>
                      <a:pt x="188" y="250"/>
                    </a:lnTo>
                    <a:lnTo>
                      <a:pt x="223" y="250"/>
                    </a:lnTo>
                    <a:lnTo>
                      <a:pt x="259" y="255"/>
                    </a:lnTo>
                    <a:lnTo>
                      <a:pt x="264" y="223"/>
                    </a:lnTo>
                    <a:lnTo>
                      <a:pt x="267" y="190"/>
                    </a:lnTo>
                    <a:lnTo>
                      <a:pt x="188" y="190"/>
                    </a:lnTo>
                    <a:close/>
                    <a:moveTo>
                      <a:pt x="95" y="190"/>
                    </a:moveTo>
                    <a:lnTo>
                      <a:pt x="98" y="223"/>
                    </a:lnTo>
                    <a:lnTo>
                      <a:pt x="104" y="255"/>
                    </a:lnTo>
                    <a:lnTo>
                      <a:pt x="139" y="250"/>
                    </a:lnTo>
                    <a:lnTo>
                      <a:pt x="174" y="250"/>
                    </a:lnTo>
                    <a:lnTo>
                      <a:pt x="174" y="190"/>
                    </a:lnTo>
                    <a:lnTo>
                      <a:pt x="95" y="190"/>
                    </a:lnTo>
                    <a:close/>
                    <a:moveTo>
                      <a:pt x="21" y="190"/>
                    </a:moveTo>
                    <a:lnTo>
                      <a:pt x="30" y="230"/>
                    </a:lnTo>
                    <a:lnTo>
                      <a:pt x="47" y="267"/>
                    </a:lnTo>
                    <a:lnTo>
                      <a:pt x="91" y="257"/>
                    </a:lnTo>
                    <a:lnTo>
                      <a:pt x="84" y="225"/>
                    </a:lnTo>
                    <a:lnTo>
                      <a:pt x="83" y="190"/>
                    </a:lnTo>
                    <a:lnTo>
                      <a:pt x="21" y="190"/>
                    </a:lnTo>
                    <a:close/>
                    <a:moveTo>
                      <a:pt x="105" y="104"/>
                    </a:moveTo>
                    <a:lnTo>
                      <a:pt x="98" y="135"/>
                    </a:lnTo>
                    <a:lnTo>
                      <a:pt x="95" y="169"/>
                    </a:lnTo>
                    <a:lnTo>
                      <a:pt x="174" y="169"/>
                    </a:lnTo>
                    <a:lnTo>
                      <a:pt x="174" y="109"/>
                    </a:lnTo>
                    <a:lnTo>
                      <a:pt x="105" y="104"/>
                    </a:lnTo>
                    <a:close/>
                    <a:moveTo>
                      <a:pt x="47" y="91"/>
                    </a:moveTo>
                    <a:lnTo>
                      <a:pt x="35" y="116"/>
                    </a:lnTo>
                    <a:lnTo>
                      <a:pt x="26" y="141"/>
                    </a:lnTo>
                    <a:lnTo>
                      <a:pt x="21" y="169"/>
                    </a:lnTo>
                    <a:lnTo>
                      <a:pt x="83" y="169"/>
                    </a:lnTo>
                    <a:lnTo>
                      <a:pt x="86" y="134"/>
                    </a:lnTo>
                    <a:lnTo>
                      <a:pt x="91" y="102"/>
                    </a:lnTo>
                    <a:lnTo>
                      <a:pt x="47" y="91"/>
                    </a:lnTo>
                    <a:close/>
                    <a:moveTo>
                      <a:pt x="130" y="28"/>
                    </a:moveTo>
                    <a:lnTo>
                      <a:pt x="104" y="40"/>
                    </a:lnTo>
                    <a:lnTo>
                      <a:pt x="79" y="56"/>
                    </a:lnTo>
                    <a:lnTo>
                      <a:pt x="58" y="77"/>
                    </a:lnTo>
                    <a:lnTo>
                      <a:pt x="97" y="86"/>
                    </a:lnTo>
                    <a:lnTo>
                      <a:pt x="111" y="56"/>
                    </a:lnTo>
                    <a:lnTo>
                      <a:pt x="120" y="42"/>
                    </a:lnTo>
                    <a:lnTo>
                      <a:pt x="130" y="28"/>
                    </a:lnTo>
                    <a:close/>
                    <a:moveTo>
                      <a:pt x="174" y="16"/>
                    </a:moveTo>
                    <a:lnTo>
                      <a:pt x="167" y="17"/>
                    </a:lnTo>
                    <a:lnTo>
                      <a:pt x="158" y="21"/>
                    </a:lnTo>
                    <a:lnTo>
                      <a:pt x="139" y="37"/>
                    </a:lnTo>
                    <a:lnTo>
                      <a:pt x="121" y="63"/>
                    </a:lnTo>
                    <a:lnTo>
                      <a:pt x="114" y="74"/>
                    </a:lnTo>
                    <a:lnTo>
                      <a:pt x="109" y="88"/>
                    </a:lnTo>
                    <a:lnTo>
                      <a:pt x="174" y="91"/>
                    </a:lnTo>
                    <a:lnTo>
                      <a:pt x="174" y="16"/>
                    </a:lnTo>
                    <a:close/>
                    <a:moveTo>
                      <a:pt x="181" y="0"/>
                    </a:moveTo>
                    <a:lnTo>
                      <a:pt x="204" y="0"/>
                    </a:lnTo>
                    <a:lnTo>
                      <a:pt x="227" y="5"/>
                    </a:lnTo>
                    <a:lnTo>
                      <a:pt x="222" y="17"/>
                    </a:lnTo>
                    <a:lnTo>
                      <a:pt x="218" y="31"/>
                    </a:lnTo>
                    <a:lnTo>
                      <a:pt x="211" y="26"/>
                    </a:lnTo>
                    <a:lnTo>
                      <a:pt x="204" y="21"/>
                    </a:lnTo>
                    <a:lnTo>
                      <a:pt x="195" y="17"/>
                    </a:lnTo>
                    <a:lnTo>
                      <a:pt x="188" y="16"/>
                    </a:lnTo>
                    <a:lnTo>
                      <a:pt x="188" y="91"/>
                    </a:lnTo>
                    <a:lnTo>
                      <a:pt x="229" y="90"/>
                    </a:lnTo>
                    <a:lnTo>
                      <a:pt x="234" y="98"/>
                    </a:lnTo>
                    <a:lnTo>
                      <a:pt x="239" y="105"/>
                    </a:lnTo>
                    <a:lnTo>
                      <a:pt x="188" y="109"/>
                    </a:lnTo>
                    <a:lnTo>
                      <a:pt x="188" y="169"/>
                    </a:lnTo>
                    <a:lnTo>
                      <a:pt x="267" y="169"/>
                    </a:lnTo>
                    <a:lnTo>
                      <a:pt x="264" y="137"/>
                    </a:lnTo>
                    <a:lnTo>
                      <a:pt x="278" y="151"/>
                    </a:lnTo>
                    <a:lnTo>
                      <a:pt x="280" y="169"/>
                    </a:lnTo>
                    <a:lnTo>
                      <a:pt x="341" y="169"/>
                    </a:lnTo>
                    <a:lnTo>
                      <a:pt x="339" y="156"/>
                    </a:lnTo>
                    <a:lnTo>
                      <a:pt x="336" y="142"/>
                    </a:lnTo>
                    <a:lnTo>
                      <a:pt x="345" y="134"/>
                    </a:lnTo>
                    <a:lnTo>
                      <a:pt x="354" y="125"/>
                    </a:lnTo>
                    <a:lnTo>
                      <a:pt x="359" y="151"/>
                    </a:lnTo>
                    <a:lnTo>
                      <a:pt x="362" y="179"/>
                    </a:lnTo>
                    <a:lnTo>
                      <a:pt x="359" y="213"/>
                    </a:lnTo>
                    <a:lnTo>
                      <a:pt x="350" y="244"/>
                    </a:lnTo>
                    <a:lnTo>
                      <a:pt x="336" y="273"/>
                    </a:lnTo>
                    <a:lnTo>
                      <a:pt x="325" y="288"/>
                    </a:lnTo>
                    <a:lnTo>
                      <a:pt x="297" y="318"/>
                    </a:lnTo>
                    <a:lnTo>
                      <a:pt x="264" y="341"/>
                    </a:lnTo>
                    <a:lnTo>
                      <a:pt x="223" y="355"/>
                    </a:lnTo>
                    <a:lnTo>
                      <a:pt x="181" y="361"/>
                    </a:lnTo>
                    <a:lnTo>
                      <a:pt x="137" y="355"/>
                    </a:lnTo>
                    <a:lnTo>
                      <a:pt x="98" y="341"/>
                    </a:lnTo>
                    <a:lnTo>
                      <a:pt x="63" y="318"/>
                    </a:lnTo>
                    <a:lnTo>
                      <a:pt x="35" y="288"/>
                    </a:lnTo>
                    <a:lnTo>
                      <a:pt x="26" y="273"/>
                    </a:lnTo>
                    <a:lnTo>
                      <a:pt x="12" y="244"/>
                    </a:lnTo>
                    <a:lnTo>
                      <a:pt x="3" y="213"/>
                    </a:lnTo>
                    <a:lnTo>
                      <a:pt x="0" y="179"/>
                    </a:lnTo>
                    <a:lnTo>
                      <a:pt x="3" y="146"/>
                    </a:lnTo>
                    <a:lnTo>
                      <a:pt x="12" y="114"/>
                    </a:lnTo>
                    <a:lnTo>
                      <a:pt x="28" y="84"/>
                    </a:lnTo>
                    <a:lnTo>
                      <a:pt x="37" y="70"/>
                    </a:lnTo>
                    <a:lnTo>
                      <a:pt x="65" y="40"/>
                    </a:lnTo>
                    <a:lnTo>
                      <a:pt x="100" y="19"/>
                    </a:lnTo>
                    <a:lnTo>
                      <a:pt x="139" y="3"/>
                    </a:lnTo>
                    <a:lnTo>
                      <a:pt x="18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5439" tIns="82720" rIns="165439" bIns="82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4190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35" name="Freeform 133">
                <a:extLst>
                  <a:ext uri="{FF2B5EF4-FFF2-40B4-BE49-F238E27FC236}">
                    <a16:creationId xmlns:a16="http://schemas.microsoft.com/office/drawing/2014/main" xmlns="" id="{02FB8932-34CF-4910-BA19-A8DF5BD61A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98121" y="3247288"/>
                <a:ext cx="132546" cy="165228"/>
              </a:xfrm>
              <a:custGeom>
                <a:avLst/>
                <a:gdLst>
                  <a:gd name="T0" fmla="*/ 73 w 146"/>
                  <a:gd name="T1" fmla="*/ 21 h 181"/>
                  <a:gd name="T2" fmla="*/ 53 w 146"/>
                  <a:gd name="T3" fmla="*/ 26 h 181"/>
                  <a:gd name="T4" fmla="*/ 36 w 146"/>
                  <a:gd name="T5" fmla="*/ 37 h 181"/>
                  <a:gd name="T6" fmla="*/ 23 w 146"/>
                  <a:gd name="T7" fmla="*/ 54 h 181"/>
                  <a:gd name="T8" fmla="*/ 20 w 146"/>
                  <a:gd name="T9" fmla="*/ 75 h 181"/>
                  <a:gd name="T10" fmla="*/ 23 w 146"/>
                  <a:gd name="T11" fmla="*/ 95 h 181"/>
                  <a:gd name="T12" fmla="*/ 36 w 146"/>
                  <a:gd name="T13" fmla="*/ 112 h 181"/>
                  <a:gd name="T14" fmla="*/ 53 w 146"/>
                  <a:gd name="T15" fmla="*/ 123 h 181"/>
                  <a:gd name="T16" fmla="*/ 73 w 146"/>
                  <a:gd name="T17" fmla="*/ 128 h 181"/>
                  <a:gd name="T18" fmla="*/ 94 w 146"/>
                  <a:gd name="T19" fmla="*/ 123 h 181"/>
                  <a:gd name="T20" fmla="*/ 111 w 146"/>
                  <a:gd name="T21" fmla="*/ 112 h 181"/>
                  <a:gd name="T22" fmla="*/ 122 w 146"/>
                  <a:gd name="T23" fmla="*/ 95 h 181"/>
                  <a:gd name="T24" fmla="*/ 125 w 146"/>
                  <a:gd name="T25" fmla="*/ 75 h 181"/>
                  <a:gd name="T26" fmla="*/ 122 w 146"/>
                  <a:gd name="T27" fmla="*/ 54 h 181"/>
                  <a:gd name="T28" fmla="*/ 111 w 146"/>
                  <a:gd name="T29" fmla="*/ 37 h 181"/>
                  <a:gd name="T30" fmla="*/ 94 w 146"/>
                  <a:gd name="T31" fmla="*/ 26 h 181"/>
                  <a:gd name="T32" fmla="*/ 73 w 146"/>
                  <a:gd name="T33" fmla="*/ 21 h 181"/>
                  <a:gd name="T34" fmla="*/ 73 w 146"/>
                  <a:gd name="T35" fmla="*/ 0 h 181"/>
                  <a:gd name="T36" fmla="*/ 73 w 146"/>
                  <a:gd name="T37" fmla="*/ 0 h 181"/>
                  <a:gd name="T38" fmla="*/ 74 w 146"/>
                  <a:gd name="T39" fmla="*/ 0 h 181"/>
                  <a:gd name="T40" fmla="*/ 97 w 146"/>
                  <a:gd name="T41" fmla="*/ 5 h 181"/>
                  <a:gd name="T42" fmla="*/ 116 w 146"/>
                  <a:gd name="T43" fmla="*/ 15 h 181"/>
                  <a:gd name="T44" fmla="*/ 132 w 146"/>
                  <a:gd name="T45" fmla="*/ 31 h 181"/>
                  <a:gd name="T46" fmla="*/ 143 w 146"/>
                  <a:gd name="T47" fmla="*/ 51 h 181"/>
                  <a:gd name="T48" fmla="*/ 146 w 146"/>
                  <a:gd name="T49" fmla="*/ 74 h 181"/>
                  <a:gd name="T50" fmla="*/ 145 w 146"/>
                  <a:gd name="T51" fmla="*/ 88 h 181"/>
                  <a:gd name="T52" fmla="*/ 141 w 146"/>
                  <a:gd name="T53" fmla="*/ 100 h 181"/>
                  <a:gd name="T54" fmla="*/ 141 w 146"/>
                  <a:gd name="T55" fmla="*/ 100 h 181"/>
                  <a:gd name="T56" fmla="*/ 141 w 146"/>
                  <a:gd name="T57" fmla="*/ 100 h 181"/>
                  <a:gd name="T58" fmla="*/ 129 w 146"/>
                  <a:gd name="T59" fmla="*/ 123 h 181"/>
                  <a:gd name="T60" fmla="*/ 115 w 146"/>
                  <a:gd name="T61" fmla="*/ 144 h 181"/>
                  <a:gd name="T62" fmla="*/ 97 w 146"/>
                  <a:gd name="T63" fmla="*/ 162 h 181"/>
                  <a:gd name="T64" fmla="*/ 80 w 146"/>
                  <a:gd name="T65" fmla="*/ 177 h 181"/>
                  <a:gd name="T66" fmla="*/ 76 w 146"/>
                  <a:gd name="T67" fmla="*/ 181 h 181"/>
                  <a:gd name="T68" fmla="*/ 74 w 146"/>
                  <a:gd name="T69" fmla="*/ 181 h 181"/>
                  <a:gd name="T70" fmla="*/ 74 w 146"/>
                  <a:gd name="T71" fmla="*/ 181 h 181"/>
                  <a:gd name="T72" fmla="*/ 73 w 146"/>
                  <a:gd name="T73" fmla="*/ 181 h 181"/>
                  <a:gd name="T74" fmla="*/ 73 w 146"/>
                  <a:gd name="T75" fmla="*/ 181 h 181"/>
                  <a:gd name="T76" fmla="*/ 73 w 146"/>
                  <a:gd name="T77" fmla="*/ 181 h 181"/>
                  <a:gd name="T78" fmla="*/ 73 w 146"/>
                  <a:gd name="T79" fmla="*/ 181 h 181"/>
                  <a:gd name="T80" fmla="*/ 73 w 146"/>
                  <a:gd name="T81" fmla="*/ 181 h 181"/>
                  <a:gd name="T82" fmla="*/ 69 w 146"/>
                  <a:gd name="T83" fmla="*/ 181 h 181"/>
                  <a:gd name="T84" fmla="*/ 65 w 146"/>
                  <a:gd name="T85" fmla="*/ 177 h 181"/>
                  <a:gd name="T86" fmla="*/ 50 w 146"/>
                  <a:gd name="T87" fmla="*/ 162 h 181"/>
                  <a:gd name="T88" fmla="*/ 32 w 146"/>
                  <a:gd name="T89" fmla="*/ 144 h 181"/>
                  <a:gd name="T90" fmla="*/ 18 w 146"/>
                  <a:gd name="T91" fmla="*/ 123 h 181"/>
                  <a:gd name="T92" fmla="*/ 6 w 146"/>
                  <a:gd name="T93" fmla="*/ 100 h 181"/>
                  <a:gd name="T94" fmla="*/ 6 w 146"/>
                  <a:gd name="T95" fmla="*/ 100 h 181"/>
                  <a:gd name="T96" fmla="*/ 6 w 146"/>
                  <a:gd name="T97" fmla="*/ 100 h 181"/>
                  <a:gd name="T98" fmla="*/ 2 w 146"/>
                  <a:gd name="T99" fmla="*/ 88 h 181"/>
                  <a:gd name="T100" fmla="*/ 0 w 146"/>
                  <a:gd name="T101" fmla="*/ 74 h 181"/>
                  <a:gd name="T102" fmla="*/ 4 w 146"/>
                  <a:gd name="T103" fmla="*/ 51 h 181"/>
                  <a:gd name="T104" fmla="*/ 14 w 146"/>
                  <a:gd name="T105" fmla="*/ 31 h 181"/>
                  <a:gd name="T106" fmla="*/ 30 w 146"/>
                  <a:gd name="T107" fmla="*/ 15 h 181"/>
                  <a:gd name="T108" fmla="*/ 50 w 146"/>
                  <a:gd name="T109" fmla="*/ 5 h 181"/>
                  <a:gd name="T110" fmla="*/ 73 w 146"/>
                  <a:gd name="T111" fmla="*/ 0 h 181"/>
                  <a:gd name="T112" fmla="*/ 73 w 146"/>
                  <a:gd name="T113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6" h="181">
                    <a:moveTo>
                      <a:pt x="73" y="21"/>
                    </a:moveTo>
                    <a:lnTo>
                      <a:pt x="53" y="26"/>
                    </a:lnTo>
                    <a:lnTo>
                      <a:pt x="36" y="37"/>
                    </a:lnTo>
                    <a:lnTo>
                      <a:pt x="23" y="54"/>
                    </a:lnTo>
                    <a:lnTo>
                      <a:pt x="20" y="75"/>
                    </a:lnTo>
                    <a:lnTo>
                      <a:pt x="23" y="95"/>
                    </a:lnTo>
                    <a:lnTo>
                      <a:pt x="36" y="112"/>
                    </a:lnTo>
                    <a:lnTo>
                      <a:pt x="53" y="123"/>
                    </a:lnTo>
                    <a:lnTo>
                      <a:pt x="73" y="128"/>
                    </a:lnTo>
                    <a:lnTo>
                      <a:pt x="94" y="123"/>
                    </a:lnTo>
                    <a:lnTo>
                      <a:pt x="111" y="112"/>
                    </a:lnTo>
                    <a:lnTo>
                      <a:pt x="122" y="95"/>
                    </a:lnTo>
                    <a:lnTo>
                      <a:pt x="125" y="75"/>
                    </a:lnTo>
                    <a:lnTo>
                      <a:pt x="122" y="54"/>
                    </a:lnTo>
                    <a:lnTo>
                      <a:pt x="111" y="37"/>
                    </a:lnTo>
                    <a:lnTo>
                      <a:pt x="94" y="26"/>
                    </a:lnTo>
                    <a:lnTo>
                      <a:pt x="73" y="21"/>
                    </a:lnTo>
                    <a:close/>
                    <a:moveTo>
                      <a:pt x="73" y="0"/>
                    </a:moveTo>
                    <a:lnTo>
                      <a:pt x="73" y="0"/>
                    </a:lnTo>
                    <a:lnTo>
                      <a:pt x="74" y="0"/>
                    </a:lnTo>
                    <a:lnTo>
                      <a:pt x="97" y="5"/>
                    </a:lnTo>
                    <a:lnTo>
                      <a:pt x="116" y="15"/>
                    </a:lnTo>
                    <a:lnTo>
                      <a:pt x="132" y="31"/>
                    </a:lnTo>
                    <a:lnTo>
                      <a:pt x="143" y="51"/>
                    </a:lnTo>
                    <a:lnTo>
                      <a:pt x="146" y="74"/>
                    </a:lnTo>
                    <a:lnTo>
                      <a:pt x="145" y="88"/>
                    </a:lnTo>
                    <a:lnTo>
                      <a:pt x="141" y="100"/>
                    </a:lnTo>
                    <a:lnTo>
                      <a:pt x="141" y="100"/>
                    </a:lnTo>
                    <a:lnTo>
                      <a:pt x="141" y="100"/>
                    </a:lnTo>
                    <a:lnTo>
                      <a:pt x="129" y="123"/>
                    </a:lnTo>
                    <a:lnTo>
                      <a:pt x="115" y="144"/>
                    </a:lnTo>
                    <a:lnTo>
                      <a:pt x="97" y="162"/>
                    </a:lnTo>
                    <a:lnTo>
                      <a:pt x="80" y="177"/>
                    </a:lnTo>
                    <a:lnTo>
                      <a:pt x="76" y="181"/>
                    </a:lnTo>
                    <a:lnTo>
                      <a:pt x="74" y="181"/>
                    </a:lnTo>
                    <a:lnTo>
                      <a:pt x="74" y="181"/>
                    </a:lnTo>
                    <a:lnTo>
                      <a:pt x="73" y="181"/>
                    </a:lnTo>
                    <a:lnTo>
                      <a:pt x="73" y="181"/>
                    </a:lnTo>
                    <a:lnTo>
                      <a:pt x="73" y="181"/>
                    </a:lnTo>
                    <a:lnTo>
                      <a:pt x="73" y="181"/>
                    </a:lnTo>
                    <a:lnTo>
                      <a:pt x="73" y="181"/>
                    </a:lnTo>
                    <a:lnTo>
                      <a:pt x="69" y="181"/>
                    </a:lnTo>
                    <a:lnTo>
                      <a:pt x="65" y="177"/>
                    </a:lnTo>
                    <a:lnTo>
                      <a:pt x="50" y="162"/>
                    </a:lnTo>
                    <a:lnTo>
                      <a:pt x="32" y="144"/>
                    </a:lnTo>
                    <a:lnTo>
                      <a:pt x="18" y="123"/>
                    </a:lnTo>
                    <a:lnTo>
                      <a:pt x="6" y="100"/>
                    </a:lnTo>
                    <a:lnTo>
                      <a:pt x="6" y="100"/>
                    </a:lnTo>
                    <a:lnTo>
                      <a:pt x="6" y="100"/>
                    </a:lnTo>
                    <a:lnTo>
                      <a:pt x="2" y="88"/>
                    </a:lnTo>
                    <a:lnTo>
                      <a:pt x="0" y="74"/>
                    </a:lnTo>
                    <a:lnTo>
                      <a:pt x="4" y="51"/>
                    </a:lnTo>
                    <a:lnTo>
                      <a:pt x="14" y="31"/>
                    </a:lnTo>
                    <a:lnTo>
                      <a:pt x="30" y="15"/>
                    </a:lnTo>
                    <a:lnTo>
                      <a:pt x="50" y="5"/>
                    </a:lnTo>
                    <a:lnTo>
                      <a:pt x="73" y="0"/>
                    </a:lnTo>
                    <a:lnTo>
                      <a:pt x="7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5439" tIns="82720" rIns="165439" bIns="82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4190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p:grpSp>
        <p:pic>
          <p:nvPicPr>
            <p:cNvPr id="136" name="Picture 8" descr="Unicorn Startup Icons - Download Free Vector Icons | Noun Project">
              <a:extLst>
                <a:ext uri="{FF2B5EF4-FFF2-40B4-BE49-F238E27FC236}">
                  <a16:creationId xmlns:a16="http://schemas.microsoft.com/office/drawing/2014/main" xmlns="" id="{094EC7BC-D669-46EA-AE28-5201711350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01064" y="5594708"/>
              <a:ext cx="217055" cy="2170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xmlns="" id="{DF538037-21E1-45E5-BEF9-703F8CCF8E95}"/>
                </a:ext>
              </a:extLst>
            </p:cNvPr>
            <p:cNvGrpSpPr/>
            <p:nvPr/>
          </p:nvGrpSpPr>
          <p:grpSpPr>
            <a:xfrm>
              <a:off x="5686040" y="6018711"/>
              <a:ext cx="212217" cy="204272"/>
              <a:chOff x="4055657" y="1679576"/>
              <a:chExt cx="296863" cy="285750"/>
            </a:xfrm>
            <a:solidFill>
              <a:srgbClr val="C00000"/>
            </a:solidFill>
          </p:grpSpPr>
          <p:sp>
            <p:nvSpPr>
              <p:cNvPr id="138" name="Freeform 91">
                <a:extLst>
                  <a:ext uri="{FF2B5EF4-FFF2-40B4-BE49-F238E27FC236}">
                    <a16:creationId xmlns:a16="http://schemas.microsoft.com/office/drawing/2014/main" xmlns="" id="{7911CBBC-D143-4171-B380-BCC2DA8FED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1069" y="1863726"/>
                <a:ext cx="44450" cy="30163"/>
              </a:xfrm>
              <a:custGeom>
                <a:avLst/>
                <a:gdLst>
                  <a:gd name="T0" fmla="*/ 10 w 57"/>
                  <a:gd name="T1" fmla="*/ 0 h 39"/>
                  <a:gd name="T2" fmla="*/ 46 w 57"/>
                  <a:gd name="T3" fmla="*/ 0 h 39"/>
                  <a:gd name="T4" fmla="*/ 50 w 57"/>
                  <a:gd name="T5" fmla="*/ 0 h 39"/>
                  <a:gd name="T6" fmla="*/ 53 w 57"/>
                  <a:gd name="T7" fmla="*/ 4 h 39"/>
                  <a:gd name="T8" fmla="*/ 55 w 57"/>
                  <a:gd name="T9" fmla="*/ 6 h 39"/>
                  <a:gd name="T10" fmla="*/ 57 w 57"/>
                  <a:gd name="T11" fmla="*/ 11 h 39"/>
                  <a:gd name="T12" fmla="*/ 57 w 57"/>
                  <a:gd name="T13" fmla="*/ 28 h 39"/>
                  <a:gd name="T14" fmla="*/ 55 w 57"/>
                  <a:gd name="T15" fmla="*/ 33 h 39"/>
                  <a:gd name="T16" fmla="*/ 53 w 57"/>
                  <a:gd name="T17" fmla="*/ 35 h 39"/>
                  <a:gd name="T18" fmla="*/ 50 w 57"/>
                  <a:gd name="T19" fmla="*/ 39 h 39"/>
                  <a:gd name="T20" fmla="*/ 46 w 57"/>
                  <a:gd name="T21" fmla="*/ 39 h 39"/>
                  <a:gd name="T22" fmla="*/ 10 w 57"/>
                  <a:gd name="T23" fmla="*/ 39 h 39"/>
                  <a:gd name="T24" fmla="*/ 6 w 57"/>
                  <a:gd name="T25" fmla="*/ 39 h 39"/>
                  <a:gd name="T26" fmla="*/ 3 w 57"/>
                  <a:gd name="T27" fmla="*/ 35 h 39"/>
                  <a:gd name="T28" fmla="*/ 1 w 57"/>
                  <a:gd name="T29" fmla="*/ 33 h 39"/>
                  <a:gd name="T30" fmla="*/ 0 w 57"/>
                  <a:gd name="T31" fmla="*/ 28 h 39"/>
                  <a:gd name="T32" fmla="*/ 0 w 57"/>
                  <a:gd name="T33" fmla="*/ 11 h 39"/>
                  <a:gd name="T34" fmla="*/ 1 w 57"/>
                  <a:gd name="T35" fmla="*/ 6 h 39"/>
                  <a:gd name="T36" fmla="*/ 3 w 57"/>
                  <a:gd name="T37" fmla="*/ 4 h 39"/>
                  <a:gd name="T38" fmla="*/ 6 w 57"/>
                  <a:gd name="T39" fmla="*/ 0 h 39"/>
                  <a:gd name="T40" fmla="*/ 10 w 57"/>
                  <a:gd name="T41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7" h="39">
                    <a:moveTo>
                      <a:pt x="10" y="0"/>
                    </a:moveTo>
                    <a:lnTo>
                      <a:pt x="46" y="0"/>
                    </a:lnTo>
                    <a:lnTo>
                      <a:pt x="50" y="0"/>
                    </a:lnTo>
                    <a:lnTo>
                      <a:pt x="53" y="4"/>
                    </a:lnTo>
                    <a:lnTo>
                      <a:pt x="55" y="6"/>
                    </a:lnTo>
                    <a:lnTo>
                      <a:pt x="57" y="11"/>
                    </a:lnTo>
                    <a:lnTo>
                      <a:pt x="57" y="28"/>
                    </a:lnTo>
                    <a:lnTo>
                      <a:pt x="55" y="33"/>
                    </a:lnTo>
                    <a:lnTo>
                      <a:pt x="53" y="35"/>
                    </a:lnTo>
                    <a:lnTo>
                      <a:pt x="50" y="39"/>
                    </a:lnTo>
                    <a:lnTo>
                      <a:pt x="46" y="39"/>
                    </a:lnTo>
                    <a:lnTo>
                      <a:pt x="10" y="39"/>
                    </a:lnTo>
                    <a:lnTo>
                      <a:pt x="6" y="39"/>
                    </a:lnTo>
                    <a:lnTo>
                      <a:pt x="3" y="35"/>
                    </a:lnTo>
                    <a:lnTo>
                      <a:pt x="1" y="33"/>
                    </a:lnTo>
                    <a:lnTo>
                      <a:pt x="0" y="28"/>
                    </a:lnTo>
                    <a:lnTo>
                      <a:pt x="0" y="11"/>
                    </a:lnTo>
                    <a:lnTo>
                      <a:pt x="1" y="6"/>
                    </a:lnTo>
                    <a:lnTo>
                      <a:pt x="3" y="4"/>
                    </a:lnTo>
                    <a:lnTo>
                      <a:pt x="6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9" name="Freeform 92">
                <a:extLst>
                  <a:ext uri="{FF2B5EF4-FFF2-40B4-BE49-F238E27FC236}">
                    <a16:creationId xmlns:a16="http://schemas.microsoft.com/office/drawing/2014/main" xmlns="" id="{850E64AE-F525-4A3F-851C-8F0CEAE49A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9319" y="1679576"/>
                <a:ext cx="115888" cy="55563"/>
              </a:xfrm>
              <a:custGeom>
                <a:avLst/>
                <a:gdLst>
                  <a:gd name="T0" fmla="*/ 43 w 146"/>
                  <a:gd name="T1" fmla="*/ 0 h 69"/>
                  <a:gd name="T2" fmla="*/ 102 w 146"/>
                  <a:gd name="T3" fmla="*/ 0 h 69"/>
                  <a:gd name="T4" fmla="*/ 118 w 146"/>
                  <a:gd name="T5" fmla="*/ 3 h 69"/>
                  <a:gd name="T6" fmla="*/ 130 w 146"/>
                  <a:gd name="T7" fmla="*/ 12 h 69"/>
                  <a:gd name="T8" fmla="*/ 139 w 146"/>
                  <a:gd name="T9" fmla="*/ 24 h 69"/>
                  <a:gd name="T10" fmla="*/ 140 w 146"/>
                  <a:gd name="T11" fmla="*/ 40 h 69"/>
                  <a:gd name="T12" fmla="*/ 142 w 146"/>
                  <a:gd name="T13" fmla="*/ 52 h 69"/>
                  <a:gd name="T14" fmla="*/ 140 w 146"/>
                  <a:gd name="T15" fmla="*/ 64 h 69"/>
                  <a:gd name="T16" fmla="*/ 144 w 146"/>
                  <a:gd name="T17" fmla="*/ 66 h 69"/>
                  <a:gd name="T18" fmla="*/ 146 w 146"/>
                  <a:gd name="T19" fmla="*/ 69 h 69"/>
                  <a:gd name="T20" fmla="*/ 116 w 146"/>
                  <a:gd name="T21" fmla="*/ 69 h 69"/>
                  <a:gd name="T22" fmla="*/ 118 w 146"/>
                  <a:gd name="T23" fmla="*/ 64 h 69"/>
                  <a:gd name="T24" fmla="*/ 123 w 146"/>
                  <a:gd name="T25" fmla="*/ 62 h 69"/>
                  <a:gd name="T26" fmla="*/ 123 w 146"/>
                  <a:gd name="T27" fmla="*/ 46 h 69"/>
                  <a:gd name="T28" fmla="*/ 118 w 146"/>
                  <a:gd name="T29" fmla="*/ 33 h 69"/>
                  <a:gd name="T30" fmla="*/ 109 w 146"/>
                  <a:gd name="T31" fmla="*/ 22 h 69"/>
                  <a:gd name="T32" fmla="*/ 93 w 146"/>
                  <a:gd name="T33" fmla="*/ 17 h 69"/>
                  <a:gd name="T34" fmla="*/ 52 w 146"/>
                  <a:gd name="T35" fmla="*/ 17 h 69"/>
                  <a:gd name="T36" fmla="*/ 36 w 146"/>
                  <a:gd name="T37" fmla="*/ 22 h 69"/>
                  <a:gd name="T38" fmla="*/ 27 w 146"/>
                  <a:gd name="T39" fmla="*/ 33 h 69"/>
                  <a:gd name="T40" fmla="*/ 22 w 146"/>
                  <a:gd name="T41" fmla="*/ 46 h 69"/>
                  <a:gd name="T42" fmla="*/ 22 w 146"/>
                  <a:gd name="T43" fmla="*/ 62 h 69"/>
                  <a:gd name="T44" fmla="*/ 26 w 146"/>
                  <a:gd name="T45" fmla="*/ 64 h 69"/>
                  <a:gd name="T46" fmla="*/ 29 w 146"/>
                  <a:gd name="T47" fmla="*/ 69 h 69"/>
                  <a:gd name="T48" fmla="*/ 0 w 146"/>
                  <a:gd name="T49" fmla="*/ 69 h 69"/>
                  <a:gd name="T50" fmla="*/ 1 w 146"/>
                  <a:gd name="T51" fmla="*/ 66 h 69"/>
                  <a:gd name="T52" fmla="*/ 5 w 146"/>
                  <a:gd name="T53" fmla="*/ 62 h 69"/>
                  <a:gd name="T54" fmla="*/ 3 w 146"/>
                  <a:gd name="T55" fmla="*/ 52 h 69"/>
                  <a:gd name="T56" fmla="*/ 3 w 146"/>
                  <a:gd name="T57" fmla="*/ 40 h 69"/>
                  <a:gd name="T58" fmla="*/ 7 w 146"/>
                  <a:gd name="T59" fmla="*/ 24 h 69"/>
                  <a:gd name="T60" fmla="*/ 15 w 146"/>
                  <a:gd name="T61" fmla="*/ 12 h 69"/>
                  <a:gd name="T62" fmla="*/ 27 w 146"/>
                  <a:gd name="T63" fmla="*/ 3 h 69"/>
                  <a:gd name="T64" fmla="*/ 43 w 146"/>
                  <a:gd name="T65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46" h="69">
                    <a:moveTo>
                      <a:pt x="43" y="0"/>
                    </a:moveTo>
                    <a:lnTo>
                      <a:pt x="102" y="0"/>
                    </a:lnTo>
                    <a:lnTo>
                      <a:pt x="118" y="3"/>
                    </a:lnTo>
                    <a:lnTo>
                      <a:pt x="130" y="12"/>
                    </a:lnTo>
                    <a:lnTo>
                      <a:pt x="139" y="24"/>
                    </a:lnTo>
                    <a:lnTo>
                      <a:pt x="140" y="40"/>
                    </a:lnTo>
                    <a:lnTo>
                      <a:pt x="142" y="52"/>
                    </a:lnTo>
                    <a:lnTo>
                      <a:pt x="140" y="64"/>
                    </a:lnTo>
                    <a:lnTo>
                      <a:pt x="144" y="66"/>
                    </a:lnTo>
                    <a:lnTo>
                      <a:pt x="146" y="69"/>
                    </a:lnTo>
                    <a:lnTo>
                      <a:pt x="116" y="69"/>
                    </a:lnTo>
                    <a:lnTo>
                      <a:pt x="118" y="64"/>
                    </a:lnTo>
                    <a:lnTo>
                      <a:pt x="123" y="62"/>
                    </a:lnTo>
                    <a:lnTo>
                      <a:pt x="123" y="46"/>
                    </a:lnTo>
                    <a:lnTo>
                      <a:pt x="118" y="33"/>
                    </a:lnTo>
                    <a:lnTo>
                      <a:pt x="109" y="22"/>
                    </a:lnTo>
                    <a:lnTo>
                      <a:pt x="93" y="17"/>
                    </a:lnTo>
                    <a:lnTo>
                      <a:pt x="52" y="17"/>
                    </a:lnTo>
                    <a:lnTo>
                      <a:pt x="36" y="22"/>
                    </a:lnTo>
                    <a:lnTo>
                      <a:pt x="27" y="33"/>
                    </a:lnTo>
                    <a:lnTo>
                      <a:pt x="22" y="46"/>
                    </a:lnTo>
                    <a:lnTo>
                      <a:pt x="22" y="62"/>
                    </a:lnTo>
                    <a:lnTo>
                      <a:pt x="26" y="64"/>
                    </a:lnTo>
                    <a:lnTo>
                      <a:pt x="29" y="69"/>
                    </a:lnTo>
                    <a:lnTo>
                      <a:pt x="0" y="69"/>
                    </a:lnTo>
                    <a:lnTo>
                      <a:pt x="1" y="66"/>
                    </a:lnTo>
                    <a:lnTo>
                      <a:pt x="5" y="62"/>
                    </a:lnTo>
                    <a:lnTo>
                      <a:pt x="3" y="52"/>
                    </a:lnTo>
                    <a:lnTo>
                      <a:pt x="3" y="40"/>
                    </a:lnTo>
                    <a:lnTo>
                      <a:pt x="7" y="24"/>
                    </a:lnTo>
                    <a:lnTo>
                      <a:pt x="15" y="12"/>
                    </a:lnTo>
                    <a:lnTo>
                      <a:pt x="27" y="3"/>
                    </a:lnTo>
                    <a:lnTo>
                      <a:pt x="4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93">
                <a:extLst>
                  <a:ext uri="{FF2B5EF4-FFF2-40B4-BE49-F238E27FC236}">
                    <a16:creationId xmlns:a16="http://schemas.microsoft.com/office/drawing/2014/main" xmlns="" id="{11476976-7639-4C20-9EA1-3C9C0777C2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5657" y="1739901"/>
                <a:ext cx="296863" cy="130175"/>
              </a:xfrm>
              <a:custGeom>
                <a:avLst/>
                <a:gdLst>
                  <a:gd name="T0" fmla="*/ 39 w 374"/>
                  <a:gd name="T1" fmla="*/ 0 h 163"/>
                  <a:gd name="T2" fmla="*/ 336 w 374"/>
                  <a:gd name="T3" fmla="*/ 0 h 163"/>
                  <a:gd name="T4" fmla="*/ 355 w 374"/>
                  <a:gd name="T5" fmla="*/ 2 h 163"/>
                  <a:gd name="T6" fmla="*/ 369 w 374"/>
                  <a:gd name="T7" fmla="*/ 10 h 163"/>
                  <a:gd name="T8" fmla="*/ 374 w 374"/>
                  <a:gd name="T9" fmla="*/ 21 h 163"/>
                  <a:gd name="T10" fmla="*/ 374 w 374"/>
                  <a:gd name="T11" fmla="*/ 141 h 163"/>
                  <a:gd name="T12" fmla="*/ 369 w 374"/>
                  <a:gd name="T13" fmla="*/ 153 h 163"/>
                  <a:gd name="T14" fmla="*/ 355 w 374"/>
                  <a:gd name="T15" fmla="*/ 160 h 163"/>
                  <a:gd name="T16" fmla="*/ 336 w 374"/>
                  <a:gd name="T17" fmla="*/ 163 h 163"/>
                  <a:gd name="T18" fmla="*/ 223 w 374"/>
                  <a:gd name="T19" fmla="*/ 163 h 163"/>
                  <a:gd name="T20" fmla="*/ 221 w 374"/>
                  <a:gd name="T21" fmla="*/ 158 h 163"/>
                  <a:gd name="T22" fmla="*/ 218 w 374"/>
                  <a:gd name="T23" fmla="*/ 153 h 163"/>
                  <a:gd name="T24" fmla="*/ 212 w 374"/>
                  <a:gd name="T25" fmla="*/ 151 h 163"/>
                  <a:gd name="T26" fmla="*/ 207 w 374"/>
                  <a:gd name="T27" fmla="*/ 149 h 163"/>
                  <a:gd name="T28" fmla="*/ 167 w 374"/>
                  <a:gd name="T29" fmla="*/ 149 h 163"/>
                  <a:gd name="T30" fmla="*/ 162 w 374"/>
                  <a:gd name="T31" fmla="*/ 151 h 163"/>
                  <a:gd name="T32" fmla="*/ 157 w 374"/>
                  <a:gd name="T33" fmla="*/ 153 h 163"/>
                  <a:gd name="T34" fmla="*/ 153 w 374"/>
                  <a:gd name="T35" fmla="*/ 158 h 163"/>
                  <a:gd name="T36" fmla="*/ 152 w 374"/>
                  <a:gd name="T37" fmla="*/ 163 h 163"/>
                  <a:gd name="T38" fmla="*/ 39 w 374"/>
                  <a:gd name="T39" fmla="*/ 163 h 163"/>
                  <a:gd name="T40" fmla="*/ 19 w 374"/>
                  <a:gd name="T41" fmla="*/ 160 h 163"/>
                  <a:gd name="T42" fmla="*/ 6 w 374"/>
                  <a:gd name="T43" fmla="*/ 153 h 163"/>
                  <a:gd name="T44" fmla="*/ 0 w 374"/>
                  <a:gd name="T45" fmla="*/ 141 h 163"/>
                  <a:gd name="T46" fmla="*/ 0 w 374"/>
                  <a:gd name="T47" fmla="*/ 21 h 163"/>
                  <a:gd name="T48" fmla="*/ 6 w 374"/>
                  <a:gd name="T49" fmla="*/ 10 h 163"/>
                  <a:gd name="T50" fmla="*/ 19 w 374"/>
                  <a:gd name="T51" fmla="*/ 2 h 163"/>
                  <a:gd name="T52" fmla="*/ 39 w 374"/>
                  <a:gd name="T53" fmla="*/ 0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4" h="163">
                    <a:moveTo>
                      <a:pt x="39" y="0"/>
                    </a:moveTo>
                    <a:lnTo>
                      <a:pt x="336" y="0"/>
                    </a:lnTo>
                    <a:lnTo>
                      <a:pt x="355" y="2"/>
                    </a:lnTo>
                    <a:lnTo>
                      <a:pt x="369" y="10"/>
                    </a:lnTo>
                    <a:lnTo>
                      <a:pt x="374" y="21"/>
                    </a:lnTo>
                    <a:lnTo>
                      <a:pt x="374" y="141"/>
                    </a:lnTo>
                    <a:lnTo>
                      <a:pt x="369" y="153"/>
                    </a:lnTo>
                    <a:lnTo>
                      <a:pt x="355" y="160"/>
                    </a:lnTo>
                    <a:lnTo>
                      <a:pt x="336" y="163"/>
                    </a:lnTo>
                    <a:lnTo>
                      <a:pt x="223" y="163"/>
                    </a:lnTo>
                    <a:lnTo>
                      <a:pt x="221" y="158"/>
                    </a:lnTo>
                    <a:lnTo>
                      <a:pt x="218" y="153"/>
                    </a:lnTo>
                    <a:lnTo>
                      <a:pt x="212" y="151"/>
                    </a:lnTo>
                    <a:lnTo>
                      <a:pt x="207" y="149"/>
                    </a:lnTo>
                    <a:lnTo>
                      <a:pt x="167" y="149"/>
                    </a:lnTo>
                    <a:lnTo>
                      <a:pt x="162" y="151"/>
                    </a:lnTo>
                    <a:lnTo>
                      <a:pt x="157" y="153"/>
                    </a:lnTo>
                    <a:lnTo>
                      <a:pt x="153" y="158"/>
                    </a:lnTo>
                    <a:lnTo>
                      <a:pt x="152" y="163"/>
                    </a:lnTo>
                    <a:lnTo>
                      <a:pt x="39" y="163"/>
                    </a:lnTo>
                    <a:lnTo>
                      <a:pt x="19" y="160"/>
                    </a:lnTo>
                    <a:lnTo>
                      <a:pt x="6" y="153"/>
                    </a:lnTo>
                    <a:lnTo>
                      <a:pt x="0" y="141"/>
                    </a:lnTo>
                    <a:lnTo>
                      <a:pt x="0" y="21"/>
                    </a:lnTo>
                    <a:lnTo>
                      <a:pt x="6" y="10"/>
                    </a:lnTo>
                    <a:lnTo>
                      <a:pt x="19" y="2"/>
                    </a:lnTo>
                    <a:lnTo>
                      <a:pt x="3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94">
                <a:extLst>
                  <a:ext uri="{FF2B5EF4-FFF2-40B4-BE49-F238E27FC236}">
                    <a16:creationId xmlns:a16="http://schemas.microsoft.com/office/drawing/2014/main" xmlns="" id="{2A10A2E2-E13E-4DBF-9680-A81088A9AF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5657" y="1866901"/>
                <a:ext cx="296863" cy="98425"/>
              </a:xfrm>
              <a:custGeom>
                <a:avLst/>
                <a:gdLst>
                  <a:gd name="T0" fmla="*/ 0 w 374"/>
                  <a:gd name="T1" fmla="*/ 0 h 125"/>
                  <a:gd name="T2" fmla="*/ 11 w 374"/>
                  <a:gd name="T3" fmla="*/ 9 h 125"/>
                  <a:gd name="T4" fmla="*/ 25 w 374"/>
                  <a:gd name="T5" fmla="*/ 14 h 125"/>
                  <a:gd name="T6" fmla="*/ 42 w 374"/>
                  <a:gd name="T7" fmla="*/ 15 h 125"/>
                  <a:gd name="T8" fmla="*/ 152 w 374"/>
                  <a:gd name="T9" fmla="*/ 15 h 125"/>
                  <a:gd name="T10" fmla="*/ 152 w 374"/>
                  <a:gd name="T11" fmla="*/ 26 h 125"/>
                  <a:gd name="T12" fmla="*/ 153 w 374"/>
                  <a:gd name="T13" fmla="*/ 31 h 125"/>
                  <a:gd name="T14" fmla="*/ 157 w 374"/>
                  <a:gd name="T15" fmla="*/ 36 h 125"/>
                  <a:gd name="T16" fmla="*/ 162 w 374"/>
                  <a:gd name="T17" fmla="*/ 40 h 125"/>
                  <a:gd name="T18" fmla="*/ 167 w 374"/>
                  <a:gd name="T19" fmla="*/ 42 h 125"/>
                  <a:gd name="T20" fmla="*/ 207 w 374"/>
                  <a:gd name="T21" fmla="*/ 42 h 125"/>
                  <a:gd name="T22" fmla="*/ 212 w 374"/>
                  <a:gd name="T23" fmla="*/ 40 h 125"/>
                  <a:gd name="T24" fmla="*/ 218 w 374"/>
                  <a:gd name="T25" fmla="*/ 36 h 125"/>
                  <a:gd name="T26" fmla="*/ 221 w 374"/>
                  <a:gd name="T27" fmla="*/ 31 h 125"/>
                  <a:gd name="T28" fmla="*/ 223 w 374"/>
                  <a:gd name="T29" fmla="*/ 26 h 125"/>
                  <a:gd name="T30" fmla="*/ 223 w 374"/>
                  <a:gd name="T31" fmla="*/ 15 h 125"/>
                  <a:gd name="T32" fmla="*/ 332 w 374"/>
                  <a:gd name="T33" fmla="*/ 15 h 125"/>
                  <a:gd name="T34" fmla="*/ 348 w 374"/>
                  <a:gd name="T35" fmla="*/ 14 h 125"/>
                  <a:gd name="T36" fmla="*/ 364 w 374"/>
                  <a:gd name="T37" fmla="*/ 9 h 125"/>
                  <a:gd name="T38" fmla="*/ 374 w 374"/>
                  <a:gd name="T39" fmla="*/ 0 h 125"/>
                  <a:gd name="T40" fmla="*/ 374 w 374"/>
                  <a:gd name="T41" fmla="*/ 78 h 125"/>
                  <a:gd name="T42" fmla="*/ 371 w 374"/>
                  <a:gd name="T43" fmla="*/ 97 h 125"/>
                  <a:gd name="T44" fmla="*/ 362 w 374"/>
                  <a:gd name="T45" fmla="*/ 111 h 125"/>
                  <a:gd name="T46" fmla="*/ 348 w 374"/>
                  <a:gd name="T47" fmla="*/ 121 h 125"/>
                  <a:gd name="T48" fmla="*/ 332 w 374"/>
                  <a:gd name="T49" fmla="*/ 125 h 125"/>
                  <a:gd name="T50" fmla="*/ 42 w 374"/>
                  <a:gd name="T51" fmla="*/ 125 h 125"/>
                  <a:gd name="T52" fmla="*/ 26 w 374"/>
                  <a:gd name="T53" fmla="*/ 121 h 125"/>
                  <a:gd name="T54" fmla="*/ 13 w 374"/>
                  <a:gd name="T55" fmla="*/ 111 h 125"/>
                  <a:gd name="T56" fmla="*/ 4 w 374"/>
                  <a:gd name="T57" fmla="*/ 97 h 125"/>
                  <a:gd name="T58" fmla="*/ 0 w 374"/>
                  <a:gd name="T59" fmla="*/ 78 h 125"/>
                  <a:gd name="T60" fmla="*/ 0 w 374"/>
                  <a:gd name="T61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74" h="125">
                    <a:moveTo>
                      <a:pt x="0" y="0"/>
                    </a:moveTo>
                    <a:lnTo>
                      <a:pt x="11" y="9"/>
                    </a:lnTo>
                    <a:lnTo>
                      <a:pt x="25" y="14"/>
                    </a:lnTo>
                    <a:lnTo>
                      <a:pt x="42" y="15"/>
                    </a:lnTo>
                    <a:lnTo>
                      <a:pt x="152" y="15"/>
                    </a:lnTo>
                    <a:lnTo>
                      <a:pt x="152" y="26"/>
                    </a:lnTo>
                    <a:lnTo>
                      <a:pt x="153" y="31"/>
                    </a:lnTo>
                    <a:lnTo>
                      <a:pt x="157" y="36"/>
                    </a:lnTo>
                    <a:lnTo>
                      <a:pt x="162" y="40"/>
                    </a:lnTo>
                    <a:lnTo>
                      <a:pt x="167" y="42"/>
                    </a:lnTo>
                    <a:lnTo>
                      <a:pt x="207" y="42"/>
                    </a:lnTo>
                    <a:lnTo>
                      <a:pt x="212" y="40"/>
                    </a:lnTo>
                    <a:lnTo>
                      <a:pt x="218" y="36"/>
                    </a:lnTo>
                    <a:lnTo>
                      <a:pt x="221" y="31"/>
                    </a:lnTo>
                    <a:lnTo>
                      <a:pt x="223" y="26"/>
                    </a:lnTo>
                    <a:lnTo>
                      <a:pt x="223" y="15"/>
                    </a:lnTo>
                    <a:lnTo>
                      <a:pt x="332" y="15"/>
                    </a:lnTo>
                    <a:lnTo>
                      <a:pt x="348" y="14"/>
                    </a:lnTo>
                    <a:lnTo>
                      <a:pt x="364" y="9"/>
                    </a:lnTo>
                    <a:lnTo>
                      <a:pt x="374" y="0"/>
                    </a:lnTo>
                    <a:lnTo>
                      <a:pt x="374" y="78"/>
                    </a:lnTo>
                    <a:lnTo>
                      <a:pt x="371" y="97"/>
                    </a:lnTo>
                    <a:lnTo>
                      <a:pt x="362" y="111"/>
                    </a:lnTo>
                    <a:lnTo>
                      <a:pt x="348" y="121"/>
                    </a:lnTo>
                    <a:lnTo>
                      <a:pt x="332" y="125"/>
                    </a:lnTo>
                    <a:lnTo>
                      <a:pt x="42" y="125"/>
                    </a:lnTo>
                    <a:lnTo>
                      <a:pt x="26" y="121"/>
                    </a:lnTo>
                    <a:lnTo>
                      <a:pt x="13" y="111"/>
                    </a:lnTo>
                    <a:lnTo>
                      <a:pt x="4" y="97"/>
                    </a:lnTo>
                    <a:lnTo>
                      <a:pt x="0" y="7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8589363" y="3627139"/>
            <a:ext cx="3674909" cy="3312020"/>
            <a:chOff x="8589363" y="3627139"/>
            <a:chExt cx="3674909" cy="3312020"/>
          </a:xfrm>
        </p:grpSpPr>
        <p:sp>
          <p:nvSpPr>
            <p:cNvPr id="59" name="Freeform 7"/>
            <p:cNvSpPr/>
            <p:nvPr/>
          </p:nvSpPr>
          <p:spPr>
            <a:xfrm>
              <a:off x="8589363" y="3627139"/>
              <a:ext cx="3674909" cy="3312020"/>
            </a:xfrm>
            <a:custGeom>
              <a:avLst/>
              <a:gdLst/>
              <a:ahLst/>
              <a:cxnLst/>
              <a:rect l="l" t="t" r="r" b="b"/>
              <a:pathLst>
                <a:path w="4012560" h="4007544">
                  <a:moveTo>
                    <a:pt x="0" y="0"/>
                  </a:moveTo>
                  <a:lnTo>
                    <a:pt x="4012561" y="0"/>
                  </a:lnTo>
                  <a:lnTo>
                    <a:pt x="4012561" y="4007544"/>
                  </a:lnTo>
                  <a:lnTo>
                    <a:pt x="0" y="400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TextBox 13"/>
            <p:cNvSpPr txBox="1"/>
            <p:nvPr/>
          </p:nvSpPr>
          <p:spPr>
            <a:xfrm>
              <a:off x="9511754" y="3865406"/>
              <a:ext cx="2065885" cy="4086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9"/>
                </a:lnSpc>
                <a:spcBef>
                  <a:spcPct val="0"/>
                </a:spcBef>
              </a:pPr>
              <a:r>
                <a:rPr lang="en-US" sz="2000" b="1" dirty="0">
                  <a:solidFill>
                    <a:srgbClr val="737373"/>
                  </a:solidFill>
                  <a:latin typeface="Garamond" panose="02020404030301010803" pitchFamily="18" charset="0"/>
                </a:rPr>
                <a:t>TALENT POOL</a:t>
              </a:r>
            </a:p>
          </p:txBody>
        </p:sp>
        <p:sp>
          <p:nvSpPr>
            <p:cNvPr id="123" name="Freeform 33">
              <a:extLst>
                <a:ext uri="{FF2B5EF4-FFF2-40B4-BE49-F238E27FC236}">
                  <a16:creationId xmlns:a16="http://schemas.microsoft.com/office/drawing/2014/main" xmlns="" id="{42A1E63C-8D46-48F4-A926-9577A3FC86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97512" y="4010907"/>
              <a:ext cx="241770" cy="219917"/>
            </a:xfrm>
            <a:custGeom>
              <a:avLst/>
              <a:gdLst>
                <a:gd name="T0" fmla="*/ 302 w 353"/>
                <a:gd name="T1" fmla="*/ 29 h 322"/>
                <a:gd name="T2" fmla="*/ 312 w 353"/>
                <a:gd name="T3" fmla="*/ 90 h 322"/>
                <a:gd name="T4" fmla="*/ 286 w 353"/>
                <a:gd name="T5" fmla="*/ 139 h 322"/>
                <a:gd name="T6" fmla="*/ 294 w 353"/>
                <a:gd name="T7" fmla="*/ 147 h 322"/>
                <a:gd name="T8" fmla="*/ 322 w 353"/>
                <a:gd name="T9" fmla="*/ 163 h 322"/>
                <a:gd name="T10" fmla="*/ 343 w 353"/>
                <a:gd name="T11" fmla="*/ 183 h 322"/>
                <a:gd name="T12" fmla="*/ 351 w 353"/>
                <a:gd name="T13" fmla="*/ 240 h 322"/>
                <a:gd name="T14" fmla="*/ 353 w 353"/>
                <a:gd name="T15" fmla="*/ 271 h 322"/>
                <a:gd name="T16" fmla="*/ 343 w 353"/>
                <a:gd name="T17" fmla="*/ 273 h 322"/>
                <a:gd name="T18" fmla="*/ 324 w 353"/>
                <a:gd name="T19" fmla="*/ 277 h 322"/>
                <a:gd name="T20" fmla="*/ 314 w 353"/>
                <a:gd name="T21" fmla="*/ 208 h 322"/>
                <a:gd name="T22" fmla="*/ 292 w 353"/>
                <a:gd name="T23" fmla="*/ 185 h 322"/>
                <a:gd name="T24" fmla="*/ 235 w 353"/>
                <a:gd name="T25" fmla="*/ 159 h 322"/>
                <a:gd name="T26" fmla="*/ 224 w 353"/>
                <a:gd name="T27" fmla="*/ 155 h 322"/>
                <a:gd name="T28" fmla="*/ 229 w 353"/>
                <a:gd name="T29" fmla="*/ 151 h 322"/>
                <a:gd name="T30" fmla="*/ 241 w 353"/>
                <a:gd name="T31" fmla="*/ 141 h 322"/>
                <a:gd name="T32" fmla="*/ 255 w 353"/>
                <a:gd name="T33" fmla="*/ 100 h 322"/>
                <a:gd name="T34" fmla="*/ 243 w 353"/>
                <a:gd name="T35" fmla="*/ 20 h 322"/>
                <a:gd name="T36" fmla="*/ 88 w 353"/>
                <a:gd name="T37" fmla="*/ 14 h 322"/>
                <a:gd name="T38" fmla="*/ 98 w 353"/>
                <a:gd name="T39" fmla="*/ 43 h 322"/>
                <a:gd name="T40" fmla="*/ 112 w 353"/>
                <a:gd name="T41" fmla="*/ 130 h 322"/>
                <a:gd name="T42" fmla="*/ 114 w 353"/>
                <a:gd name="T43" fmla="*/ 145 h 322"/>
                <a:gd name="T44" fmla="*/ 129 w 353"/>
                <a:gd name="T45" fmla="*/ 151 h 322"/>
                <a:gd name="T46" fmla="*/ 125 w 353"/>
                <a:gd name="T47" fmla="*/ 157 h 322"/>
                <a:gd name="T48" fmla="*/ 92 w 353"/>
                <a:gd name="T49" fmla="*/ 171 h 322"/>
                <a:gd name="T50" fmla="*/ 53 w 353"/>
                <a:gd name="T51" fmla="*/ 191 h 322"/>
                <a:gd name="T52" fmla="*/ 35 w 353"/>
                <a:gd name="T53" fmla="*/ 228 h 322"/>
                <a:gd name="T54" fmla="*/ 23 w 353"/>
                <a:gd name="T55" fmla="*/ 277 h 322"/>
                <a:gd name="T56" fmla="*/ 5 w 353"/>
                <a:gd name="T57" fmla="*/ 273 h 322"/>
                <a:gd name="T58" fmla="*/ 0 w 353"/>
                <a:gd name="T59" fmla="*/ 269 h 322"/>
                <a:gd name="T60" fmla="*/ 3 w 353"/>
                <a:gd name="T61" fmla="*/ 220 h 322"/>
                <a:gd name="T62" fmla="*/ 13 w 353"/>
                <a:gd name="T63" fmla="*/ 175 h 322"/>
                <a:gd name="T64" fmla="*/ 43 w 353"/>
                <a:gd name="T65" fmla="*/ 155 h 322"/>
                <a:gd name="T66" fmla="*/ 62 w 353"/>
                <a:gd name="T67" fmla="*/ 145 h 322"/>
                <a:gd name="T68" fmla="*/ 66 w 353"/>
                <a:gd name="T69" fmla="*/ 132 h 322"/>
                <a:gd name="T70" fmla="*/ 37 w 353"/>
                <a:gd name="T71" fmla="*/ 69 h 322"/>
                <a:gd name="T72" fmla="*/ 68 w 353"/>
                <a:gd name="T73" fmla="*/ 20 h 322"/>
                <a:gd name="T74" fmla="*/ 202 w 353"/>
                <a:gd name="T75" fmla="*/ 6 h 322"/>
                <a:gd name="T76" fmla="*/ 243 w 353"/>
                <a:gd name="T77" fmla="*/ 71 h 322"/>
                <a:gd name="T78" fmla="*/ 206 w 353"/>
                <a:gd name="T79" fmla="*/ 149 h 322"/>
                <a:gd name="T80" fmla="*/ 208 w 353"/>
                <a:gd name="T81" fmla="*/ 161 h 322"/>
                <a:gd name="T82" fmla="*/ 222 w 353"/>
                <a:gd name="T83" fmla="*/ 171 h 322"/>
                <a:gd name="T84" fmla="*/ 269 w 353"/>
                <a:gd name="T85" fmla="*/ 192 h 322"/>
                <a:gd name="T86" fmla="*/ 298 w 353"/>
                <a:gd name="T87" fmla="*/ 216 h 322"/>
                <a:gd name="T88" fmla="*/ 308 w 353"/>
                <a:gd name="T89" fmla="*/ 281 h 322"/>
                <a:gd name="T90" fmla="*/ 308 w 353"/>
                <a:gd name="T91" fmla="*/ 308 h 322"/>
                <a:gd name="T92" fmla="*/ 292 w 353"/>
                <a:gd name="T93" fmla="*/ 314 h 322"/>
                <a:gd name="T94" fmla="*/ 212 w 353"/>
                <a:gd name="T95" fmla="*/ 322 h 322"/>
                <a:gd name="T96" fmla="*/ 110 w 353"/>
                <a:gd name="T97" fmla="*/ 320 h 322"/>
                <a:gd name="T98" fmla="*/ 49 w 353"/>
                <a:gd name="T99" fmla="*/ 312 h 322"/>
                <a:gd name="T100" fmla="*/ 45 w 353"/>
                <a:gd name="T101" fmla="*/ 306 h 322"/>
                <a:gd name="T102" fmla="*/ 49 w 353"/>
                <a:gd name="T103" fmla="*/ 259 h 322"/>
                <a:gd name="T104" fmla="*/ 59 w 353"/>
                <a:gd name="T105" fmla="*/ 206 h 322"/>
                <a:gd name="T106" fmla="*/ 104 w 353"/>
                <a:gd name="T107" fmla="*/ 185 h 322"/>
                <a:gd name="T108" fmla="*/ 139 w 353"/>
                <a:gd name="T109" fmla="*/ 169 h 322"/>
                <a:gd name="T110" fmla="*/ 147 w 353"/>
                <a:gd name="T111" fmla="*/ 159 h 322"/>
                <a:gd name="T112" fmla="*/ 127 w 353"/>
                <a:gd name="T113" fmla="*/ 128 h 322"/>
                <a:gd name="T114" fmla="*/ 115 w 353"/>
                <a:gd name="T115" fmla="*/ 43 h 322"/>
                <a:gd name="T116" fmla="*/ 176 w 353"/>
                <a:gd name="T117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53" h="322">
                  <a:moveTo>
                    <a:pt x="265" y="14"/>
                  </a:moveTo>
                  <a:lnTo>
                    <a:pt x="284" y="20"/>
                  </a:lnTo>
                  <a:lnTo>
                    <a:pt x="302" y="29"/>
                  </a:lnTo>
                  <a:lnTo>
                    <a:pt x="312" y="47"/>
                  </a:lnTo>
                  <a:lnTo>
                    <a:pt x="316" y="69"/>
                  </a:lnTo>
                  <a:lnTo>
                    <a:pt x="312" y="90"/>
                  </a:lnTo>
                  <a:lnTo>
                    <a:pt x="302" y="114"/>
                  </a:lnTo>
                  <a:lnTo>
                    <a:pt x="286" y="132"/>
                  </a:lnTo>
                  <a:lnTo>
                    <a:pt x="286" y="139"/>
                  </a:lnTo>
                  <a:lnTo>
                    <a:pt x="288" y="141"/>
                  </a:lnTo>
                  <a:lnTo>
                    <a:pt x="290" y="145"/>
                  </a:lnTo>
                  <a:lnTo>
                    <a:pt x="294" y="147"/>
                  </a:lnTo>
                  <a:lnTo>
                    <a:pt x="302" y="151"/>
                  </a:lnTo>
                  <a:lnTo>
                    <a:pt x="310" y="155"/>
                  </a:lnTo>
                  <a:lnTo>
                    <a:pt x="322" y="163"/>
                  </a:lnTo>
                  <a:lnTo>
                    <a:pt x="334" y="169"/>
                  </a:lnTo>
                  <a:lnTo>
                    <a:pt x="339" y="175"/>
                  </a:lnTo>
                  <a:lnTo>
                    <a:pt x="343" y="183"/>
                  </a:lnTo>
                  <a:lnTo>
                    <a:pt x="347" y="198"/>
                  </a:lnTo>
                  <a:lnTo>
                    <a:pt x="349" y="220"/>
                  </a:lnTo>
                  <a:lnTo>
                    <a:pt x="351" y="240"/>
                  </a:lnTo>
                  <a:lnTo>
                    <a:pt x="353" y="257"/>
                  </a:lnTo>
                  <a:lnTo>
                    <a:pt x="353" y="269"/>
                  </a:lnTo>
                  <a:lnTo>
                    <a:pt x="353" y="271"/>
                  </a:lnTo>
                  <a:lnTo>
                    <a:pt x="349" y="271"/>
                  </a:lnTo>
                  <a:lnTo>
                    <a:pt x="347" y="273"/>
                  </a:lnTo>
                  <a:lnTo>
                    <a:pt x="343" y="273"/>
                  </a:lnTo>
                  <a:lnTo>
                    <a:pt x="337" y="275"/>
                  </a:lnTo>
                  <a:lnTo>
                    <a:pt x="332" y="277"/>
                  </a:lnTo>
                  <a:lnTo>
                    <a:pt x="324" y="277"/>
                  </a:lnTo>
                  <a:lnTo>
                    <a:pt x="322" y="253"/>
                  </a:lnTo>
                  <a:lnTo>
                    <a:pt x="318" y="228"/>
                  </a:lnTo>
                  <a:lnTo>
                    <a:pt x="314" y="208"/>
                  </a:lnTo>
                  <a:lnTo>
                    <a:pt x="306" y="194"/>
                  </a:lnTo>
                  <a:lnTo>
                    <a:pt x="300" y="191"/>
                  </a:lnTo>
                  <a:lnTo>
                    <a:pt x="292" y="185"/>
                  </a:lnTo>
                  <a:lnTo>
                    <a:pt x="279" y="179"/>
                  </a:lnTo>
                  <a:lnTo>
                    <a:pt x="261" y="171"/>
                  </a:lnTo>
                  <a:lnTo>
                    <a:pt x="235" y="159"/>
                  </a:lnTo>
                  <a:lnTo>
                    <a:pt x="233" y="159"/>
                  </a:lnTo>
                  <a:lnTo>
                    <a:pt x="229" y="157"/>
                  </a:lnTo>
                  <a:lnTo>
                    <a:pt x="224" y="155"/>
                  </a:lnTo>
                  <a:lnTo>
                    <a:pt x="222" y="155"/>
                  </a:lnTo>
                  <a:lnTo>
                    <a:pt x="226" y="151"/>
                  </a:lnTo>
                  <a:lnTo>
                    <a:pt x="229" y="151"/>
                  </a:lnTo>
                  <a:lnTo>
                    <a:pt x="235" y="147"/>
                  </a:lnTo>
                  <a:lnTo>
                    <a:pt x="239" y="145"/>
                  </a:lnTo>
                  <a:lnTo>
                    <a:pt x="241" y="141"/>
                  </a:lnTo>
                  <a:lnTo>
                    <a:pt x="243" y="139"/>
                  </a:lnTo>
                  <a:lnTo>
                    <a:pt x="243" y="130"/>
                  </a:lnTo>
                  <a:lnTo>
                    <a:pt x="255" y="100"/>
                  </a:lnTo>
                  <a:lnTo>
                    <a:pt x="259" y="71"/>
                  </a:lnTo>
                  <a:lnTo>
                    <a:pt x="255" y="43"/>
                  </a:lnTo>
                  <a:lnTo>
                    <a:pt x="243" y="20"/>
                  </a:lnTo>
                  <a:lnTo>
                    <a:pt x="253" y="16"/>
                  </a:lnTo>
                  <a:lnTo>
                    <a:pt x="265" y="14"/>
                  </a:lnTo>
                  <a:close/>
                  <a:moveTo>
                    <a:pt x="88" y="14"/>
                  </a:moveTo>
                  <a:lnTo>
                    <a:pt x="100" y="16"/>
                  </a:lnTo>
                  <a:lnTo>
                    <a:pt x="110" y="20"/>
                  </a:lnTo>
                  <a:lnTo>
                    <a:pt x="98" y="43"/>
                  </a:lnTo>
                  <a:lnTo>
                    <a:pt x="94" y="71"/>
                  </a:lnTo>
                  <a:lnTo>
                    <a:pt x="98" y="100"/>
                  </a:lnTo>
                  <a:lnTo>
                    <a:pt x="112" y="130"/>
                  </a:lnTo>
                  <a:lnTo>
                    <a:pt x="112" y="139"/>
                  </a:lnTo>
                  <a:lnTo>
                    <a:pt x="112" y="141"/>
                  </a:lnTo>
                  <a:lnTo>
                    <a:pt x="114" y="145"/>
                  </a:lnTo>
                  <a:lnTo>
                    <a:pt x="119" y="147"/>
                  </a:lnTo>
                  <a:lnTo>
                    <a:pt x="125" y="151"/>
                  </a:lnTo>
                  <a:lnTo>
                    <a:pt x="129" y="151"/>
                  </a:lnTo>
                  <a:lnTo>
                    <a:pt x="131" y="155"/>
                  </a:lnTo>
                  <a:lnTo>
                    <a:pt x="129" y="155"/>
                  </a:lnTo>
                  <a:lnTo>
                    <a:pt x="125" y="157"/>
                  </a:lnTo>
                  <a:lnTo>
                    <a:pt x="121" y="159"/>
                  </a:lnTo>
                  <a:lnTo>
                    <a:pt x="117" y="159"/>
                  </a:lnTo>
                  <a:lnTo>
                    <a:pt x="92" y="171"/>
                  </a:lnTo>
                  <a:lnTo>
                    <a:pt x="74" y="179"/>
                  </a:lnTo>
                  <a:lnTo>
                    <a:pt x="60" y="185"/>
                  </a:lnTo>
                  <a:lnTo>
                    <a:pt x="53" y="191"/>
                  </a:lnTo>
                  <a:lnTo>
                    <a:pt x="47" y="194"/>
                  </a:lnTo>
                  <a:lnTo>
                    <a:pt x="41" y="208"/>
                  </a:lnTo>
                  <a:lnTo>
                    <a:pt x="35" y="228"/>
                  </a:lnTo>
                  <a:lnTo>
                    <a:pt x="31" y="253"/>
                  </a:lnTo>
                  <a:lnTo>
                    <a:pt x="29" y="277"/>
                  </a:lnTo>
                  <a:lnTo>
                    <a:pt x="23" y="277"/>
                  </a:lnTo>
                  <a:lnTo>
                    <a:pt x="15" y="275"/>
                  </a:lnTo>
                  <a:lnTo>
                    <a:pt x="11" y="273"/>
                  </a:lnTo>
                  <a:lnTo>
                    <a:pt x="5" y="273"/>
                  </a:lnTo>
                  <a:lnTo>
                    <a:pt x="3" y="271"/>
                  </a:lnTo>
                  <a:lnTo>
                    <a:pt x="2" y="271"/>
                  </a:lnTo>
                  <a:lnTo>
                    <a:pt x="0" y="269"/>
                  </a:lnTo>
                  <a:lnTo>
                    <a:pt x="2" y="257"/>
                  </a:lnTo>
                  <a:lnTo>
                    <a:pt x="2" y="240"/>
                  </a:lnTo>
                  <a:lnTo>
                    <a:pt x="3" y="220"/>
                  </a:lnTo>
                  <a:lnTo>
                    <a:pt x="7" y="198"/>
                  </a:lnTo>
                  <a:lnTo>
                    <a:pt x="9" y="183"/>
                  </a:lnTo>
                  <a:lnTo>
                    <a:pt x="13" y="175"/>
                  </a:lnTo>
                  <a:lnTo>
                    <a:pt x="21" y="169"/>
                  </a:lnTo>
                  <a:lnTo>
                    <a:pt x="31" y="163"/>
                  </a:lnTo>
                  <a:lnTo>
                    <a:pt x="43" y="155"/>
                  </a:lnTo>
                  <a:lnTo>
                    <a:pt x="53" y="151"/>
                  </a:lnTo>
                  <a:lnTo>
                    <a:pt x="59" y="147"/>
                  </a:lnTo>
                  <a:lnTo>
                    <a:pt x="62" y="145"/>
                  </a:lnTo>
                  <a:lnTo>
                    <a:pt x="66" y="141"/>
                  </a:lnTo>
                  <a:lnTo>
                    <a:pt x="66" y="139"/>
                  </a:lnTo>
                  <a:lnTo>
                    <a:pt x="66" y="132"/>
                  </a:lnTo>
                  <a:lnTo>
                    <a:pt x="51" y="114"/>
                  </a:lnTo>
                  <a:lnTo>
                    <a:pt x="41" y="90"/>
                  </a:lnTo>
                  <a:lnTo>
                    <a:pt x="37" y="69"/>
                  </a:lnTo>
                  <a:lnTo>
                    <a:pt x="41" y="47"/>
                  </a:lnTo>
                  <a:lnTo>
                    <a:pt x="53" y="29"/>
                  </a:lnTo>
                  <a:lnTo>
                    <a:pt x="68" y="20"/>
                  </a:lnTo>
                  <a:lnTo>
                    <a:pt x="88" y="14"/>
                  </a:lnTo>
                  <a:close/>
                  <a:moveTo>
                    <a:pt x="176" y="0"/>
                  </a:moveTo>
                  <a:lnTo>
                    <a:pt x="202" y="6"/>
                  </a:lnTo>
                  <a:lnTo>
                    <a:pt x="224" y="20"/>
                  </a:lnTo>
                  <a:lnTo>
                    <a:pt x="237" y="43"/>
                  </a:lnTo>
                  <a:lnTo>
                    <a:pt x="243" y="71"/>
                  </a:lnTo>
                  <a:lnTo>
                    <a:pt x="237" y="98"/>
                  </a:lnTo>
                  <a:lnTo>
                    <a:pt x="226" y="128"/>
                  </a:lnTo>
                  <a:lnTo>
                    <a:pt x="206" y="149"/>
                  </a:lnTo>
                  <a:lnTo>
                    <a:pt x="206" y="153"/>
                  </a:lnTo>
                  <a:lnTo>
                    <a:pt x="206" y="157"/>
                  </a:lnTo>
                  <a:lnTo>
                    <a:pt x="208" y="161"/>
                  </a:lnTo>
                  <a:lnTo>
                    <a:pt x="210" y="165"/>
                  </a:lnTo>
                  <a:lnTo>
                    <a:pt x="214" y="167"/>
                  </a:lnTo>
                  <a:lnTo>
                    <a:pt x="222" y="171"/>
                  </a:lnTo>
                  <a:lnTo>
                    <a:pt x="233" y="177"/>
                  </a:lnTo>
                  <a:lnTo>
                    <a:pt x="251" y="185"/>
                  </a:lnTo>
                  <a:lnTo>
                    <a:pt x="269" y="192"/>
                  </a:lnTo>
                  <a:lnTo>
                    <a:pt x="284" y="200"/>
                  </a:lnTo>
                  <a:lnTo>
                    <a:pt x="294" y="206"/>
                  </a:lnTo>
                  <a:lnTo>
                    <a:pt x="298" y="216"/>
                  </a:lnTo>
                  <a:lnTo>
                    <a:pt x="302" y="236"/>
                  </a:lnTo>
                  <a:lnTo>
                    <a:pt x="306" y="259"/>
                  </a:lnTo>
                  <a:lnTo>
                    <a:pt x="308" y="281"/>
                  </a:lnTo>
                  <a:lnTo>
                    <a:pt x="308" y="299"/>
                  </a:lnTo>
                  <a:lnTo>
                    <a:pt x="308" y="306"/>
                  </a:lnTo>
                  <a:lnTo>
                    <a:pt x="308" y="308"/>
                  </a:lnTo>
                  <a:lnTo>
                    <a:pt x="308" y="310"/>
                  </a:lnTo>
                  <a:lnTo>
                    <a:pt x="304" y="312"/>
                  </a:lnTo>
                  <a:lnTo>
                    <a:pt x="292" y="314"/>
                  </a:lnTo>
                  <a:lnTo>
                    <a:pt x="273" y="318"/>
                  </a:lnTo>
                  <a:lnTo>
                    <a:pt x="245" y="320"/>
                  </a:lnTo>
                  <a:lnTo>
                    <a:pt x="212" y="322"/>
                  </a:lnTo>
                  <a:lnTo>
                    <a:pt x="176" y="322"/>
                  </a:lnTo>
                  <a:lnTo>
                    <a:pt x="141" y="322"/>
                  </a:lnTo>
                  <a:lnTo>
                    <a:pt x="110" y="320"/>
                  </a:lnTo>
                  <a:lnTo>
                    <a:pt x="82" y="318"/>
                  </a:lnTo>
                  <a:lnTo>
                    <a:pt x="60" y="314"/>
                  </a:lnTo>
                  <a:lnTo>
                    <a:pt x="49" y="312"/>
                  </a:lnTo>
                  <a:lnTo>
                    <a:pt x="47" y="310"/>
                  </a:lnTo>
                  <a:lnTo>
                    <a:pt x="45" y="308"/>
                  </a:lnTo>
                  <a:lnTo>
                    <a:pt x="45" y="306"/>
                  </a:lnTo>
                  <a:lnTo>
                    <a:pt x="45" y="299"/>
                  </a:lnTo>
                  <a:lnTo>
                    <a:pt x="47" y="281"/>
                  </a:lnTo>
                  <a:lnTo>
                    <a:pt x="49" y="259"/>
                  </a:lnTo>
                  <a:lnTo>
                    <a:pt x="51" y="236"/>
                  </a:lnTo>
                  <a:lnTo>
                    <a:pt x="55" y="216"/>
                  </a:lnTo>
                  <a:lnTo>
                    <a:pt x="59" y="206"/>
                  </a:lnTo>
                  <a:lnTo>
                    <a:pt x="68" y="200"/>
                  </a:lnTo>
                  <a:lnTo>
                    <a:pt x="84" y="192"/>
                  </a:lnTo>
                  <a:lnTo>
                    <a:pt x="104" y="185"/>
                  </a:lnTo>
                  <a:lnTo>
                    <a:pt x="119" y="177"/>
                  </a:lnTo>
                  <a:lnTo>
                    <a:pt x="133" y="171"/>
                  </a:lnTo>
                  <a:lnTo>
                    <a:pt x="139" y="169"/>
                  </a:lnTo>
                  <a:lnTo>
                    <a:pt x="143" y="165"/>
                  </a:lnTo>
                  <a:lnTo>
                    <a:pt x="147" y="163"/>
                  </a:lnTo>
                  <a:lnTo>
                    <a:pt x="147" y="159"/>
                  </a:lnTo>
                  <a:lnTo>
                    <a:pt x="147" y="155"/>
                  </a:lnTo>
                  <a:lnTo>
                    <a:pt x="147" y="149"/>
                  </a:lnTo>
                  <a:lnTo>
                    <a:pt x="127" y="128"/>
                  </a:lnTo>
                  <a:lnTo>
                    <a:pt x="115" y="98"/>
                  </a:lnTo>
                  <a:lnTo>
                    <a:pt x="112" y="71"/>
                  </a:lnTo>
                  <a:lnTo>
                    <a:pt x="115" y="43"/>
                  </a:lnTo>
                  <a:lnTo>
                    <a:pt x="129" y="20"/>
                  </a:lnTo>
                  <a:lnTo>
                    <a:pt x="151" y="6"/>
                  </a:lnTo>
                  <a:lnTo>
                    <a:pt x="176" y="0"/>
                  </a:lnTo>
                  <a:close/>
                </a:path>
              </a:pathLst>
            </a:custGeom>
            <a:noFill/>
            <a:ln w="0">
              <a:solidFill>
                <a:srgbClr val="FFFFFF">
                  <a:lumMod val="50000"/>
                </a:srgbClr>
              </a:solidFill>
              <a:prstDash val="solid"/>
              <a:round/>
              <a:headEnd/>
              <a:tailEnd/>
            </a:ln>
          </p:spPr>
          <p:txBody>
            <a:bodyPr vert="horz" wrap="square" lIns="165439" tIns="82720" rIns="165439" bIns="82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419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xmlns="" id="{38E0094E-181C-4461-8115-373971EAF2B0}"/>
                </a:ext>
              </a:extLst>
            </p:cNvPr>
            <p:cNvGrpSpPr/>
            <p:nvPr/>
          </p:nvGrpSpPr>
          <p:grpSpPr>
            <a:xfrm>
              <a:off x="9133577" y="4605723"/>
              <a:ext cx="203649" cy="170460"/>
              <a:chOff x="4288358" y="1025526"/>
              <a:chExt cx="353257" cy="325256"/>
            </a:xfrm>
            <a:solidFill>
              <a:srgbClr val="F3756E">
                <a:lumMod val="50000"/>
              </a:srgbClr>
            </a:solidFill>
          </p:grpSpPr>
          <p:sp>
            <p:nvSpPr>
              <p:cNvPr id="143" name="Freeform 31">
                <a:extLst>
                  <a:ext uri="{FF2B5EF4-FFF2-40B4-BE49-F238E27FC236}">
                    <a16:creationId xmlns:a16="http://schemas.microsoft.com/office/drawing/2014/main" xmlns="" id="{22F69D3A-A353-43F8-A45C-B1A820CDF1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9294" y="1031989"/>
                <a:ext cx="172321" cy="308024"/>
              </a:xfrm>
              <a:custGeom>
                <a:avLst/>
                <a:gdLst>
                  <a:gd name="T0" fmla="*/ 51 w 161"/>
                  <a:gd name="T1" fmla="*/ 0 h 287"/>
                  <a:gd name="T2" fmla="*/ 75 w 161"/>
                  <a:gd name="T3" fmla="*/ 4 h 287"/>
                  <a:gd name="T4" fmla="*/ 92 w 161"/>
                  <a:gd name="T5" fmla="*/ 15 h 287"/>
                  <a:gd name="T6" fmla="*/ 102 w 161"/>
                  <a:gd name="T7" fmla="*/ 31 h 287"/>
                  <a:gd name="T8" fmla="*/ 106 w 161"/>
                  <a:gd name="T9" fmla="*/ 53 h 287"/>
                  <a:gd name="T10" fmla="*/ 106 w 161"/>
                  <a:gd name="T11" fmla="*/ 72 h 287"/>
                  <a:gd name="T12" fmla="*/ 108 w 161"/>
                  <a:gd name="T13" fmla="*/ 92 h 287"/>
                  <a:gd name="T14" fmla="*/ 112 w 161"/>
                  <a:gd name="T15" fmla="*/ 112 h 287"/>
                  <a:gd name="T16" fmla="*/ 120 w 161"/>
                  <a:gd name="T17" fmla="*/ 126 h 287"/>
                  <a:gd name="T18" fmla="*/ 134 w 161"/>
                  <a:gd name="T19" fmla="*/ 133 h 287"/>
                  <a:gd name="T20" fmla="*/ 120 w 161"/>
                  <a:gd name="T21" fmla="*/ 143 h 287"/>
                  <a:gd name="T22" fmla="*/ 104 w 161"/>
                  <a:gd name="T23" fmla="*/ 149 h 287"/>
                  <a:gd name="T24" fmla="*/ 85 w 161"/>
                  <a:gd name="T25" fmla="*/ 151 h 287"/>
                  <a:gd name="T26" fmla="*/ 79 w 161"/>
                  <a:gd name="T27" fmla="*/ 151 h 287"/>
                  <a:gd name="T28" fmla="*/ 79 w 161"/>
                  <a:gd name="T29" fmla="*/ 159 h 287"/>
                  <a:gd name="T30" fmla="*/ 79 w 161"/>
                  <a:gd name="T31" fmla="*/ 161 h 287"/>
                  <a:gd name="T32" fmla="*/ 79 w 161"/>
                  <a:gd name="T33" fmla="*/ 163 h 287"/>
                  <a:gd name="T34" fmla="*/ 81 w 161"/>
                  <a:gd name="T35" fmla="*/ 167 h 287"/>
                  <a:gd name="T36" fmla="*/ 85 w 161"/>
                  <a:gd name="T37" fmla="*/ 169 h 287"/>
                  <a:gd name="T38" fmla="*/ 89 w 161"/>
                  <a:gd name="T39" fmla="*/ 171 h 287"/>
                  <a:gd name="T40" fmla="*/ 98 w 161"/>
                  <a:gd name="T41" fmla="*/ 175 h 287"/>
                  <a:gd name="T42" fmla="*/ 114 w 161"/>
                  <a:gd name="T43" fmla="*/ 183 h 287"/>
                  <a:gd name="T44" fmla="*/ 130 w 161"/>
                  <a:gd name="T45" fmla="*/ 188 h 287"/>
                  <a:gd name="T46" fmla="*/ 144 w 161"/>
                  <a:gd name="T47" fmla="*/ 194 h 287"/>
                  <a:gd name="T48" fmla="*/ 149 w 161"/>
                  <a:gd name="T49" fmla="*/ 200 h 287"/>
                  <a:gd name="T50" fmla="*/ 155 w 161"/>
                  <a:gd name="T51" fmla="*/ 210 h 287"/>
                  <a:gd name="T52" fmla="*/ 157 w 161"/>
                  <a:gd name="T53" fmla="*/ 230 h 287"/>
                  <a:gd name="T54" fmla="*/ 159 w 161"/>
                  <a:gd name="T55" fmla="*/ 249 h 287"/>
                  <a:gd name="T56" fmla="*/ 161 w 161"/>
                  <a:gd name="T57" fmla="*/ 267 h 287"/>
                  <a:gd name="T58" fmla="*/ 161 w 161"/>
                  <a:gd name="T59" fmla="*/ 275 h 287"/>
                  <a:gd name="T60" fmla="*/ 161 w 161"/>
                  <a:gd name="T61" fmla="*/ 279 h 287"/>
                  <a:gd name="T62" fmla="*/ 157 w 161"/>
                  <a:gd name="T63" fmla="*/ 281 h 287"/>
                  <a:gd name="T64" fmla="*/ 145 w 161"/>
                  <a:gd name="T65" fmla="*/ 283 h 287"/>
                  <a:gd name="T66" fmla="*/ 124 w 161"/>
                  <a:gd name="T67" fmla="*/ 285 h 287"/>
                  <a:gd name="T68" fmla="*/ 94 w 161"/>
                  <a:gd name="T69" fmla="*/ 287 h 287"/>
                  <a:gd name="T70" fmla="*/ 94 w 161"/>
                  <a:gd name="T71" fmla="*/ 281 h 287"/>
                  <a:gd name="T72" fmla="*/ 94 w 161"/>
                  <a:gd name="T73" fmla="*/ 273 h 287"/>
                  <a:gd name="T74" fmla="*/ 94 w 161"/>
                  <a:gd name="T75" fmla="*/ 257 h 287"/>
                  <a:gd name="T76" fmla="*/ 92 w 161"/>
                  <a:gd name="T77" fmla="*/ 234 h 287"/>
                  <a:gd name="T78" fmla="*/ 89 w 161"/>
                  <a:gd name="T79" fmla="*/ 210 h 287"/>
                  <a:gd name="T80" fmla="*/ 83 w 161"/>
                  <a:gd name="T81" fmla="*/ 188 h 287"/>
                  <a:gd name="T82" fmla="*/ 77 w 161"/>
                  <a:gd name="T83" fmla="*/ 175 h 287"/>
                  <a:gd name="T84" fmla="*/ 71 w 161"/>
                  <a:gd name="T85" fmla="*/ 171 h 287"/>
                  <a:gd name="T86" fmla="*/ 61 w 161"/>
                  <a:gd name="T87" fmla="*/ 165 h 287"/>
                  <a:gd name="T88" fmla="*/ 43 w 161"/>
                  <a:gd name="T89" fmla="*/ 157 h 287"/>
                  <a:gd name="T90" fmla="*/ 18 w 161"/>
                  <a:gd name="T91" fmla="*/ 145 h 287"/>
                  <a:gd name="T92" fmla="*/ 12 w 161"/>
                  <a:gd name="T93" fmla="*/ 143 h 287"/>
                  <a:gd name="T94" fmla="*/ 8 w 161"/>
                  <a:gd name="T95" fmla="*/ 141 h 287"/>
                  <a:gd name="T96" fmla="*/ 4 w 161"/>
                  <a:gd name="T97" fmla="*/ 139 h 287"/>
                  <a:gd name="T98" fmla="*/ 0 w 161"/>
                  <a:gd name="T99" fmla="*/ 139 h 287"/>
                  <a:gd name="T100" fmla="*/ 18 w 161"/>
                  <a:gd name="T101" fmla="*/ 116 h 287"/>
                  <a:gd name="T102" fmla="*/ 30 w 161"/>
                  <a:gd name="T103" fmla="*/ 88 h 287"/>
                  <a:gd name="T104" fmla="*/ 33 w 161"/>
                  <a:gd name="T105" fmla="*/ 59 h 287"/>
                  <a:gd name="T106" fmla="*/ 30 w 161"/>
                  <a:gd name="T107" fmla="*/ 33 h 287"/>
                  <a:gd name="T108" fmla="*/ 18 w 161"/>
                  <a:gd name="T109" fmla="*/ 10 h 287"/>
                  <a:gd name="T110" fmla="*/ 33 w 161"/>
                  <a:gd name="T111" fmla="*/ 4 h 287"/>
                  <a:gd name="T112" fmla="*/ 51 w 161"/>
                  <a:gd name="T113" fmla="*/ 0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61" h="287">
                    <a:moveTo>
                      <a:pt x="51" y="0"/>
                    </a:moveTo>
                    <a:lnTo>
                      <a:pt x="75" y="4"/>
                    </a:lnTo>
                    <a:lnTo>
                      <a:pt x="92" y="15"/>
                    </a:lnTo>
                    <a:lnTo>
                      <a:pt x="102" y="31"/>
                    </a:lnTo>
                    <a:lnTo>
                      <a:pt x="106" y="53"/>
                    </a:lnTo>
                    <a:lnTo>
                      <a:pt x="106" y="72"/>
                    </a:lnTo>
                    <a:lnTo>
                      <a:pt x="108" y="92"/>
                    </a:lnTo>
                    <a:lnTo>
                      <a:pt x="112" y="112"/>
                    </a:lnTo>
                    <a:lnTo>
                      <a:pt x="120" y="126"/>
                    </a:lnTo>
                    <a:lnTo>
                      <a:pt x="134" y="133"/>
                    </a:lnTo>
                    <a:lnTo>
                      <a:pt x="120" y="143"/>
                    </a:lnTo>
                    <a:lnTo>
                      <a:pt x="104" y="149"/>
                    </a:lnTo>
                    <a:lnTo>
                      <a:pt x="85" y="151"/>
                    </a:lnTo>
                    <a:lnTo>
                      <a:pt x="79" y="151"/>
                    </a:lnTo>
                    <a:lnTo>
                      <a:pt x="79" y="159"/>
                    </a:lnTo>
                    <a:lnTo>
                      <a:pt x="79" y="161"/>
                    </a:lnTo>
                    <a:lnTo>
                      <a:pt x="79" y="163"/>
                    </a:lnTo>
                    <a:lnTo>
                      <a:pt x="81" y="167"/>
                    </a:lnTo>
                    <a:lnTo>
                      <a:pt x="85" y="169"/>
                    </a:lnTo>
                    <a:lnTo>
                      <a:pt x="89" y="171"/>
                    </a:lnTo>
                    <a:lnTo>
                      <a:pt x="98" y="175"/>
                    </a:lnTo>
                    <a:lnTo>
                      <a:pt x="114" y="183"/>
                    </a:lnTo>
                    <a:lnTo>
                      <a:pt x="130" y="188"/>
                    </a:lnTo>
                    <a:lnTo>
                      <a:pt x="144" y="194"/>
                    </a:lnTo>
                    <a:lnTo>
                      <a:pt x="149" y="200"/>
                    </a:lnTo>
                    <a:lnTo>
                      <a:pt x="155" y="210"/>
                    </a:lnTo>
                    <a:lnTo>
                      <a:pt x="157" y="230"/>
                    </a:lnTo>
                    <a:lnTo>
                      <a:pt x="159" y="249"/>
                    </a:lnTo>
                    <a:lnTo>
                      <a:pt x="161" y="267"/>
                    </a:lnTo>
                    <a:lnTo>
                      <a:pt x="161" y="275"/>
                    </a:lnTo>
                    <a:lnTo>
                      <a:pt x="161" y="279"/>
                    </a:lnTo>
                    <a:lnTo>
                      <a:pt x="157" y="281"/>
                    </a:lnTo>
                    <a:lnTo>
                      <a:pt x="145" y="283"/>
                    </a:lnTo>
                    <a:lnTo>
                      <a:pt x="124" y="285"/>
                    </a:lnTo>
                    <a:lnTo>
                      <a:pt x="94" y="287"/>
                    </a:lnTo>
                    <a:lnTo>
                      <a:pt x="94" y="281"/>
                    </a:lnTo>
                    <a:lnTo>
                      <a:pt x="94" y="273"/>
                    </a:lnTo>
                    <a:lnTo>
                      <a:pt x="94" y="257"/>
                    </a:lnTo>
                    <a:lnTo>
                      <a:pt x="92" y="234"/>
                    </a:lnTo>
                    <a:lnTo>
                      <a:pt x="89" y="210"/>
                    </a:lnTo>
                    <a:lnTo>
                      <a:pt x="83" y="188"/>
                    </a:lnTo>
                    <a:lnTo>
                      <a:pt x="77" y="175"/>
                    </a:lnTo>
                    <a:lnTo>
                      <a:pt x="71" y="171"/>
                    </a:lnTo>
                    <a:lnTo>
                      <a:pt x="61" y="165"/>
                    </a:lnTo>
                    <a:lnTo>
                      <a:pt x="43" y="157"/>
                    </a:lnTo>
                    <a:lnTo>
                      <a:pt x="18" y="145"/>
                    </a:lnTo>
                    <a:lnTo>
                      <a:pt x="12" y="143"/>
                    </a:lnTo>
                    <a:lnTo>
                      <a:pt x="8" y="141"/>
                    </a:lnTo>
                    <a:lnTo>
                      <a:pt x="4" y="139"/>
                    </a:lnTo>
                    <a:lnTo>
                      <a:pt x="0" y="139"/>
                    </a:lnTo>
                    <a:lnTo>
                      <a:pt x="18" y="116"/>
                    </a:lnTo>
                    <a:lnTo>
                      <a:pt x="30" y="88"/>
                    </a:lnTo>
                    <a:lnTo>
                      <a:pt x="33" y="59"/>
                    </a:lnTo>
                    <a:lnTo>
                      <a:pt x="30" y="33"/>
                    </a:lnTo>
                    <a:lnTo>
                      <a:pt x="18" y="10"/>
                    </a:lnTo>
                    <a:lnTo>
                      <a:pt x="33" y="4"/>
                    </a:lnTo>
                    <a:lnTo>
                      <a:pt x="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5439" tIns="82720" rIns="165439" bIns="82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4190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44" name="Freeform 32">
                <a:extLst>
                  <a:ext uri="{FF2B5EF4-FFF2-40B4-BE49-F238E27FC236}">
                    <a16:creationId xmlns:a16="http://schemas.microsoft.com/office/drawing/2014/main" xmlns="" id="{5530428E-4BBF-496D-862F-5431352ECB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8358" y="1025526"/>
                <a:ext cx="264944" cy="325256"/>
              </a:xfrm>
              <a:custGeom>
                <a:avLst/>
                <a:gdLst>
                  <a:gd name="T0" fmla="*/ 147 w 246"/>
                  <a:gd name="T1" fmla="*/ 6 h 303"/>
                  <a:gd name="T2" fmla="*/ 179 w 246"/>
                  <a:gd name="T3" fmla="*/ 39 h 303"/>
                  <a:gd name="T4" fmla="*/ 181 w 246"/>
                  <a:gd name="T5" fmla="*/ 92 h 303"/>
                  <a:gd name="T6" fmla="*/ 149 w 246"/>
                  <a:gd name="T7" fmla="*/ 139 h 303"/>
                  <a:gd name="T8" fmla="*/ 151 w 246"/>
                  <a:gd name="T9" fmla="*/ 147 h 303"/>
                  <a:gd name="T10" fmla="*/ 153 w 246"/>
                  <a:gd name="T11" fmla="*/ 153 h 303"/>
                  <a:gd name="T12" fmla="*/ 165 w 246"/>
                  <a:gd name="T13" fmla="*/ 161 h 303"/>
                  <a:gd name="T14" fmla="*/ 193 w 246"/>
                  <a:gd name="T15" fmla="*/ 171 h 303"/>
                  <a:gd name="T16" fmla="*/ 224 w 246"/>
                  <a:gd name="T17" fmla="*/ 187 h 303"/>
                  <a:gd name="T18" fmla="*/ 238 w 246"/>
                  <a:gd name="T19" fmla="*/ 202 h 303"/>
                  <a:gd name="T20" fmla="*/ 244 w 246"/>
                  <a:gd name="T21" fmla="*/ 242 h 303"/>
                  <a:gd name="T22" fmla="*/ 246 w 246"/>
                  <a:gd name="T23" fmla="*/ 279 h 303"/>
                  <a:gd name="T24" fmla="*/ 246 w 246"/>
                  <a:gd name="T25" fmla="*/ 289 h 303"/>
                  <a:gd name="T26" fmla="*/ 242 w 246"/>
                  <a:gd name="T27" fmla="*/ 293 h 303"/>
                  <a:gd name="T28" fmla="*/ 212 w 246"/>
                  <a:gd name="T29" fmla="*/ 297 h 303"/>
                  <a:gd name="T30" fmla="*/ 155 w 246"/>
                  <a:gd name="T31" fmla="*/ 301 h 303"/>
                  <a:gd name="T32" fmla="*/ 90 w 246"/>
                  <a:gd name="T33" fmla="*/ 301 h 303"/>
                  <a:gd name="T34" fmla="*/ 33 w 246"/>
                  <a:gd name="T35" fmla="*/ 297 h 303"/>
                  <a:gd name="T36" fmla="*/ 4 w 246"/>
                  <a:gd name="T37" fmla="*/ 293 h 303"/>
                  <a:gd name="T38" fmla="*/ 0 w 246"/>
                  <a:gd name="T39" fmla="*/ 289 h 303"/>
                  <a:gd name="T40" fmla="*/ 0 w 246"/>
                  <a:gd name="T41" fmla="*/ 279 h 303"/>
                  <a:gd name="T42" fmla="*/ 2 w 246"/>
                  <a:gd name="T43" fmla="*/ 242 h 303"/>
                  <a:gd name="T44" fmla="*/ 8 w 246"/>
                  <a:gd name="T45" fmla="*/ 202 h 303"/>
                  <a:gd name="T46" fmla="*/ 22 w 246"/>
                  <a:gd name="T47" fmla="*/ 187 h 303"/>
                  <a:gd name="T48" fmla="*/ 53 w 246"/>
                  <a:gd name="T49" fmla="*/ 171 h 303"/>
                  <a:gd name="T50" fmla="*/ 81 w 246"/>
                  <a:gd name="T51" fmla="*/ 161 h 303"/>
                  <a:gd name="T52" fmla="*/ 92 w 246"/>
                  <a:gd name="T53" fmla="*/ 155 h 303"/>
                  <a:gd name="T54" fmla="*/ 94 w 246"/>
                  <a:gd name="T55" fmla="*/ 149 h 303"/>
                  <a:gd name="T56" fmla="*/ 96 w 246"/>
                  <a:gd name="T57" fmla="*/ 139 h 303"/>
                  <a:gd name="T58" fmla="*/ 65 w 246"/>
                  <a:gd name="T59" fmla="*/ 92 h 303"/>
                  <a:gd name="T60" fmla="*/ 67 w 246"/>
                  <a:gd name="T61" fmla="*/ 39 h 303"/>
                  <a:gd name="T62" fmla="*/ 98 w 246"/>
                  <a:gd name="T63" fmla="*/ 6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46" h="303">
                    <a:moveTo>
                      <a:pt x="122" y="0"/>
                    </a:moveTo>
                    <a:lnTo>
                      <a:pt x="147" y="6"/>
                    </a:lnTo>
                    <a:lnTo>
                      <a:pt x="167" y="20"/>
                    </a:lnTo>
                    <a:lnTo>
                      <a:pt x="179" y="39"/>
                    </a:lnTo>
                    <a:lnTo>
                      <a:pt x="185" y="65"/>
                    </a:lnTo>
                    <a:lnTo>
                      <a:pt x="181" y="92"/>
                    </a:lnTo>
                    <a:lnTo>
                      <a:pt x="169" y="118"/>
                    </a:lnTo>
                    <a:lnTo>
                      <a:pt x="149" y="139"/>
                    </a:lnTo>
                    <a:lnTo>
                      <a:pt x="149" y="143"/>
                    </a:lnTo>
                    <a:lnTo>
                      <a:pt x="151" y="147"/>
                    </a:lnTo>
                    <a:lnTo>
                      <a:pt x="151" y="149"/>
                    </a:lnTo>
                    <a:lnTo>
                      <a:pt x="153" y="153"/>
                    </a:lnTo>
                    <a:lnTo>
                      <a:pt x="157" y="157"/>
                    </a:lnTo>
                    <a:lnTo>
                      <a:pt x="165" y="161"/>
                    </a:lnTo>
                    <a:lnTo>
                      <a:pt x="175" y="165"/>
                    </a:lnTo>
                    <a:lnTo>
                      <a:pt x="193" y="171"/>
                    </a:lnTo>
                    <a:lnTo>
                      <a:pt x="210" y="179"/>
                    </a:lnTo>
                    <a:lnTo>
                      <a:pt x="224" y="187"/>
                    </a:lnTo>
                    <a:lnTo>
                      <a:pt x="232" y="192"/>
                    </a:lnTo>
                    <a:lnTo>
                      <a:pt x="238" y="202"/>
                    </a:lnTo>
                    <a:lnTo>
                      <a:pt x="240" y="220"/>
                    </a:lnTo>
                    <a:lnTo>
                      <a:pt x="244" y="242"/>
                    </a:lnTo>
                    <a:lnTo>
                      <a:pt x="246" y="263"/>
                    </a:lnTo>
                    <a:lnTo>
                      <a:pt x="246" y="279"/>
                    </a:lnTo>
                    <a:lnTo>
                      <a:pt x="246" y="287"/>
                    </a:lnTo>
                    <a:lnTo>
                      <a:pt x="246" y="289"/>
                    </a:lnTo>
                    <a:lnTo>
                      <a:pt x="244" y="291"/>
                    </a:lnTo>
                    <a:lnTo>
                      <a:pt x="242" y="293"/>
                    </a:lnTo>
                    <a:lnTo>
                      <a:pt x="232" y="295"/>
                    </a:lnTo>
                    <a:lnTo>
                      <a:pt x="212" y="297"/>
                    </a:lnTo>
                    <a:lnTo>
                      <a:pt x="187" y="299"/>
                    </a:lnTo>
                    <a:lnTo>
                      <a:pt x="155" y="301"/>
                    </a:lnTo>
                    <a:lnTo>
                      <a:pt x="122" y="303"/>
                    </a:lnTo>
                    <a:lnTo>
                      <a:pt x="90" y="301"/>
                    </a:lnTo>
                    <a:lnTo>
                      <a:pt x="59" y="299"/>
                    </a:lnTo>
                    <a:lnTo>
                      <a:pt x="33" y="297"/>
                    </a:lnTo>
                    <a:lnTo>
                      <a:pt x="14" y="295"/>
                    </a:lnTo>
                    <a:lnTo>
                      <a:pt x="4" y="293"/>
                    </a:lnTo>
                    <a:lnTo>
                      <a:pt x="0" y="291"/>
                    </a:lnTo>
                    <a:lnTo>
                      <a:pt x="0" y="289"/>
                    </a:lnTo>
                    <a:lnTo>
                      <a:pt x="0" y="287"/>
                    </a:lnTo>
                    <a:lnTo>
                      <a:pt x="0" y="279"/>
                    </a:lnTo>
                    <a:lnTo>
                      <a:pt x="0" y="263"/>
                    </a:lnTo>
                    <a:lnTo>
                      <a:pt x="2" y="242"/>
                    </a:lnTo>
                    <a:lnTo>
                      <a:pt x="6" y="220"/>
                    </a:lnTo>
                    <a:lnTo>
                      <a:pt x="8" y="202"/>
                    </a:lnTo>
                    <a:lnTo>
                      <a:pt x="14" y="192"/>
                    </a:lnTo>
                    <a:lnTo>
                      <a:pt x="22" y="187"/>
                    </a:lnTo>
                    <a:lnTo>
                      <a:pt x="35" y="179"/>
                    </a:lnTo>
                    <a:lnTo>
                      <a:pt x="53" y="171"/>
                    </a:lnTo>
                    <a:lnTo>
                      <a:pt x="71" y="165"/>
                    </a:lnTo>
                    <a:lnTo>
                      <a:pt x="81" y="161"/>
                    </a:lnTo>
                    <a:lnTo>
                      <a:pt x="89" y="157"/>
                    </a:lnTo>
                    <a:lnTo>
                      <a:pt x="92" y="155"/>
                    </a:lnTo>
                    <a:lnTo>
                      <a:pt x="94" y="151"/>
                    </a:lnTo>
                    <a:lnTo>
                      <a:pt x="94" y="149"/>
                    </a:lnTo>
                    <a:lnTo>
                      <a:pt x="96" y="145"/>
                    </a:lnTo>
                    <a:lnTo>
                      <a:pt x="96" y="139"/>
                    </a:lnTo>
                    <a:lnTo>
                      <a:pt x="77" y="118"/>
                    </a:lnTo>
                    <a:lnTo>
                      <a:pt x="65" y="92"/>
                    </a:lnTo>
                    <a:lnTo>
                      <a:pt x="61" y="65"/>
                    </a:lnTo>
                    <a:lnTo>
                      <a:pt x="67" y="39"/>
                    </a:lnTo>
                    <a:lnTo>
                      <a:pt x="79" y="20"/>
                    </a:lnTo>
                    <a:lnTo>
                      <a:pt x="98" y="6"/>
                    </a:lnTo>
                    <a:lnTo>
                      <a:pt x="12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5439" tIns="82720" rIns="165439" bIns="82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4190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xmlns="" id="{9195BDCD-09E8-488D-98AC-229C86111A13}"/>
                </a:ext>
              </a:extLst>
            </p:cNvPr>
            <p:cNvSpPr txBox="1"/>
            <p:nvPr/>
          </p:nvSpPr>
          <p:spPr>
            <a:xfrm>
              <a:off x="9350376" y="4576181"/>
              <a:ext cx="256900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2419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Calibri" panose="020F0502020204030204" pitchFamily="34" charset="0"/>
                </a:rPr>
                <a:t>~200,000+ </a:t>
              </a:r>
              <a:r>
                <a: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Calibri" panose="020F0502020204030204" pitchFamily="34" charset="0"/>
                </a:rPr>
                <a:t>graduates per annum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9136370" y="5898845"/>
              <a:ext cx="2510345" cy="246221"/>
              <a:chOff x="9136370" y="5465212"/>
              <a:chExt cx="2510345" cy="246221"/>
            </a:xfrm>
          </p:grpSpPr>
          <p:sp>
            <p:nvSpPr>
              <p:cNvPr id="146" name="Freeform 161">
                <a:extLst>
                  <a:ext uri="{FF2B5EF4-FFF2-40B4-BE49-F238E27FC236}">
                    <a16:creationId xmlns:a16="http://schemas.microsoft.com/office/drawing/2014/main" xmlns="" id="{35925B62-D787-43C4-96A0-734E0C04F9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136370" y="5487608"/>
                <a:ext cx="198062" cy="217868"/>
              </a:xfrm>
              <a:custGeom>
                <a:avLst/>
                <a:gdLst>
                  <a:gd name="T0" fmla="*/ 33 w 288"/>
                  <a:gd name="T1" fmla="*/ 234 h 291"/>
                  <a:gd name="T2" fmla="*/ 37 w 288"/>
                  <a:gd name="T3" fmla="*/ 243 h 291"/>
                  <a:gd name="T4" fmla="*/ 251 w 288"/>
                  <a:gd name="T5" fmla="*/ 243 h 291"/>
                  <a:gd name="T6" fmla="*/ 253 w 288"/>
                  <a:gd name="T7" fmla="*/ 234 h 291"/>
                  <a:gd name="T8" fmla="*/ 41 w 288"/>
                  <a:gd name="T9" fmla="*/ 230 h 291"/>
                  <a:gd name="T10" fmla="*/ 35 w 288"/>
                  <a:gd name="T11" fmla="*/ 185 h 291"/>
                  <a:gd name="T12" fmla="*/ 37 w 288"/>
                  <a:gd name="T13" fmla="*/ 194 h 291"/>
                  <a:gd name="T14" fmla="*/ 251 w 288"/>
                  <a:gd name="T15" fmla="*/ 194 h 291"/>
                  <a:gd name="T16" fmla="*/ 255 w 288"/>
                  <a:gd name="T17" fmla="*/ 185 h 291"/>
                  <a:gd name="T18" fmla="*/ 41 w 288"/>
                  <a:gd name="T19" fmla="*/ 181 h 291"/>
                  <a:gd name="T20" fmla="*/ 145 w 288"/>
                  <a:gd name="T21" fmla="*/ 135 h 291"/>
                  <a:gd name="T22" fmla="*/ 149 w 288"/>
                  <a:gd name="T23" fmla="*/ 147 h 291"/>
                  <a:gd name="T24" fmla="*/ 251 w 288"/>
                  <a:gd name="T25" fmla="*/ 147 h 291"/>
                  <a:gd name="T26" fmla="*/ 253 w 288"/>
                  <a:gd name="T27" fmla="*/ 135 h 291"/>
                  <a:gd name="T28" fmla="*/ 153 w 288"/>
                  <a:gd name="T29" fmla="*/ 131 h 291"/>
                  <a:gd name="T30" fmla="*/ 145 w 288"/>
                  <a:gd name="T31" fmla="*/ 94 h 291"/>
                  <a:gd name="T32" fmla="*/ 149 w 288"/>
                  <a:gd name="T33" fmla="*/ 106 h 291"/>
                  <a:gd name="T34" fmla="*/ 251 w 288"/>
                  <a:gd name="T35" fmla="*/ 106 h 291"/>
                  <a:gd name="T36" fmla="*/ 253 w 288"/>
                  <a:gd name="T37" fmla="*/ 94 h 291"/>
                  <a:gd name="T38" fmla="*/ 153 w 288"/>
                  <a:gd name="T39" fmla="*/ 90 h 291"/>
                  <a:gd name="T40" fmla="*/ 145 w 288"/>
                  <a:gd name="T41" fmla="*/ 51 h 291"/>
                  <a:gd name="T42" fmla="*/ 149 w 288"/>
                  <a:gd name="T43" fmla="*/ 63 h 291"/>
                  <a:gd name="T44" fmla="*/ 251 w 288"/>
                  <a:gd name="T45" fmla="*/ 63 h 291"/>
                  <a:gd name="T46" fmla="*/ 253 w 288"/>
                  <a:gd name="T47" fmla="*/ 51 h 291"/>
                  <a:gd name="T48" fmla="*/ 153 w 288"/>
                  <a:gd name="T49" fmla="*/ 47 h 291"/>
                  <a:gd name="T50" fmla="*/ 70 w 288"/>
                  <a:gd name="T51" fmla="*/ 47 h 291"/>
                  <a:gd name="T52" fmla="*/ 63 w 288"/>
                  <a:gd name="T53" fmla="*/ 55 h 291"/>
                  <a:gd name="T54" fmla="*/ 61 w 288"/>
                  <a:gd name="T55" fmla="*/ 59 h 291"/>
                  <a:gd name="T56" fmla="*/ 61 w 288"/>
                  <a:gd name="T57" fmla="*/ 69 h 291"/>
                  <a:gd name="T58" fmla="*/ 61 w 288"/>
                  <a:gd name="T59" fmla="*/ 78 h 291"/>
                  <a:gd name="T60" fmla="*/ 63 w 288"/>
                  <a:gd name="T61" fmla="*/ 80 h 291"/>
                  <a:gd name="T62" fmla="*/ 68 w 288"/>
                  <a:gd name="T63" fmla="*/ 94 h 291"/>
                  <a:gd name="T64" fmla="*/ 63 w 288"/>
                  <a:gd name="T65" fmla="*/ 104 h 291"/>
                  <a:gd name="T66" fmla="*/ 45 w 288"/>
                  <a:gd name="T67" fmla="*/ 108 h 291"/>
                  <a:gd name="T68" fmla="*/ 37 w 288"/>
                  <a:gd name="T69" fmla="*/ 116 h 291"/>
                  <a:gd name="T70" fmla="*/ 35 w 288"/>
                  <a:gd name="T71" fmla="*/ 120 h 291"/>
                  <a:gd name="T72" fmla="*/ 33 w 288"/>
                  <a:gd name="T73" fmla="*/ 131 h 291"/>
                  <a:gd name="T74" fmla="*/ 35 w 288"/>
                  <a:gd name="T75" fmla="*/ 141 h 291"/>
                  <a:gd name="T76" fmla="*/ 80 w 288"/>
                  <a:gd name="T77" fmla="*/ 151 h 291"/>
                  <a:gd name="T78" fmla="*/ 104 w 288"/>
                  <a:gd name="T79" fmla="*/ 149 h 291"/>
                  <a:gd name="T80" fmla="*/ 129 w 288"/>
                  <a:gd name="T81" fmla="*/ 139 h 291"/>
                  <a:gd name="T82" fmla="*/ 127 w 288"/>
                  <a:gd name="T83" fmla="*/ 126 h 291"/>
                  <a:gd name="T84" fmla="*/ 125 w 288"/>
                  <a:gd name="T85" fmla="*/ 120 h 291"/>
                  <a:gd name="T86" fmla="*/ 123 w 288"/>
                  <a:gd name="T87" fmla="*/ 114 h 291"/>
                  <a:gd name="T88" fmla="*/ 112 w 288"/>
                  <a:gd name="T89" fmla="*/ 108 h 291"/>
                  <a:gd name="T90" fmla="*/ 94 w 288"/>
                  <a:gd name="T91" fmla="*/ 102 h 291"/>
                  <a:gd name="T92" fmla="*/ 96 w 288"/>
                  <a:gd name="T93" fmla="*/ 86 h 291"/>
                  <a:gd name="T94" fmla="*/ 100 w 288"/>
                  <a:gd name="T95" fmla="*/ 80 h 291"/>
                  <a:gd name="T96" fmla="*/ 102 w 288"/>
                  <a:gd name="T97" fmla="*/ 71 h 291"/>
                  <a:gd name="T98" fmla="*/ 100 w 288"/>
                  <a:gd name="T99" fmla="*/ 69 h 291"/>
                  <a:gd name="T100" fmla="*/ 100 w 288"/>
                  <a:gd name="T101" fmla="*/ 57 h 291"/>
                  <a:gd name="T102" fmla="*/ 98 w 288"/>
                  <a:gd name="T103" fmla="*/ 53 h 291"/>
                  <a:gd name="T104" fmla="*/ 86 w 288"/>
                  <a:gd name="T105" fmla="*/ 45 h 291"/>
                  <a:gd name="T106" fmla="*/ 27 w 288"/>
                  <a:gd name="T107" fmla="*/ 0 h 291"/>
                  <a:gd name="T108" fmla="*/ 277 w 288"/>
                  <a:gd name="T109" fmla="*/ 4 h 291"/>
                  <a:gd name="T110" fmla="*/ 288 w 288"/>
                  <a:gd name="T111" fmla="*/ 27 h 291"/>
                  <a:gd name="T112" fmla="*/ 283 w 288"/>
                  <a:gd name="T113" fmla="*/ 279 h 291"/>
                  <a:gd name="T114" fmla="*/ 261 w 288"/>
                  <a:gd name="T115" fmla="*/ 291 h 291"/>
                  <a:gd name="T116" fmla="*/ 11 w 288"/>
                  <a:gd name="T117" fmla="*/ 285 h 291"/>
                  <a:gd name="T118" fmla="*/ 0 w 288"/>
                  <a:gd name="T119" fmla="*/ 263 h 291"/>
                  <a:gd name="T120" fmla="*/ 6 w 288"/>
                  <a:gd name="T121" fmla="*/ 10 h 291"/>
                  <a:gd name="T122" fmla="*/ 27 w 288"/>
                  <a:gd name="T123" fmla="*/ 0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88" h="291">
                    <a:moveTo>
                      <a:pt x="41" y="230"/>
                    </a:moveTo>
                    <a:lnTo>
                      <a:pt x="37" y="232"/>
                    </a:lnTo>
                    <a:lnTo>
                      <a:pt x="33" y="234"/>
                    </a:lnTo>
                    <a:lnTo>
                      <a:pt x="33" y="238"/>
                    </a:lnTo>
                    <a:lnTo>
                      <a:pt x="33" y="242"/>
                    </a:lnTo>
                    <a:lnTo>
                      <a:pt x="37" y="243"/>
                    </a:lnTo>
                    <a:lnTo>
                      <a:pt x="41" y="245"/>
                    </a:lnTo>
                    <a:lnTo>
                      <a:pt x="247" y="245"/>
                    </a:lnTo>
                    <a:lnTo>
                      <a:pt x="251" y="243"/>
                    </a:lnTo>
                    <a:lnTo>
                      <a:pt x="253" y="242"/>
                    </a:lnTo>
                    <a:lnTo>
                      <a:pt x="255" y="238"/>
                    </a:lnTo>
                    <a:lnTo>
                      <a:pt x="253" y="234"/>
                    </a:lnTo>
                    <a:lnTo>
                      <a:pt x="251" y="232"/>
                    </a:lnTo>
                    <a:lnTo>
                      <a:pt x="247" y="230"/>
                    </a:lnTo>
                    <a:lnTo>
                      <a:pt x="41" y="230"/>
                    </a:lnTo>
                    <a:close/>
                    <a:moveTo>
                      <a:pt x="41" y="181"/>
                    </a:moveTo>
                    <a:lnTo>
                      <a:pt x="37" y="181"/>
                    </a:lnTo>
                    <a:lnTo>
                      <a:pt x="35" y="185"/>
                    </a:lnTo>
                    <a:lnTo>
                      <a:pt x="33" y="188"/>
                    </a:lnTo>
                    <a:lnTo>
                      <a:pt x="35" y="192"/>
                    </a:lnTo>
                    <a:lnTo>
                      <a:pt x="37" y="194"/>
                    </a:lnTo>
                    <a:lnTo>
                      <a:pt x="41" y="194"/>
                    </a:lnTo>
                    <a:lnTo>
                      <a:pt x="247" y="194"/>
                    </a:lnTo>
                    <a:lnTo>
                      <a:pt x="251" y="194"/>
                    </a:lnTo>
                    <a:lnTo>
                      <a:pt x="255" y="192"/>
                    </a:lnTo>
                    <a:lnTo>
                      <a:pt x="255" y="188"/>
                    </a:lnTo>
                    <a:lnTo>
                      <a:pt x="255" y="185"/>
                    </a:lnTo>
                    <a:lnTo>
                      <a:pt x="251" y="181"/>
                    </a:lnTo>
                    <a:lnTo>
                      <a:pt x="247" y="181"/>
                    </a:lnTo>
                    <a:lnTo>
                      <a:pt x="41" y="181"/>
                    </a:lnTo>
                    <a:close/>
                    <a:moveTo>
                      <a:pt x="153" y="131"/>
                    </a:moveTo>
                    <a:lnTo>
                      <a:pt x="149" y="133"/>
                    </a:lnTo>
                    <a:lnTo>
                      <a:pt x="145" y="135"/>
                    </a:lnTo>
                    <a:lnTo>
                      <a:pt x="145" y="139"/>
                    </a:lnTo>
                    <a:lnTo>
                      <a:pt x="145" y="143"/>
                    </a:lnTo>
                    <a:lnTo>
                      <a:pt x="149" y="147"/>
                    </a:lnTo>
                    <a:lnTo>
                      <a:pt x="153" y="147"/>
                    </a:lnTo>
                    <a:lnTo>
                      <a:pt x="247" y="147"/>
                    </a:lnTo>
                    <a:lnTo>
                      <a:pt x="251" y="147"/>
                    </a:lnTo>
                    <a:lnTo>
                      <a:pt x="253" y="143"/>
                    </a:lnTo>
                    <a:lnTo>
                      <a:pt x="255" y="139"/>
                    </a:lnTo>
                    <a:lnTo>
                      <a:pt x="253" y="135"/>
                    </a:lnTo>
                    <a:lnTo>
                      <a:pt x="251" y="133"/>
                    </a:lnTo>
                    <a:lnTo>
                      <a:pt x="247" y="131"/>
                    </a:lnTo>
                    <a:lnTo>
                      <a:pt x="153" y="131"/>
                    </a:lnTo>
                    <a:close/>
                    <a:moveTo>
                      <a:pt x="153" y="90"/>
                    </a:moveTo>
                    <a:lnTo>
                      <a:pt x="149" y="90"/>
                    </a:lnTo>
                    <a:lnTo>
                      <a:pt x="145" y="94"/>
                    </a:lnTo>
                    <a:lnTo>
                      <a:pt x="145" y="98"/>
                    </a:lnTo>
                    <a:lnTo>
                      <a:pt x="145" y="102"/>
                    </a:lnTo>
                    <a:lnTo>
                      <a:pt x="149" y="106"/>
                    </a:lnTo>
                    <a:lnTo>
                      <a:pt x="153" y="106"/>
                    </a:lnTo>
                    <a:lnTo>
                      <a:pt x="247" y="106"/>
                    </a:lnTo>
                    <a:lnTo>
                      <a:pt x="251" y="106"/>
                    </a:lnTo>
                    <a:lnTo>
                      <a:pt x="253" y="102"/>
                    </a:lnTo>
                    <a:lnTo>
                      <a:pt x="255" y="98"/>
                    </a:lnTo>
                    <a:lnTo>
                      <a:pt x="253" y="94"/>
                    </a:lnTo>
                    <a:lnTo>
                      <a:pt x="251" y="90"/>
                    </a:lnTo>
                    <a:lnTo>
                      <a:pt x="247" y="90"/>
                    </a:lnTo>
                    <a:lnTo>
                      <a:pt x="153" y="90"/>
                    </a:lnTo>
                    <a:close/>
                    <a:moveTo>
                      <a:pt x="153" y="47"/>
                    </a:moveTo>
                    <a:lnTo>
                      <a:pt x="149" y="49"/>
                    </a:lnTo>
                    <a:lnTo>
                      <a:pt x="145" y="51"/>
                    </a:lnTo>
                    <a:lnTo>
                      <a:pt x="145" y="55"/>
                    </a:lnTo>
                    <a:lnTo>
                      <a:pt x="145" y="61"/>
                    </a:lnTo>
                    <a:lnTo>
                      <a:pt x="149" y="63"/>
                    </a:lnTo>
                    <a:lnTo>
                      <a:pt x="153" y="65"/>
                    </a:lnTo>
                    <a:lnTo>
                      <a:pt x="247" y="65"/>
                    </a:lnTo>
                    <a:lnTo>
                      <a:pt x="251" y="63"/>
                    </a:lnTo>
                    <a:lnTo>
                      <a:pt x="253" y="61"/>
                    </a:lnTo>
                    <a:lnTo>
                      <a:pt x="255" y="55"/>
                    </a:lnTo>
                    <a:lnTo>
                      <a:pt x="253" y="51"/>
                    </a:lnTo>
                    <a:lnTo>
                      <a:pt x="251" y="49"/>
                    </a:lnTo>
                    <a:lnTo>
                      <a:pt x="247" y="47"/>
                    </a:lnTo>
                    <a:lnTo>
                      <a:pt x="153" y="47"/>
                    </a:lnTo>
                    <a:close/>
                    <a:moveTo>
                      <a:pt x="80" y="45"/>
                    </a:moveTo>
                    <a:lnTo>
                      <a:pt x="76" y="45"/>
                    </a:lnTo>
                    <a:lnTo>
                      <a:pt x="70" y="47"/>
                    </a:lnTo>
                    <a:lnTo>
                      <a:pt x="66" y="49"/>
                    </a:lnTo>
                    <a:lnTo>
                      <a:pt x="65" y="53"/>
                    </a:lnTo>
                    <a:lnTo>
                      <a:pt x="63" y="55"/>
                    </a:lnTo>
                    <a:lnTo>
                      <a:pt x="63" y="55"/>
                    </a:lnTo>
                    <a:lnTo>
                      <a:pt x="63" y="57"/>
                    </a:lnTo>
                    <a:lnTo>
                      <a:pt x="61" y="59"/>
                    </a:lnTo>
                    <a:lnTo>
                      <a:pt x="61" y="63"/>
                    </a:lnTo>
                    <a:lnTo>
                      <a:pt x="61" y="69"/>
                    </a:lnTo>
                    <a:lnTo>
                      <a:pt x="61" y="69"/>
                    </a:lnTo>
                    <a:lnTo>
                      <a:pt x="61" y="69"/>
                    </a:lnTo>
                    <a:lnTo>
                      <a:pt x="61" y="71"/>
                    </a:lnTo>
                    <a:lnTo>
                      <a:pt x="61" y="78"/>
                    </a:lnTo>
                    <a:lnTo>
                      <a:pt x="61" y="80"/>
                    </a:lnTo>
                    <a:lnTo>
                      <a:pt x="63" y="80"/>
                    </a:lnTo>
                    <a:lnTo>
                      <a:pt x="63" y="80"/>
                    </a:lnTo>
                    <a:lnTo>
                      <a:pt x="63" y="80"/>
                    </a:lnTo>
                    <a:lnTo>
                      <a:pt x="66" y="86"/>
                    </a:lnTo>
                    <a:lnTo>
                      <a:pt x="68" y="94"/>
                    </a:lnTo>
                    <a:lnTo>
                      <a:pt x="68" y="100"/>
                    </a:lnTo>
                    <a:lnTo>
                      <a:pt x="68" y="102"/>
                    </a:lnTo>
                    <a:lnTo>
                      <a:pt x="63" y="104"/>
                    </a:lnTo>
                    <a:lnTo>
                      <a:pt x="57" y="106"/>
                    </a:lnTo>
                    <a:lnTo>
                      <a:pt x="51" y="108"/>
                    </a:lnTo>
                    <a:lnTo>
                      <a:pt x="45" y="108"/>
                    </a:lnTo>
                    <a:lnTo>
                      <a:pt x="41" y="112"/>
                    </a:lnTo>
                    <a:lnTo>
                      <a:pt x="37" y="114"/>
                    </a:lnTo>
                    <a:lnTo>
                      <a:pt x="37" y="116"/>
                    </a:lnTo>
                    <a:lnTo>
                      <a:pt x="35" y="118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5" y="122"/>
                    </a:lnTo>
                    <a:lnTo>
                      <a:pt x="33" y="126"/>
                    </a:lnTo>
                    <a:lnTo>
                      <a:pt x="33" y="131"/>
                    </a:lnTo>
                    <a:lnTo>
                      <a:pt x="33" y="137"/>
                    </a:lnTo>
                    <a:lnTo>
                      <a:pt x="33" y="139"/>
                    </a:lnTo>
                    <a:lnTo>
                      <a:pt x="35" y="141"/>
                    </a:lnTo>
                    <a:lnTo>
                      <a:pt x="39" y="145"/>
                    </a:lnTo>
                    <a:lnTo>
                      <a:pt x="59" y="149"/>
                    </a:lnTo>
                    <a:lnTo>
                      <a:pt x="80" y="151"/>
                    </a:lnTo>
                    <a:lnTo>
                      <a:pt x="80" y="151"/>
                    </a:lnTo>
                    <a:lnTo>
                      <a:pt x="82" y="151"/>
                    </a:lnTo>
                    <a:lnTo>
                      <a:pt x="104" y="149"/>
                    </a:lnTo>
                    <a:lnTo>
                      <a:pt x="123" y="145"/>
                    </a:lnTo>
                    <a:lnTo>
                      <a:pt x="127" y="141"/>
                    </a:lnTo>
                    <a:lnTo>
                      <a:pt x="129" y="139"/>
                    </a:lnTo>
                    <a:lnTo>
                      <a:pt x="129" y="137"/>
                    </a:lnTo>
                    <a:lnTo>
                      <a:pt x="127" y="131"/>
                    </a:lnTo>
                    <a:lnTo>
                      <a:pt x="127" y="126"/>
                    </a:lnTo>
                    <a:lnTo>
                      <a:pt x="127" y="122"/>
                    </a:lnTo>
                    <a:lnTo>
                      <a:pt x="127" y="120"/>
                    </a:lnTo>
                    <a:lnTo>
                      <a:pt x="125" y="120"/>
                    </a:lnTo>
                    <a:lnTo>
                      <a:pt x="125" y="118"/>
                    </a:lnTo>
                    <a:lnTo>
                      <a:pt x="125" y="116"/>
                    </a:lnTo>
                    <a:lnTo>
                      <a:pt x="123" y="114"/>
                    </a:lnTo>
                    <a:lnTo>
                      <a:pt x="121" y="112"/>
                    </a:lnTo>
                    <a:lnTo>
                      <a:pt x="116" y="108"/>
                    </a:lnTo>
                    <a:lnTo>
                      <a:pt x="112" y="108"/>
                    </a:lnTo>
                    <a:lnTo>
                      <a:pt x="106" y="106"/>
                    </a:lnTo>
                    <a:lnTo>
                      <a:pt x="98" y="104"/>
                    </a:lnTo>
                    <a:lnTo>
                      <a:pt x="94" y="102"/>
                    </a:lnTo>
                    <a:lnTo>
                      <a:pt x="92" y="100"/>
                    </a:lnTo>
                    <a:lnTo>
                      <a:pt x="92" y="94"/>
                    </a:lnTo>
                    <a:lnTo>
                      <a:pt x="96" y="86"/>
                    </a:lnTo>
                    <a:lnTo>
                      <a:pt x="98" y="80"/>
                    </a:lnTo>
                    <a:lnTo>
                      <a:pt x="98" y="80"/>
                    </a:lnTo>
                    <a:lnTo>
                      <a:pt x="100" y="80"/>
                    </a:lnTo>
                    <a:lnTo>
                      <a:pt x="100" y="80"/>
                    </a:lnTo>
                    <a:lnTo>
                      <a:pt x="100" y="78"/>
                    </a:lnTo>
                    <a:lnTo>
                      <a:pt x="102" y="71"/>
                    </a:lnTo>
                    <a:lnTo>
                      <a:pt x="102" y="69"/>
                    </a:lnTo>
                    <a:lnTo>
                      <a:pt x="100" y="69"/>
                    </a:lnTo>
                    <a:lnTo>
                      <a:pt x="100" y="69"/>
                    </a:lnTo>
                    <a:lnTo>
                      <a:pt x="100" y="63"/>
                    </a:lnTo>
                    <a:lnTo>
                      <a:pt x="100" y="59"/>
                    </a:lnTo>
                    <a:lnTo>
                      <a:pt x="100" y="57"/>
                    </a:lnTo>
                    <a:lnTo>
                      <a:pt x="100" y="55"/>
                    </a:lnTo>
                    <a:lnTo>
                      <a:pt x="98" y="55"/>
                    </a:lnTo>
                    <a:lnTo>
                      <a:pt x="98" y="53"/>
                    </a:lnTo>
                    <a:lnTo>
                      <a:pt x="94" y="49"/>
                    </a:lnTo>
                    <a:lnTo>
                      <a:pt x="90" y="47"/>
                    </a:lnTo>
                    <a:lnTo>
                      <a:pt x="86" y="45"/>
                    </a:lnTo>
                    <a:lnTo>
                      <a:pt x="80" y="45"/>
                    </a:lnTo>
                    <a:lnTo>
                      <a:pt x="80" y="45"/>
                    </a:lnTo>
                    <a:close/>
                    <a:moveTo>
                      <a:pt x="27" y="0"/>
                    </a:moveTo>
                    <a:lnTo>
                      <a:pt x="261" y="0"/>
                    </a:lnTo>
                    <a:lnTo>
                      <a:pt x="269" y="0"/>
                    </a:lnTo>
                    <a:lnTo>
                      <a:pt x="277" y="4"/>
                    </a:lnTo>
                    <a:lnTo>
                      <a:pt x="283" y="10"/>
                    </a:lnTo>
                    <a:lnTo>
                      <a:pt x="287" y="17"/>
                    </a:lnTo>
                    <a:lnTo>
                      <a:pt x="288" y="27"/>
                    </a:lnTo>
                    <a:lnTo>
                      <a:pt x="288" y="263"/>
                    </a:lnTo>
                    <a:lnTo>
                      <a:pt x="287" y="271"/>
                    </a:lnTo>
                    <a:lnTo>
                      <a:pt x="283" y="279"/>
                    </a:lnTo>
                    <a:lnTo>
                      <a:pt x="277" y="285"/>
                    </a:lnTo>
                    <a:lnTo>
                      <a:pt x="269" y="289"/>
                    </a:lnTo>
                    <a:lnTo>
                      <a:pt x="261" y="291"/>
                    </a:lnTo>
                    <a:lnTo>
                      <a:pt x="27" y="291"/>
                    </a:lnTo>
                    <a:lnTo>
                      <a:pt x="19" y="289"/>
                    </a:lnTo>
                    <a:lnTo>
                      <a:pt x="11" y="285"/>
                    </a:lnTo>
                    <a:lnTo>
                      <a:pt x="6" y="279"/>
                    </a:lnTo>
                    <a:lnTo>
                      <a:pt x="2" y="271"/>
                    </a:lnTo>
                    <a:lnTo>
                      <a:pt x="0" y="263"/>
                    </a:lnTo>
                    <a:lnTo>
                      <a:pt x="0" y="27"/>
                    </a:lnTo>
                    <a:lnTo>
                      <a:pt x="2" y="17"/>
                    </a:lnTo>
                    <a:lnTo>
                      <a:pt x="6" y="10"/>
                    </a:lnTo>
                    <a:lnTo>
                      <a:pt x="11" y="4"/>
                    </a:lnTo>
                    <a:lnTo>
                      <a:pt x="19" y="0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F3756E">
                  <a:lumMod val="5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5439" tIns="82720" rIns="165439" bIns="82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4190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xmlns="" id="{145C083D-98C0-4FBB-8D2D-82AA339146B6}"/>
                  </a:ext>
                </a:extLst>
              </p:cNvPr>
              <p:cNvSpPr txBox="1"/>
              <p:nvPr/>
            </p:nvSpPr>
            <p:spPr>
              <a:xfrm>
                <a:off x="9375885" y="5465212"/>
                <a:ext cx="227083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52%</a:t>
                </a:r>
                <a: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Migratory Population</a:t>
                </a:r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9081944" y="5180292"/>
              <a:ext cx="2799449" cy="246221"/>
              <a:chOff x="9081944" y="4982325"/>
              <a:chExt cx="2799449" cy="246221"/>
            </a:xfrm>
          </p:grpSpPr>
          <p:sp>
            <p:nvSpPr>
              <p:cNvPr id="147" name="Freeform 86">
                <a:extLst>
                  <a:ext uri="{FF2B5EF4-FFF2-40B4-BE49-F238E27FC236}">
                    <a16:creationId xmlns:a16="http://schemas.microsoft.com/office/drawing/2014/main" xmlns="" id="{4CABBC9C-BBB7-4675-9040-CF3CB42275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81944" y="5018039"/>
                <a:ext cx="306914" cy="191574"/>
              </a:xfrm>
              <a:custGeom>
                <a:avLst/>
                <a:gdLst>
                  <a:gd name="T0" fmla="*/ 265 w 435"/>
                  <a:gd name="T1" fmla="*/ 163 h 204"/>
                  <a:gd name="T2" fmla="*/ 205 w 435"/>
                  <a:gd name="T3" fmla="*/ 138 h 204"/>
                  <a:gd name="T4" fmla="*/ 230 w 435"/>
                  <a:gd name="T5" fmla="*/ 138 h 204"/>
                  <a:gd name="T6" fmla="*/ 170 w 435"/>
                  <a:gd name="T7" fmla="*/ 163 h 204"/>
                  <a:gd name="T8" fmla="*/ 170 w 435"/>
                  <a:gd name="T9" fmla="*/ 138 h 204"/>
                  <a:gd name="T10" fmla="*/ 402 w 435"/>
                  <a:gd name="T11" fmla="*/ 151 h 204"/>
                  <a:gd name="T12" fmla="*/ 351 w 435"/>
                  <a:gd name="T13" fmla="*/ 130 h 204"/>
                  <a:gd name="T14" fmla="*/ 371 w 435"/>
                  <a:gd name="T15" fmla="*/ 130 h 204"/>
                  <a:gd name="T16" fmla="*/ 320 w 435"/>
                  <a:gd name="T17" fmla="*/ 151 h 204"/>
                  <a:gd name="T18" fmla="*/ 320 w 435"/>
                  <a:gd name="T19" fmla="*/ 130 h 204"/>
                  <a:gd name="T20" fmla="*/ 115 w 435"/>
                  <a:gd name="T21" fmla="*/ 151 h 204"/>
                  <a:gd name="T22" fmla="*/ 63 w 435"/>
                  <a:gd name="T23" fmla="*/ 130 h 204"/>
                  <a:gd name="T24" fmla="*/ 85 w 435"/>
                  <a:gd name="T25" fmla="*/ 130 h 204"/>
                  <a:gd name="T26" fmla="*/ 33 w 435"/>
                  <a:gd name="T27" fmla="*/ 151 h 204"/>
                  <a:gd name="T28" fmla="*/ 33 w 435"/>
                  <a:gd name="T29" fmla="*/ 130 h 204"/>
                  <a:gd name="T30" fmla="*/ 402 w 435"/>
                  <a:gd name="T31" fmla="*/ 121 h 204"/>
                  <a:gd name="T32" fmla="*/ 351 w 435"/>
                  <a:gd name="T33" fmla="*/ 100 h 204"/>
                  <a:gd name="T34" fmla="*/ 371 w 435"/>
                  <a:gd name="T35" fmla="*/ 100 h 204"/>
                  <a:gd name="T36" fmla="*/ 320 w 435"/>
                  <a:gd name="T37" fmla="*/ 121 h 204"/>
                  <a:gd name="T38" fmla="*/ 320 w 435"/>
                  <a:gd name="T39" fmla="*/ 100 h 204"/>
                  <a:gd name="T40" fmla="*/ 115 w 435"/>
                  <a:gd name="T41" fmla="*/ 121 h 204"/>
                  <a:gd name="T42" fmla="*/ 63 w 435"/>
                  <a:gd name="T43" fmla="*/ 100 h 204"/>
                  <a:gd name="T44" fmla="*/ 85 w 435"/>
                  <a:gd name="T45" fmla="*/ 100 h 204"/>
                  <a:gd name="T46" fmla="*/ 33 w 435"/>
                  <a:gd name="T47" fmla="*/ 121 h 204"/>
                  <a:gd name="T48" fmla="*/ 33 w 435"/>
                  <a:gd name="T49" fmla="*/ 100 h 204"/>
                  <a:gd name="T50" fmla="*/ 265 w 435"/>
                  <a:gd name="T51" fmla="*/ 117 h 204"/>
                  <a:gd name="T52" fmla="*/ 206 w 435"/>
                  <a:gd name="T53" fmla="*/ 92 h 204"/>
                  <a:gd name="T54" fmla="*/ 230 w 435"/>
                  <a:gd name="T55" fmla="*/ 92 h 204"/>
                  <a:gd name="T56" fmla="*/ 170 w 435"/>
                  <a:gd name="T57" fmla="*/ 117 h 204"/>
                  <a:gd name="T58" fmla="*/ 170 w 435"/>
                  <a:gd name="T59" fmla="*/ 92 h 204"/>
                  <a:gd name="T60" fmla="*/ 402 w 435"/>
                  <a:gd name="T61" fmla="*/ 91 h 204"/>
                  <a:gd name="T62" fmla="*/ 351 w 435"/>
                  <a:gd name="T63" fmla="*/ 70 h 204"/>
                  <a:gd name="T64" fmla="*/ 371 w 435"/>
                  <a:gd name="T65" fmla="*/ 70 h 204"/>
                  <a:gd name="T66" fmla="*/ 320 w 435"/>
                  <a:gd name="T67" fmla="*/ 91 h 204"/>
                  <a:gd name="T68" fmla="*/ 320 w 435"/>
                  <a:gd name="T69" fmla="*/ 70 h 204"/>
                  <a:gd name="T70" fmla="*/ 115 w 435"/>
                  <a:gd name="T71" fmla="*/ 91 h 204"/>
                  <a:gd name="T72" fmla="*/ 63 w 435"/>
                  <a:gd name="T73" fmla="*/ 70 h 204"/>
                  <a:gd name="T74" fmla="*/ 85 w 435"/>
                  <a:gd name="T75" fmla="*/ 70 h 204"/>
                  <a:gd name="T76" fmla="*/ 33 w 435"/>
                  <a:gd name="T77" fmla="*/ 91 h 204"/>
                  <a:gd name="T78" fmla="*/ 33 w 435"/>
                  <a:gd name="T79" fmla="*/ 70 h 204"/>
                  <a:gd name="T80" fmla="*/ 265 w 435"/>
                  <a:gd name="T81" fmla="*/ 82 h 204"/>
                  <a:gd name="T82" fmla="*/ 206 w 435"/>
                  <a:gd name="T83" fmla="*/ 58 h 204"/>
                  <a:gd name="T84" fmla="*/ 230 w 435"/>
                  <a:gd name="T85" fmla="*/ 58 h 204"/>
                  <a:gd name="T86" fmla="*/ 170 w 435"/>
                  <a:gd name="T87" fmla="*/ 82 h 204"/>
                  <a:gd name="T88" fmla="*/ 170 w 435"/>
                  <a:gd name="T89" fmla="*/ 58 h 204"/>
                  <a:gd name="T90" fmla="*/ 265 w 435"/>
                  <a:gd name="T91" fmla="*/ 47 h 204"/>
                  <a:gd name="T92" fmla="*/ 206 w 435"/>
                  <a:gd name="T93" fmla="*/ 23 h 204"/>
                  <a:gd name="T94" fmla="*/ 230 w 435"/>
                  <a:gd name="T95" fmla="*/ 23 h 204"/>
                  <a:gd name="T96" fmla="*/ 170 w 435"/>
                  <a:gd name="T97" fmla="*/ 47 h 204"/>
                  <a:gd name="T98" fmla="*/ 170 w 435"/>
                  <a:gd name="T99" fmla="*/ 23 h 204"/>
                  <a:gd name="T100" fmla="*/ 312 w 435"/>
                  <a:gd name="T101" fmla="*/ 11 h 204"/>
                  <a:gd name="T102" fmla="*/ 435 w 435"/>
                  <a:gd name="T103" fmla="*/ 38 h 204"/>
                  <a:gd name="T104" fmla="*/ 424 w 435"/>
                  <a:gd name="T105" fmla="*/ 169 h 204"/>
                  <a:gd name="T106" fmla="*/ 301 w 435"/>
                  <a:gd name="T107" fmla="*/ 178 h 204"/>
                  <a:gd name="T108" fmla="*/ 315 w 435"/>
                  <a:gd name="T109" fmla="*/ 204 h 204"/>
                  <a:gd name="T110" fmla="*/ 134 w 435"/>
                  <a:gd name="T111" fmla="*/ 192 h 204"/>
                  <a:gd name="T112" fmla="*/ 0 w 435"/>
                  <a:gd name="T113" fmla="*/ 169 h 204"/>
                  <a:gd name="T114" fmla="*/ 0 w 435"/>
                  <a:gd name="T115" fmla="*/ 47 h 204"/>
                  <a:gd name="T116" fmla="*/ 134 w 435"/>
                  <a:gd name="T117" fmla="*/ 11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35" h="204">
                    <a:moveTo>
                      <a:pt x="253" y="138"/>
                    </a:moveTo>
                    <a:lnTo>
                      <a:pt x="253" y="163"/>
                    </a:lnTo>
                    <a:lnTo>
                      <a:pt x="265" y="163"/>
                    </a:lnTo>
                    <a:lnTo>
                      <a:pt x="265" y="138"/>
                    </a:lnTo>
                    <a:lnTo>
                      <a:pt x="253" y="138"/>
                    </a:lnTo>
                    <a:close/>
                    <a:moveTo>
                      <a:pt x="205" y="138"/>
                    </a:moveTo>
                    <a:lnTo>
                      <a:pt x="205" y="184"/>
                    </a:lnTo>
                    <a:lnTo>
                      <a:pt x="230" y="184"/>
                    </a:lnTo>
                    <a:lnTo>
                      <a:pt x="230" y="138"/>
                    </a:lnTo>
                    <a:lnTo>
                      <a:pt x="205" y="138"/>
                    </a:lnTo>
                    <a:close/>
                    <a:moveTo>
                      <a:pt x="170" y="138"/>
                    </a:moveTo>
                    <a:lnTo>
                      <a:pt x="170" y="163"/>
                    </a:lnTo>
                    <a:lnTo>
                      <a:pt x="182" y="163"/>
                    </a:lnTo>
                    <a:lnTo>
                      <a:pt x="182" y="138"/>
                    </a:lnTo>
                    <a:lnTo>
                      <a:pt x="170" y="138"/>
                    </a:lnTo>
                    <a:close/>
                    <a:moveTo>
                      <a:pt x="380" y="130"/>
                    </a:moveTo>
                    <a:lnTo>
                      <a:pt x="380" y="151"/>
                    </a:lnTo>
                    <a:lnTo>
                      <a:pt x="402" y="151"/>
                    </a:lnTo>
                    <a:lnTo>
                      <a:pt x="402" y="130"/>
                    </a:lnTo>
                    <a:lnTo>
                      <a:pt x="380" y="130"/>
                    </a:lnTo>
                    <a:close/>
                    <a:moveTo>
                      <a:pt x="351" y="130"/>
                    </a:moveTo>
                    <a:lnTo>
                      <a:pt x="351" y="151"/>
                    </a:lnTo>
                    <a:lnTo>
                      <a:pt x="371" y="151"/>
                    </a:lnTo>
                    <a:lnTo>
                      <a:pt x="371" y="130"/>
                    </a:lnTo>
                    <a:lnTo>
                      <a:pt x="351" y="130"/>
                    </a:lnTo>
                    <a:close/>
                    <a:moveTo>
                      <a:pt x="320" y="130"/>
                    </a:moveTo>
                    <a:lnTo>
                      <a:pt x="320" y="151"/>
                    </a:lnTo>
                    <a:lnTo>
                      <a:pt x="342" y="151"/>
                    </a:lnTo>
                    <a:lnTo>
                      <a:pt x="342" y="130"/>
                    </a:lnTo>
                    <a:lnTo>
                      <a:pt x="320" y="130"/>
                    </a:lnTo>
                    <a:close/>
                    <a:moveTo>
                      <a:pt x="94" y="130"/>
                    </a:moveTo>
                    <a:lnTo>
                      <a:pt x="94" y="151"/>
                    </a:lnTo>
                    <a:lnTo>
                      <a:pt x="115" y="151"/>
                    </a:lnTo>
                    <a:lnTo>
                      <a:pt x="115" y="130"/>
                    </a:lnTo>
                    <a:lnTo>
                      <a:pt x="94" y="130"/>
                    </a:lnTo>
                    <a:close/>
                    <a:moveTo>
                      <a:pt x="63" y="130"/>
                    </a:moveTo>
                    <a:lnTo>
                      <a:pt x="63" y="151"/>
                    </a:lnTo>
                    <a:lnTo>
                      <a:pt x="85" y="151"/>
                    </a:lnTo>
                    <a:lnTo>
                      <a:pt x="85" y="130"/>
                    </a:lnTo>
                    <a:lnTo>
                      <a:pt x="63" y="130"/>
                    </a:lnTo>
                    <a:close/>
                    <a:moveTo>
                      <a:pt x="33" y="130"/>
                    </a:moveTo>
                    <a:lnTo>
                      <a:pt x="33" y="151"/>
                    </a:lnTo>
                    <a:lnTo>
                      <a:pt x="54" y="151"/>
                    </a:lnTo>
                    <a:lnTo>
                      <a:pt x="54" y="130"/>
                    </a:lnTo>
                    <a:lnTo>
                      <a:pt x="33" y="130"/>
                    </a:lnTo>
                    <a:close/>
                    <a:moveTo>
                      <a:pt x="380" y="100"/>
                    </a:moveTo>
                    <a:lnTo>
                      <a:pt x="380" y="121"/>
                    </a:lnTo>
                    <a:lnTo>
                      <a:pt x="402" y="121"/>
                    </a:lnTo>
                    <a:lnTo>
                      <a:pt x="402" y="100"/>
                    </a:lnTo>
                    <a:lnTo>
                      <a:pt x="380" y="100"/>
                    </a:lnTo>
                    <a:close/>
                    <a:moveTo>
                      <a:pt x="351" y="100"/>
                    </a:moveTo>
                    <a:lnTo>
                      <a:pt x="351" y="121"/>
                    </a:lnTo>
                    <a:lnTo>
                      <a:pt x="371" y="121"/>
                    </a:lnTo>
                    <a:lnTo>
                      <a:pt x="371" y="100"/>
                    </a:lnTo>
                    <a:lnTo>
                      <a:pt x="351" y="100"/>
                    </a:lnTo>
                    <a:close/>
                    <a:moveTo>
                      <a:pt x="320" y="100"/>
                    </a:moveTo>
                    <a:lnTo>
                      <a:pt x="320" y="121"/>
                    </a:lnTo>
                    <a:lnTo>
                      <a:pt x="342" y="121"/>
                    </a:lnTo>
                    <a:lnTo>
                      <a:pt x="342" y="100"/>
                    </a:lnTo>
                    <a:lnTo>
                      <a:pt x="320" y="100"/>
                    </a:lnTo>
                    <a:close/>
                    <a:moveTo>
                      <a:pt x="94" y="100"/>
                    </a:moveTo>
                    <a:lnTo>
                      <a:pt x="94" y="121"/>
                    </a:lnTo>
                    <a:lnTo>
                      <a:pt x="115" y="121"/>
                    </a:lnTo>
                    <a:lnTo>
                      <a:pt x="115" y="100"/>
                    </a:lnTo>
                    <a:lnTo>
                      <a:pt x="94" y="100"/>
                    </a:lnTo>
                    <a:close/>
                    <a:moveTo>
                      <a:pt x="63" y="100"/>
                    </a:moveTo>
                    <a:lnTo>
                      <a:pt x="63" y="121"/>
                    </a:lnTo>
                    <a:lnTo>
                      <a:pt x="85" y="121"/>
                    </a:lnTo>
                    <a:lnTo>
                      <a:pt x="85" y="100"/>
                    </a:lnTo>
                    <a:lnTo>
                      <a:pt x="63" y="100"/>
                    </a:lnTo>
                    <a:close/>
                    <a:moveTo>
                      <a:pt x="33" y="100"/>
                    </a:moveTo>
                    <a:lnTo>
                      <a:pt x="33" y="121"/>
                    </a:lnTo>
                    <a:lnTo>
                      <a:pt x="54" y="121"/>
                    </a:lnTo>
                    <a:lnTo>
                      <a:pt x="54" y="100"/>
                    </a:lnTo>
                    <a:lnTo>
                      <a:pt x="33" y="100"/>
                    </a:lnTo>
                    <a:close/>
                    <a:moveTo>
                      <a:pt x="240" y="92"/>
                    </a:moveTo>
                    <a:lnTo>
                      <a:pt x="240" y="117"/>
                    </a:lnTo>
                    <a:lnTo>
                      <a:pt x="265" y="117"/>
                    </a:lnTo>
                    <a:lnTo>
                      <a:pt x="265" y="92"/>
                    </a:lnTo>
                    <a:lnTo>
                      <a:pt x="240" y="92"/>
                    </a:lnTo>
                    <a:close/>
                    <a:moveTo>
                      <a:pt x="206" y="92"/>
                    </a:moveTo>
                    <a:lnTo>
                      <a:pt x="206" y="117"/>
                    </a:lnTo>
                    <a:lnTo>
                      <a:pt x="230" y="117"/>
                    </a:lnTo>
                    <a:lnTo>
                      <a:pt x="230" y="92"/>
                    </a:lnTo>
                    <a:lnTo>
                      <a:pt x="206" y="92"/>
                    </a:lnTo>
                    <a:close/>
                    <a:moveTo>
                      <a:pt x="170" y="92"/>
                    </a:moveTo>
                    <a:lnTo>
                      <a:pt x="170" y="117"/>
                    </a:lnTo>
                    <a:lnTo>
                      <a:pt x="194" y="117"/>
                    </a:lnTo>
                    <a:lnTo>
                      <a:pt x="194" y="92"/>
                    </a:lnTo>
                    <a:lnTo>
                      <a:pt x="170" y="92"/>
                    </a:lnTo>
                    <a:close/>
                    <a:moveTo>
                      <a:pt x="380" y="70"/>
                    </a:moveTo>
                    <a:lnTo>
                      <a:pt x="380" y="91"/>
                    </a:lnTo>
                    <a:lnTo>
                      <a:pt x="402" y="91"/>
                    </a:lnTo>
                    <a:lnTo>
                      <a:pt x="402" y="70"/>
                    </a:lnTo>
                    <a:lnTo>
                      <a:pt x="380" y="70"/>
                    </a:lnTo>
                    <a:close/>
                    <a:moveTo>
                      <a:pt x="351" y="70"/>
                    </a:moveTo>
                    <a:lnTo>
                      <a:pt x="351" y="91"/>
                    </a:lnTo>
                    <a:lnTo>
                      <a:pt x="371" y="91"/>
                    </a:lnTo>
                    <a:lnTo>
                      <a:pt x="371" y="70"/>
                    </a:lnTo>
                    <a:lnTo>
                      <a:pt x="351" y="70"/>
                    </a:lnTo>
                    <a:close/>
                    <a:moveTo>
                      <a:pt x="320" y="70"/>
                    </a:moveTo>
                    <a:lnTo>
                      <a:pt x="320" y="91"/>
                    </a:lnTo>
                    <a:lnTo>
                      <a:pt x="342" y="91"/>
                    </a:lnTo>
                    <a:lnTo>
                      <a:pt x="342" y="70"/>
                    </a:lnTo>
                    <a:lnTo>
                      <a:pt x="320" y="70"/>
                    </a:lnTo>
                    <a:close/>
                    <a:moveTo>
                      <a:pt x="94" y="70"/>
                    </a:moveTo>
                    <a:lnTo>
                      <a:pt x="94" y="91"/>
                    </a:lnTo>
                    <a:lnTo>
                      <a:pt x="115" y="91"/>
                    </a:lnTo>
                    <a:lnTo>
                      <a:pt x="115" y="70"/>
                    </a:lnTo>
                    <a:lnTo>
                      <a:pt x="94" y="70"/>
                    </a:lnTo>
                    <a:close/>
                    <a:moveTo>
                      <a:pt x="63" y="70"/>
                    </a:moveTo>
                    <a:lnTo>
                      <a:pt x="63" y="91"/>
                    </a:lnTo>
                    <a:lnTo>
                      <a:pt x="85" y="91"/>
                    </a:lnTo>
                    <a:lnTo>
                      <a:pt x="85" y="70"/>
                    </a:lnTo>
                    <a:lnTo>
                      <a:pt x="63" y="70"/>
                    </a:lnTo>
                    <a:close/>
                    <a:moveTo>
                      <a:pt x="33" y="70"/>
                    </a:moveTo>
                    <a:lnTo>
                      <a:pt x="33" y="91"/>
                    </a:lnTo>
                    <a:lnTo>
                      <a:pt x="54" y="91"/>
                    </a:lnTo>
                    <a:lnTo>
                      <a:pt x="54" y="70"/>
                    </a:lnTo>
                    <a:lnTo>
                      <a:pt x="33" y="70"/>
                    </a:lnTo>
                    <a:close/>
                    <a:moveTo>
                      <a:pt x="240" y="58"/>
                    </a:moveTo>
                    <a:lnTo>
                      <a:pt x="240" y="82"/>
                    </a:lnTo>
                    <a:lnTo>
                      <a:pt x="265" y="82"/>
                    </a:lnTo>
                    <a:lnTo>
                      <a:pt x="265" y="58"/>
                    </a:lnTo>
                    <a:lnTo>
                      <a:pt x="240" y="58"/>
                    </a:lnTo>
                    <a:close/>
                    <a:moveTo>
                      <a:pt x="206" y="58"/>
                    </a:moveTo>
                    <a:lnTo>
                      <a:pt x="206" y="82"/>
                    </a:lnTo>
                    <a:lnTo>
                      <a:pt x="230" y="82"/>
                    </a:lnTo>
                    <a:lnTo>
                      <a:pt x="230" y="58"/>
                    </a:lnTo>
                    <a:lnTo>
                      <a:pt x="206" y="58"/>
                    </a:lnTo>
                    <a:close/>
                    <a:moveTo>
                      <a:pt x="170" y="58"/>
                    </a:moveTo>
                    <a:lnTo>
                      <a:pt x="170" y="82"/>
                    </a:lnTo>
                    <a:lnTo>
                      <a:pt x="194" y="82"/>
                    </a:lnTo>
                    <a:lnTo>
                      <a:pt x="194" y="58"/>
                    </a:lnTo>
                    <a:lnTo>
                      <a:pt x="170" y="58"/>
                    </a:lnTo>
                    <a:close/>
                    <a:moveTo>
                      <a:pt x="240" y="23"/>
                    </a:moveTo>
                    <a:lnTo>
                      <a:pt x="240" y="47"/>
                    </a:lnTo>
                    <a:lnTo>
                      <a:pt x="265" y="47"/>
                    </a:lnTo>
                    <a:lnTo>
                      <a:pt x="265" y="23"/>
                    </a:lnTo>
                    <a:lnTo>
                      <a:pt x="240" y="23"/>
                    </a:lnTo>
                    <a:close/>
                    <a:moveTo>
                      <a:pt x="206" y="23"/>
                    </a:moveTo>
                    <a:lnTo>
                      <a:pt x="206" y="47"/>
                    </a:lnTo>
                    <a:lnTo>
                      <a:pt x="230" y="47"/>
                    </a:lnTo>
                    <a:lnTo>
                      <a:pt x="230" y="23"/>
                    </a:lnTo>
                    <a:lnTo>
                      <a:pt x="206" y="23"/>
                    </a:lnTo>
                    <a:close/>
                    <a:moveTo>
                      <a:pt x="170" y="23"/>
                    </a:moveTo>
                    <a:lnTo>
                      <a:pt x="170" y="47"/>
                    </a:lnTo>
                    <a:lnTo>
                      <a:pt x="194" y="47"/>
                    </a:lnTo>
                    <a:lnTo>
                      <a:pt x="194" y="23"/>
                    </a:lnTo>
                    <a:lnTo>
                      <a:pt x="170" y="23"/>
                    </a:lnTo>
                    <a:close/>
                    <a:moveTo>
                      <a:pt x="123" y="0"/>
                    </a:moveTo>
                    <a:lnTo>
                      <a:pt x="312" y="0"/>
                    </a:lnTo>
                    <a:lnTo>
                      <a:pt x="312" y="11"/>
                    </a:lnTo>
                    <a:lnTo>
                      <a:pt x="301" y="11"/>
                    </a:lnTo>
                    <a:lnTo>
                      <a:pt x="301" y="38"/>
                    </a:lnTo>
                    <a:lnTo>
                      <a:pt x="435" y="38"/>
                    </a:lnTo>
                    <a:lnTo>
                      <a:pt x="435" y="47"/>
                    </a:lnTo>
                    <a:lnTo>
                      <a:pt x="424" y="47"/>
                    </a:lnTo>
                    <a:lnTo>
                      <a:pt x="424" y="169"/>
                    </a:lnTo>
                    <a:lnTo>
                      <a:pt x="435" y="169"/>
                    </a:lnTo>
                    <a:lnTo>
                      <a:pt x="435" y="178"/>
                    </a:lnTo>
                    <a:lnTo>
                      <a:pt x="301" y="178"/>
                    </a:lnTo>
                    <a:lnTo>
                      <a:pt x="301" y="192"/>
                    </a:lnTo>
                    <a:lnTo>
                      <a:pt x="315" y="192"/>
                    </a:lnTo>
                    <a:lnTo>
                      <a:pt x="315" y="204"/>
                    </a:lnTo>
                    <a:lnTo>
                      <a:pt x="120" y="204"/>
                    </a:lnTo>
                    <a:lnTo>
                      <a:pt x="120" y="192"/>
                    </a:lnTo>
                    <a:lnTo>
                      <a:pt x="134" y="192"/>
                    </a:lnTo>
                    <a:lnTo>
                      <a:pt x="134" y="178"/>
                    </a:lnTo>
                    <a:lnTo>
                      <a:pt x="0" y="178"/>
                    </a:lnTo>
                    <a:lnTo>
                      <a:pt x="0" y="169"/>
                    </a:lnTo>
                    <a:lnTo>
                      <a:pt x="10" y="169"/>
                    </a:lnTo>
                    <a:lnTo>
                      <a:pt x="10" y="47"/>
                    </a:lnTo>
                    <a:lnTo>
                      <a:pt x="0" y="47"/>
                    </a:lnTo>
                    <a:lnTo>
                      <a:pt x="0" y="38"/>
                    </a:lnTo>
                    <a:lnTo>
                      <a:pt x="134" y="38"/>
                    </a:lnTo>
                    <a:lnTo>
                      <a:pt x="134" y="11"/>
                    </a:lnTo>
                    <a:lnTo>
                      <a:pt x="123" y="11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F3756E">
                  <a:lumMod val="5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5439" tIns="82720" rIns="165439" bIns="82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4190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xmlns="" id="{1A329BBF-E9DF-4362-8D5B-40C3E186766C}"/>
                  </a:ext>
                </a:extLst>
              </p:cNvPr>
              <p:cNvSpPr txBox="1"/>
              <p:nvPr/>
            </p:nvSpPr>
            <p:spPr>
              <a:xfrm>
                <a:off x="9327673" y="4982325"/>
                <a:ext cx="255372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124190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~ 300+ </a:t>
                </a: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Calibri" panose="020F0502020204030204" pitchFamily="34" charset="0"/>
                  </a:rPr>
                  <a:t>Engineering Colleges </a:t>
                </a:r>
              </a:p>
            </p:txBody>
          </p:sp>
        </p:grpSp>
      </p:grpSp>
      <p:pic>
        <p:nvPicPr>
          <p:cNvPr id="3074" name="Picture 2" descr="Bangalore City Map Art Print by Impressive Infographics | Travel  infographic, City maps illustration, Tourist map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66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53" t="21463" r="3241" b="4243"/>
          <a:stretch/>
        </p:blipFill>
        <p:spPr bwMode="auto">
          <a:xfrm>
            <a:off x="427435" y="1346667"/>
            <a:ext cx="4615031" cy="4394005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8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305" y="62015"/>
            <a:ext cx="1993662" cy="41144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BD00A-B77F-4C9F-ABDE-325AEFB65BD8}" type="slidenum">
              <a:rPr lang="en-US" smtClean="0"/>
              <a:t>2</a:t>
            </a:fld>
            <a:endParaRPr lang="en-US" dirty="0"/>
          </a:p>
        </p:txBody>
      </p:sp>
      <p:pic>
        <p:nvPicPr>
          <p:cNvPr id="93" name="Picture 9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059" y="56865"/>
            <a:ext cx="504622" cy="5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 2"/>
          <p:cNvSpPr/>
          <p:nvPr/>
        </p:nvSpPr>
        <p:spPr>
          <a:xfrm>
            <a:off x="9850393" y="226244"/>
            <a:ext cx="2302855" cy="6631756"/>
          </a:xfrm>
          <a:custGeom>
            <a:avLst/>
            <a:gdLst/>
            <a:ahLst/>
            <a:cxnLst/>
            <a:rect l="l" t="t" r="r" b="b"/>
            <a:pathLst>
              <a:path w="4936373" h="3342932">
                <a:moveTo>
                  <a:pt x="0" y="0"/>
                </a:moveTo>
                <a:lnTo>
                  <a:pt x="4936373" y="0"/>
                </a:lnTo>
                <a:lnTo>
                  <a:pt x="4936373" y="3342932"/>
                </a:lnTo>
                <a:lnTo>
                  <a:pt x="0" y="3342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26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" name="Picture 2" descr="Bengaluru Logo | Bangalore Logo | Bengaluru Logo Meanin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14387" cy="47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14386" y="89849"/>
            <a:ext cx="3879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300" dirty="0">
                <a:latin typeface="Garamond" panose="02020404030301010803" pitchFamily="18" charset="0"/>
              </a:rPr>
              <a:t>Conventional RE Snapshot</a:t>
            </a:r>
          </a:p>
        </p:txBody>
      </p:sp>
      <p:grpSp>
        <p:nvGrpSpPr>
          <p:cNvPr id="320" name="Group 319">
            <a:extLst>
              <a:ext uri="{FF2B5EF4-FFF2-40B4-BE49-F238E27FC236}">
                <a16:creationId xmlns:a16="http://schemas.microsoft.com/office/drawing/2014/main" xmlns="" id="{8067945A-AF55-452C-BA0E-9AAFEEBF8D82}"/>
              </a:ext>
            </a:extLst>
          </p:cNvPr>
          <p:cNvGrpSpPr/>
          <p:nvPr/>
        </p:nvGrpSpPr>
        <p:grpSpPr>
          <a:xfrm>
            <a:off x="275415" y="948394"/>
            <a:ext cx="3189827" cy="3199794"/>
            <a:chOff x="5556680" y="1131755"/>
            <a:chExt cx="3508810" cy="3871750"/>
          </a:xfrm>
        </p:grpSpPr>
        <p:sp>
          <p:nvSpPr>
            <p:cNvPr id="321" name="Freeform: Shape 364">
              <a:extLst>
                <a:ext uri="{FF2B5EF4-FFF2-40B4-BE49-F238E27FC236}">
                  <a16:creationId xmlns:a16="http://schemas.microsoft.com/office/drawing/2014/main" xmlns="" id="{604405D4-5311-4675-A6D1-0E57F3172EAB}"/>
                </a:ext>
              </a:extLst>
            </p:cNvPr>
            <p:cNvSpPr/>
            <p:nvPr/>
          </p:nvSpPr>
          <p:spPr>
            <a:xfrm>
              <a:off x="7316008" y="3836616"/>
              <a:ext cx="294173" cy="88228"/>
            </a:xfrm>
            <a:custGeom>
              <a:avLst/>
              <a:gdLst>
                <a:gd name="connsiteX0" fmla="*/ 466725 w 466725"/>
                <a:gd name="connsiteY0" fmla="*/ 41275 h 133350"/>
                <a:gd name="connsiteX1" fmla="*/ 323850 w 466725"/>
                <a:gd name="connsiteY1" fmla="*/ 0 h 133350"/>
                <a:gd name="connsiteX2" fmla="*/ 212725 w 466725"/>
                <a:gd name="connsiteY2" fmla="*/ 111125 h 133350"/>
                <a:gd name="connsiteX3" fmla="*/ 0 w 466725"/>
                <a:gd name="connsiteY3" fmla="*/ 13335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6725" h="133350">
                  <a:moveTo>
                    <a:pt x="466725" y="41275"/>
                  </a:moveTo>
                  <a:lnTo>
                    <a:pt x="323850" y="0"/>
                  </a:lnTo>
                  <a:lnTo>
                    <a:pt x="212725" y="111125"/>
                  </a:lnTo>
                  <a:lnTo>
                    <a:pt x="0" y="13335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22" name="Freeform: Shape 365">
              <a:extLst>
                <a:ext uri="{FF2B5EF4-FFF2-40B4-BE49-F238E27FC236}">
                  <a16:creationId xmlns:a16="http://schemas.microsoft.com/office/drawing/2014/main" xmlns="" id="{1A78CC18-62C6-4A5D-9FB1-C321B6BCA805}"/>
                </a:ext>
              </a:extLst>
            </p:cNvPr>
            <p:cNvSpPr/>
            <p:nvPr/>
          </p:nvSpPr>
          <p:spPr>
            <a:xfrm>
              <a:off x="6747674" y="2910220"/>
              <a:ext cx="560329" cy="798255"/>
            </a:xfrm>
            <a:custGeom>
              <a:avLst/>
              <a:gdLst>
                <a:gd name="connsiteX0" fmla="*/ 31750 w 889000"/>
                <a:gd name="connsiteY0" fmla="*/ 88900 h 1206500"/>
                <a:gd name="connsiteX1" fmla="*/ 120650 w 889000"/>
                <a:gd name="connsiteY1" fmla="*/ 76200 h 1206500"/>
                <a:gd name="connsiteX2" fmla="*/ 203200 w 889000"/>
                <a:gd name="connsiteY2" fmla="*/ 0 h 1206500"/>
                <a:gd name="connsiteX3" fmla="*/ 444500 w 889000"/>
                <a:gd name="connsiteY3" fmla="*/ 12700 h 1206500"/>
                <a:gd name="connsiteX4" fmla="*/ 552450 w 889000"/>
                <a:gd name="connsiteY4" fmla="*/ 330200 h 1206500"/>
                <a:gd name="connsiteX5" fmla="*/ 704850 w 889000"/>
                <a:gd name="connsiteY5" fmla="*/ 330200 h 1206500"/>
                <a:gd name="connsiteX6" fmla="*/ 889000 w 889000"/>
                <a:gd name="connsiteY6" fmla="*/ 406400 h 1206500"/>
                <a:gd name="connsiteX7" fmla="*/ 876300 w 889000"/>
                <a:gd name="connsiteY7" fmla="*/ 692150 h 1206500"/>
                <a:gd name="connsiteX8" fmla="*/ 679450 w 889000"/>
                <a:gd name="connsiteY8" fmla="*/ 774700 h 1206500"/>
                <a:gd name="connsiteX9" fmla="*/ 673100 w 889000"/>
                <a:gd name="connsiteY9" fmla="*/ 984250 h 1206500"/>
                <a:gd name="connsiteX10" fmla="*/ 628650 w 889000"/>
                <a:gd name="connsiteY10" fmla="*/ 1187450 h 1206500"/>
                <a:gd name="connsiteX11" fmla="*/ 539750 w 889000"/>
                <a:gd name="connsiteY11" fmla="*/ 1206500 h 1206500"/>
                <a:gd name="connsiteX12" fmla="*/ 552450 w 889000"/>
                <a:gd name="connsiteY12" fmla="*/ 1054100 h 1206500"/>
                <a:gd name="connsiteX13" fmla="*/ 393700 w 889000"/>
                <a:gd name="connsiteY13" fmla="*/ 914400 h 1206500"/>
                <a:gd name="connsiteX14" fmla="*/ 285750 w 889000"/>
                <a:gd name="connsiteY14" fmla="*/ 920750 h 1206500"/>
                <a:gd name="connsiteX15" fmla="*/ 101600 w 889000"/>
                <a:gd name="connsiteY15" fmla="*/ 844550 h 1206500"/>
                <a:gd name="connsiteX16" fmla="*/ 133350 w 889000"/>
                <a:gd name="connsiteY16" fmla="*/ 660400 h 1206500"/>
                <a:gd name="connsiteX17" fmla="*/ 133350 w 889000"/>
                <a:gd name="connsiteY17" fmla="*/ 520700 h 1206500"/>
                <a:gd name="connsiteX18" fmla="*/ 0 w 889000"/>
                <a:gd name="connsiteY18" fmla="*/ 431800 h 1206500"/>
                <a:gd name="connsiteX19" fmla="*/ 6350 w 889000"/>
                <a:gd name="connsiteY19" fmla="*/ 234950 h 1206500"/>
                <a:gd name="connsiteX20" fmla="*/ 31750 w 889000"/>
                <a:gd name="connsiteY20" fmla="*/ 88900 h 120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89000" h="1206500">
                  <a:moveTo>
                    <a:pt x="31750" y="88900"/>
                  </a:moveTo>
                  <a:lnTo>
                    <a:pt x="120650" y="76200"/>
                  </a:lnTo>
                  <a:lnTo>
                    <a:pt x="203200" y="0"/>
                  </a:lnTo>
                  <a:lnTo>
                    <a:pt x="444500" y="12700"/>
                  </a:lnTo>
                  <a:lnTo>
                    <a:pt x="552450" y="330200"/>
                  </a:lnTo>
                  <a:lnTo>
                    <a:pt x="704850" y="330200"/>
                  </a:lnTo>
                  <a:lnTo>
                    <a:pt x="889000" y="406400"/>
                  </a:lnTo>
                  <a:lnTo>
                    <a:pt x="876300" y="692150"/>
                  </a:lnTo>
                  <a:lnTo>
                    <a:pt x="679450" y="774700"/>
                  </a:lnTo>
                  <a:lnTo>
                    <a:pt x="673100" y="984250"/>
                  </a:lnTo>
                  <a:lnTo>
                    <a:pt x="628650" y="1187450"/>
                  </a:lnTo>
                  <a:lnTo>
                    <a:pt x="539750" y="1206500"/>
                  </a:lnTo>
                  <a:lnTo>
                    <a:pt x="552450" y="1054100"/>
                  </a:lnTo>
                  <a:lnTo>
                    <a:pt x="393700" y="914400"/>
                  </a:lnTo>
                  <a:lnTo>
                    <a:pt x="285750" y="920750"/>
                  </a:lnTo>
                  <a:lnTo>
                    <a:pt x="101600" y="844550"/>
                  </a:lnTo>
                  <a:lnTo>
                    <a:pt x="133350" y="660400"/>
                  </a:lnTo>
                  <a:lnTo>
                    <a:pt x="133350" y="520700"/>
                  </a:lnTo>
                  <a:lnTo>
                    <a:pt x="0" y="431800"/>
                  </a:lnTo>
                  <a:lnTo>
                    <a:pt x="6350" y="234950"/>
                  </a:lnTo>
                  <a:lnTo>
                    <a:pt x="31750" y="88900"/>
                  </a:lnTo>
                  <a:close/>
                </a:path>
              </a:pathLst>
            </a:cu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23" name="Freeform: Shape 366">
              <a:extLst>
                <a:ext uri="{FF2B5EF4-FFF2-40B4-BE49-F238E27FC236}">
                  <a16:creationId xmlns:a16="http://schemas.microsoft.com/office/drawing/2014/main" xmlns="" id="{8DA261D7-33F4-4C92-8A19-DF350B40DD3D}"/>
                </a:ext>
              </a:extLst>
            </p:cNvPr>
            <p:cNvSpPr/>
            <p:nvPr/>
          </p:nvSpPr>
          <p:spPr>
            <a:xfrm>
              <a:off x="5884168" y="1872487"/>
              <a:ext cx="1635960" cy="1550296"/>
            </a:xfrm>
            <a:custGeom>
              <a:avLst/>
              <a:gdLst>
                <a:gd name="connsiteX0" fmla="*/ 1076325 w 2595562"/>
                <a:gd name="connsiteY0" fmla="*/ 600075 h 2343150"/>
                <a:gd name="connsiteX1" fmla="*/ 1166812 w 2595562"/>
                <a:gd name="connsiteY1" fmla="*/ 619125 h 2343150"/>
                <a:gd name="connsiteX2" fmla="*/ 1243012 w 2595562"/>
                <a:gd name="connsiteY2" fmla="*/ 628650 h 2343150"/>
                <a:gd name="connsiteX3" fmla="*/ 1290637 w 2595562"/>
                <a:gd name="connsiteY3" fmla="*/ 547688 h 2343150"/>
                <a:gd name="connsiteX4" fmla="*/ 1319212 w 2595562"/>
                <a:gd name="connsiteY4" fmla="*/ 490538 h 2343150"/>
                <a:gd name="connsiteX5" fmla="*/ 1319212 w 2595562"/>
                <a:gd name="connsiteY5" fmla="*/ 433388 h 2343150"/>
                <a:gd name="connsiteX6" fmla="*/ 1352550 w 2595562"/>
                <a:gd name="connsiteY6" fmla="*/ 333375 h 2343150"/>
                <a:gd name="connsiteX7" fmla="*/ 1366837 w 2595562"/>
                <a:gd name="connsiteY7" fmla="*/ 247650 h 2343150"/>
                <a:gd name="connsiteX8" fmla="*/ 1423987 w 2595562"/>
                <a:gd name="connsiteY8" fmla="*/ 257175 h 2343150"/>
                <a:gd name="connsiteX9" fmla="*/ 1452562 w 2595562"/>
                <a:gd name="connsiteY9" fmla="*/ 185738 h 2343150"/>
                <a:gd name="connsiteX10" fmla="*/ 1462087 w 2595562"/>
                <a:gd name="connsiteY10" fmla="*/ 133350 h 2343150"/>
                <a:gd name="connsiteX11" fmla="*/ 1462087 w 2595562"/>
                <a:gd name="connsiteY11" fmla="*/ 100013 h 2343150"/>
                <a:gd name="connsiteX12" fmla="*/ 1490662 w 2595562"/>
                <a:gd name="connsiteY12" fmla="*/ 85725 h 2343150"/>
                <a:gd name="connsiteX13" fmla="*/ 1495425 w 2595562"/>
                <a:gd name="connsiteY13" fmla="*/ 14288 h 2343150"/>
                <a:gd name="connsiteX14" fmla="*/ 1562100 w 2595562"/>
                <a:gd name="connsiteY14" fmla="*/ 0 h 2343150"/>
                <a:gd name="connsiteX15" fmla="*/ 1614487 w 2595562"/>
                <a:gd name="connsiteY15" fmla="*/ 23813 h 2343150"/>
                <a:gd name="connsiteX16" fmla="*/ 1643062 w 2595562"/>
                <a:gd name="connsiteY16" fmla="*/ 133350 h 2343150"/>
                <a:gd name="connsiteX17" fmla="*/ 1704975 w 2595562"/>
                <a:gd name="connsiteY17" fmla="*/ 138113 h 2343150"/>
                <a:gd name="connsiteX18" fmla="*/ 1804987 w 2595562"/>
                <a:gd name="connsiteY18" fmla="*/ 138113 h 2343150"/>
                <a:gd name="connsiteX19" fmla="*/ 1866900 w 2595562"/>
                <a:gd name="connsiteY19" fmla="*/ 152400 h 2343150"/>
                <a:gd name="connsiteX20" fmla="*/ 1914525 w 2595562"/>
                <a:gd name="connsiteY20" fmla="*/ 119063 h 2343150"/>
                <a:gd name="connsiteX21" fmla="*/ 2043112 w 2595562"/>
                <a:gd name="connsiteY21" fmla="*/ 133350 h 2343150"/>
                <a:gd name="connsiteX22" fmla="*/ 2085975 w 2595562"/>
                <a:gd name="connsiteY22" fmla="*/ 166688 h 2343150"/>
                <a:gd name="connsiteX23" fmla="*/ 2171700 w 2595562"/>
                <a:gd name="connsiteY23" fmla="*/ 161925 h 2343150"/>
                <a:gd name="connsiteX24" fmla="*/ 2305050 w 2595562"/>
                <a:gd name="connsiteY24" fmla="*/ 228600 h 2343150"/>
                <a:gd name="connsiteX25" fmla="*/ 2428875 w 2595562"/>
                <a:gd name="connsiteY25" fmla="*/ 404813 h 2343150"/>
                <a:gd name="connsiteX26" fmla="*/ 2390775 w 2595562"/>
                <a:gd name="connsiteY26" fmla="*/ 509588 h 2343150"/>
                <a:gd name="connsiteX27" fmla="*/ 2447925 w 2595562"/>
                <a:gd name="connsiteY27" fmla="*/ 538163 h 2343150"/>
                <a:gd name="connsiteX28" fmla="*/ 2595562 w 2595562"/>
                <a:gd name="connsiteY28" fmla="*/ 538163 h 2343150"/>
                <a:gd name="connsiteX29" fmla="*/ 2495550 w 2595562"/>
                <a:gd name="connsiteY29" fmla="*/ 785813 h 2343150"/>
                <a:gd name="connsiteX30" fmla="*/ 2543175 w 2595562"/>
                <a:gd name="connsiteY30" fmla="*/ 819150 h 2343150"/>
                <a:gd name="connsiteX31" fmla="*/ 2524125 w 2595562"/>
                <a:gd name="connsiteY31" fmla="*/ 871538 h 2343150"/>
                <a:gd name="connsiteX32" fmla="*/ 2481262 w 2595562"/>
                <a:gd name="connsiteY32" fmla="*/ 928688 h 2343150"/>
                <a:gd name="connsiteX33" fmla="*/ 2443162 w 2595562"/>
                <a:gd name="connsiteY33" fmla="*/ 962025 h 2343150"/>
                <a:gd name="connsiteX34" fmla="*/ 2457450 w 2595562"/>
                <a:gd name="connsiteY34" fmla="*/ 1023938 h 2343150"/>
                <a:gd name="connsiteX35" fmla="*/ 2419350 w 2595562"/>
                <a:gd name="connsiteY35" fmla="*/ 1462088 h 2343150"/>
                <a:gd name="connsiteX36" fmla="*/ 2319337 w 2595562"/>
                <a:gd name="connsiteY36" fmla="*/ 1471613 h 2343150"/>
                <a:gd name="connsiteX37" fmla="*/ 2286000 w 2595562"/>
                <a:gd name="connsiteY37" fmla="*/ 1419225 h 2343150"/>
                <a:gd name="connsiteX38" fmla="*/ 2219325 w 2595562"/>
                <a:gd name="connsiteY38" fmla="*/ 1514475 h 2343150"/>
                <a:gd name="connsiteX39" fmla="*/ 2152650 w 2595562"/>
                <a:gd name="connsiteY39" fmla="*/ 1476375 h 2343150"/>
                <a:gd name="connsiteX40" fmla="*/ 2062162 w 2595562"/>
                <a:gd name="connsiteY40" fmla="*/ 1462088 h 2343150"/>
                <a:gd name="connsiteX41" fmla="*/ 2028825 w 2595562"/>
                <a:gd name="connsiteY41" fmla="*/ 1524000 h 2343150"/>
                <a:gd name="connsiteX42" fmla="*/ 1981200 w 2595562"/>
                <a:gd name="connsiteY42" fmla="*/ 1476375 h 2343150"/>
                <a:gd name="connsiteX43" fmla="*/ 1733550 w 2595562"/>
                <a:gd name="connsiteY43" fmla="*/ 1481138 h 2343150"/>
                <a:gd name="connsiteX44" fmla="*/ 1724025 w 2595562"/>
                <a:gd name="connsiteY44" fmla="*/ 1447800 h 2343150"/>
                <a:gd name="connsiteX45" fmla="*/ 1681162 w 2595562"/>
                <a:gd name="connsiteY45" fmla="*/ 1447800 h 2343150"/>
                <a:gd name="connsiteX46" fmla="*/ 1600200 w 2595562"/>
                <a:gd name="connsiteY46" fmla="*/ 1381125 h 2343150"/>
                <a:gd name="connsiteX47" fmla="*/ 1376362 w 2595562"/>
                <a:gd name="connsiteY47" fmla="*/ 1395413 h 2343150"/>
                <a:gd name="connsiteX48" fmla="*/ 1304925 w 2595562"/>
                <a:gd name="connsiteY48" fmla="*/ 1495425 h 2343150"/>
                <a:gd name="connsiteX49" fmla="*/ 1233487 w 2595562"/>
                <a:gd name="connsiteY49" fmla="*/ 1452563 h 2343150"/>
                <a:gd name="connsiteX50" fmla="*/ 1062037 w 2595562"/>
                <a:gd name="connsiteY50" fmla="*/ 1504950 h 2343150"/>
                <a:gd name="connsiteX51" fmla="*/ 1195387 w 2595562"/>
                <a:gd name="connsiteY51" fmla="*/ 1752600 h 2343150"/>
                <a:gd name="connsiteX52" fmla="*/ 1238250 w 2595562"/>
                <a:gd name="connsiteY52" fmla="*/ 1866900 h 2343150"/>
                <a:gd name="connsiteX53" fmla="*/ 1195387 w 2595562"/>
                <a:gd name="connsiteY53" fmla="*/ 1766888 h 2343150"/>
                <a:gd name="connsiteX54" fmla="*/ 1033462 w 2595562"/>
                <a:gd name="connsiteY54" fmla="*/ 1676400 h 2343150"/>
                <a:gd name="connsiteX55" fmla="*/ 971550 w 2595562"/>
                <a:gd name="connsiteY55" fmla="*/ 1728788 h 2343150"/>
                <a:gd name="connsiteX56" fmla="*/ 890587 w 2595562"/>
                <a:gd name="connsiteY56" fmla="*/ 1714500 h 2343150"/>
                <a:gd name="connsiteX57" fmla="*/ 852487 w 2595562"/>
                <a:gd name="connsiteY57" fmla="*/ 1781175 h 2343150"/>
                <a:gd name="connsiteX58" fmla="*/ 814387 w 2595562"/>
                <a:gd name="connsiteY58" fmla="*/ 1785938 h 2343150"/>
                <a:gd name="connsiteX59" fmla="*/ 771525 w 2595562"/>
                <a:gd name="connsiteY59" fmla="*/ 1824038 h 2343150"/>
                <a:gd name="connsiteX60" fmla="*/ 771525 w 2595562"/>
                <a:gd name="connsiteY60" fmla="*/ 1905000 h 2343150"/>
                <a:gd name="connsiteX61" fmla="*/ 714375 w 2595562"/>
                <a:gd name="connsiteY61" fmla="*/ 1909763 h 2343150"/>
                <a:gd name="connsiteX62" fmla="*/ 714375 w 2595562"/>
                <a:gd name="connsiteY62" fmla="*/ 1947863 h 2343150"/>
                <a:gd name="connsiteX63" fmla="*/ 685800 w 2595562"/>
                <a:gd name="connsiteY63" fmla="*/ 1966913 h 2343150"/>
                <a:gd name="connsiteX64" fmla="*/ 719137 w 2595562"/>
                <a:gd name="connsiteY64" fmla="*/ 2057400 h 2343150"/>
                <a:gd name="connsiteX65" fmla="*/ 700087 w 2595562"/>
                <a:gd name="connsiteY65" fmla="*/ 2066925 h 2343150"/>
                <a:gd name="connsiteX66" fmla="*/ 719137 w 2595562"/>
                <a:gd name="connsiteY66" fmla="*/ 2109788 h 2343150"/>
                <a:gd name="connsiteX67" fmla="*/ 709612 w 2595562"/>
                <a:gd name="connsiteY67" fmla="*/ 2128838 h 2343150"/>
                <a:gd name="connsiteX68" fmla="*/ 657225 w 2595562"/>
                <a:gd name="connsiteY68" fmla="*/ 2100263 h 2343150"/>
                <a:gd name="connsiteX69" fmla="*/ 600075 w 2595562"/>
                <a:gd name="connsiteY69" fmla="*/ 2128838 h 2343150"/>
                <a:gd name="connsiteX70" fmla="*/ 542925 w 2595562"/>
                <a:gd name="connsiteY70" fmla="*/ 2114550 h 2343150"/>
                <a:gd name="connsiteX71" fmla="*/ 504825 w 2595562"/>
                <a:gd name="connsiteY71" fmla="*/ 2176463 h 2343150"/>
                <a:gd name="connsiteX72" fmla="*/ 528637 w 2595562"/>
                <a:gd name="connsiteY72" fmla="*/ 2243138 h 2343150"/>
                <a:gd name="connsiteX73" fmla="*/ 481012 w 2595562"/>
                <a:gd name="connsiteY73" fmla="*/ 2252663 h 2343150"/>
                <a:gd name="connsiteX74" fmla="*/ 442912 w 2595562"/>
                <a:gd name="connsiteY74" fmla="*/ 2252663 h 2343150"/>
                <a:gd name="connsiteX75" fmla="*/ 404812 w 2595562"/>
                <a:gd name="connsiteY75" fmla="*/ 2262188 h 2343150"/>
                <a:gd name="connsiteX76" fmla="*/ 447675 w 2595562"/>
                <a:gd name="connsiteY76" fmla="*/ 2214563 h 2343150"/>
                <a:gd name="connsiteX77" fmla="*/ 461962 w 2595562"/>
                <a:gd name="connsiteY77" fmla="*/ 2143125 h 2343150"/>
                <a:gd name="connsiteX78" fmla="*/ 342900 w 2595562"/>
                <a:gd name="connsiteY78" fmla="*/ 2085975 h 2343150"/>
                <a:gd name="connsiteX79" fmla="*/ 261937 w 2595562"/>
                <a:gd name="connsiteY79" fmla="*/ 2133600 h 2343150"/>
                <a:gd name="connsiteX80" fmla="*/ 180975 w 2595562"/>
                <a:gd name="connsiteY80" fmla="*/ 2133600 h 2343150"/>
                <a:gd name="connsiteX81" fmla="*/ 128587 w 2595562"/>
                <a:gd name="connsiteY81" fmla="*/ 2214563 h 2343150"/>
                <a:gd name="connsiteX82" fmla="*/ 142875 w 2595562"/>
                <a:gd name="connsiteY82" fmla="*/ 2286000 h 2343150"/>
                <a:gd name="connsiteX83" fmla="*/ 61912 w 2595562"/>
                <a:gd name="connsiteY83" fmla="*/ 2343150 h 2343150"/>
                <a:gd name="connsiteX84" fmla="*/ 0 w 2595562"/>
                <a:gd name="connsiteY84" fmla="*/ 2286000 h 2343150"/>
                <a:gd name="connsiteX85" fmla="*/ 28575 w 2595562"/>
                <a:gd name="connsiteY85" fmla="*/ 2205038 h 2343150"/>
                <a:gd name="connsiteX86" fmla="*/ 33337 w 2595562"/>
                <a:gd name="connsiteY86" fmla="*/ 2162175 h 2343150"/>
                <a:gd name="connsiteX87" fmla="*/ 76200 w 2595562"/>
                <a:gd name="connsiteY87" fmla="*/ 2105025 h 2343150"/>
                <a:gd name="connsiteX88" fmla="*/ 85725 w 2595562"/>
                <a:gd name="connsiteY88" fmla="*/ 1995488 h 2343150"/>
                <a:gd name="connsiteX89" fmla="*/ 47625 w 2595562"/>
                <a:gd name="connsiteY89" fmla="*/ 1976438 h 2343150"/>
                <a:gd name="connsiteX90" fmla="*/ 138112 w 2595562"/>
                <a:gd name="connsiteY90" fmla="*/ 1819275 h 2343150"/>
                <a:gd name="connsiteX91" fmla="*/ 152400 w 2595562"/>
                <a:gd name="connsiteY91" fmla="*/ 1657350 h 2343150"/>
                <a:gd name="connsiteX92" fmla="*/ 109537 w 2595562"/>
                <a:gd name="connsiteY92" fmla="*/ 1643063 h 2343150"/>
                <a:gd name="connsiteX93" fmla="*/ 180975 w 2595562"/>
                <a:gd name="connsiteY93" fmla="*/ 1495425 h 2343150"/>
                <a:gd name="connsiteX94" fmla="*/ 142875 w 2595562"/>
                <a:gd name="connsiteY94" fmla="*/ 1443038 h 2343150"/>
                <a:gd name="connsiteX95" fmla="*/ 147637 w 2595562"/>
                <a:gd name="connsiteY95" fmla="*/ 1381125 h 2343150"/>
                <a:gd name="connsiteX96" fmla="*/ 290512 w 2595562"/>
                <a:gd name="connsiteY96" fmla="*/ 1433513 h 2343150"/>
                <a:gd name="connsiteX97" fmla="*/ 328612 w 2595562"/>
                <a:gd name="connsiteY97" fmla="*/ 1414463 h 2343150"/>
                <a:gd name="connsiteX98" fmla="*/ 328612 w 2595562"/>
                <a:gd name="connsiteY98" fmla="*/ 1300163 h 2343150"/>
                <a:gd name="connsiteX99" fmla="*/ 314325 w 2595562"/>
                <a:gd name="connsiteY99" fmla="*/ 1228725 h 2343150"/>
                <a:gd name="connsiteX100" fmla="*/ 347662 w 2595562"/>
                <a:gd name="connsiteY100" fmla="*/ 1166813 h 2343150"/>
                <a:gd name="connsiteX101" fmla="*/ 338137 w 2595562"/>
                <a:gd name="connsiteY101" fmla="*/ 1033463 h 2343150"/>
                <a:gd name="connsiteX102" fmla="*/ 414337 w 2595562"/>
                <a:gd name="connsiteY102" fmla="*/ 1033463 h 2343150"/>
                <a:gd name="connsiteX103" fmla="*/ 447675 w 2595562"/>
                <a:gd name="connsiteY103" fmla="*/ 1047750 h 2343150"/>
                <a:gd name="connsiteX104" fmla="*/ 552450 w 2595562"/>
                <a:gd name="connsiteY104" fmla="*/ 952500 h 2343150"/>
                <a:gd name="connsiteX105" fmla="*/ 695325 w 2595562"/>
                <a:gd name="connsiteY105" fmla="*/ 1023938 h 2343150"/>
                <a:gd name="connsiteX106" fmla="*/ 709612 w 2595562"/>
                <a:gd name="connsiteY106" fmla="*/ 928688 h 2343150"/>
                <a:gd name="connsiteX107" fmla="*/ 766762 w 2595562"/>
                <a:gd name="connsiteY107" fmla="*/ 909638 h 2343150"/>
                <a:gd name="connsiteX108" fmla="*/ 809625 w 2595562"/>
                <a:gd name="connsiteY108" fmla="*/ 866775 h 2343150"/>
                <a:gd name="connsiteX109" fmla="*/ 862012 w 2595562"/>
                <a:gd name="connsiteY109" fmla="*/ 890588 h 2343150"/>
                <a:gd name="connsiteX110" fmla="*/ 914400 w 2595562"/>
                <a:gd name="connsiteY110" fmla="*/ 866775 h 2343150"/>
                <a:gd name="connsiteX111" fmla="*/ 985837 w 2595562"/>
                <a:gd name="connsiteY111" fmla="*/ 881063 h 2343150"/>
                <a:gd name="connsiteX112" fmla="*/ 1076325 w 2595562"/>
                <a:gd name="connsiteY112" fmla="*/ 600075 h 2343150"/>
                <a:gd name="connsiteX0" fmla="*/ 1076325 w 2595562"/>
                <a:gd name="connsiteY0" fmla="*/ 600075 h 2343150"/>
                <a:gd name="connsiteX1" fmla="*/ 1166812 w 2595562"/>
                <a:gd name="connsiteY1" fmla="*/ 619125 h 2343150"/>
                <a:gd name="connsiteX2" fmla="*/ 1243012 w 2595562"/>
                <a:gd name="connsiteY2" fmla="*/ 628650 h 2343150"/>
                <a:gd name="connsiteX3" fmla="*/ 1290637 w 2595562"/>
                <a:gd name="connsiteY3" fmla="*/ 547688 h 2343150"/>
                <a:gd name="connsiteX4" fmla="*/ 1319212 w 2595562"/>
                <a:gd name="connsiteY4" fmla="*/ 490538 h 2343150"/>
                <a:gd name="connsiteX5" fmla="*/ 1319212 w 2595562"/>
                <a:gd name="connsiteY5" fmla="*/ 433388 h 2343150"/>
                <a:gd name="connsiteX6" fmla="*/ 1352550 w 2595562"/>
                <a:gd name="connsiteY6" fmla="*/ 333375 h 2343150"/>
                <a:gd name="connsiteX7" fmla="*/ 1366837 w 2595562"/>
                <a:gd name="connsiteY7" fmla="*/ 247650 h 2343150"/>
                <a:gd name="connsiteX8" fmla="*/ 1423987 w 2595562"/>
                <a:gd name="connsiteY8" fmla="*/ 257175 h 2343150"/>
                <a:gd name="connsiteX9" fmla="*/ 1452562 w 2595562"/>
                <a:gd name="connsiteY9" fmla="*/ 185738 h 2343150"/>
                <a:gd name="connsiteX10" fmla="*/ 1462087 w 2595562"/>
                <a:gd name="connsiteY10" fmla="*/ 133350 h 2343150"/>
                <a:gd name="connsiteX11" fmla="*/ 1462087 w 2595562"/>
                <a:gd name="connsiteY11" fmla="*/ 100013 h 2343150"/>
                <a:gd name="connsiteX12" fmla="*/ 1490662 w 2595562"/>
                <a:gd name="connsiteY12" fmla="*/ 85725 h 2343150"/>
                <a:gd name="connsiteX13" fmla="*/ 1495425 w 2595562"/>
                <a:gd name="connsiteY13" fmla="*/ 14288 h 2343150"/>
                <a:gd name="connsiteX14" fmla="*/ 1562100 w 2595562"/>
                <a:gd name="connsiteY14" fmla="*/ 0 h 2343150"/>
                <a:gd name="connsiteX15" fmla="*/ 1614487 w 2595562"/>
                <a:gd name="connsiteY15" fmla="*/ 23813 h 2343150"/>
                <a:gd name="connsiteX16" fmla="*/ 1643062 w 2595562"/>
                <a:gd name="connsiteY16" fmla="*/ 133350 h 2343150"/>
                <a:gd name="connsiteX17" fmla="*/ 1704975 w 2595562"/>
                <a:gd name="connsiteY17" fmla="*/ 138113 h 2343150"/>
                <a:gd name="connsiteX18" fmla="*/ 1804987 w 2595562"/>
                <a:gd name="connsiteY18" fmla="*/ 138113 h 2343150"/>
                <a:gd name="connsiteX19" fmla="*/ 1866900 w 2595562"/>
                <a:gd name="connsiteY19" fmla="*/ 152400 h 2343150"/>
                <a:gd name="connsiteX20" fmla="*/ 1914525 w 2595562"/>
                <a:gd name="connsiteY20" fmla="*/ 119063 h 2343150"/>
                <a:gd name="connsiteX21" fmla="*/ 2043112 w 2595562"/>
                <a:gd name="connsiteY21" fmla="*/ 133350 h 2343150"/>
                <a:gd name="connsiteX22" fmla="*/ 2085975 w 2595562"/>
                <a:gd name="connsiteY22" fmla="*/ 166688 h 2343150"/>
                <a:gd name="connsiteX23" fmla="*/ 2171700 w 2595562"/>
                <a:gd name="connsiteY23" fmla="*/ 161925 h 2343150"/>
                <a:gd name="connsiteX24" fmla="*/ 2305050 w 2595562"/>
                <a:gd name="connsiteY24" fmla="*/ 228600 h 2343150"/>
                <a:gd name="connsiteX25" fmla="*/ 2428875 w 2595562"/>
                <a:gd name="connsiteY25" fmla="*/ 404813 h 2343150"/>
                <a:gd name="connsiteX26" fmla="*/ 2390775 w 2595562"/>
                <a:gd name="connsiteY26" fmla="*/ 509588 h 2343150"/>
                <a:gd name="connsiteX27" fmla="*/ 2447925 w 2595562"/>
                <a:gd name="connsiteY27" fmla="*/ 538163 h 2343150"/>
                <a:gd name="connsiteX28" fmla="*/ 2595562 w 2595562"/>
                <a:gd name="connsiteY28" fmla="*/ 538163 h 2343150"/>
                <a:gd name="connsiteX29" fmla="*/ 2495550 w 2595562"/>
                <a:gd name="connsiteY29" fmla="*/ 785813 h 2343150"/>
                <a:gd name="connsiteX30" fmla="*/ 2543175 w 2595562"/>
                <a:gd name="connsiteY30" fmla="*/ 819150 h 2343150"/>
                <a:gd name="connsiteX31" fmla="*/ 2524125 w 2595562"/>
                <a:gd name="connsiteY31" fmla="*/ 871538 h 2343150"/>
                <a:gd name="connsiteX32" fmla="*/ 2481262 w 2595562"/>
                <a:gd name="connsiteY32" fmla="*/ 928688 h 2343150"/>
                <a:gd name="connsiteX33" fmla="*/ 2443162 w 2595562"/>
                <a:gd name="connsiteY33" fmla="*/ 962025 h 2343150"/>
                <a:gd name="connsiteX34" fmla="*/ 2457450 w 2595562"/>
                <a:gd name="connsiteY34" fmla="*/ 1023938 h 2343150"/>
                <a:gd name="connsiteX35" fmla="*/ 2419350 w 2595562"/>
                <a:gd name="connsiteY35" fmla="*/ 1462088 h 2343150"/>
                <a:gd name="connsiteX36" fmla="*/ 2319337 w 2595562"/>
                <a:gd name="connsiteY36" fmla="*/ 1471613 h 2343150"/>
                <a:gd name="connsiteX37" fmla="*/ 2286000 w 2595562"/>
                <a:gd name="connsiteY37" fmla="*/ 1419225 h 2343150"/>
                <a:gd name="connsiteX38" fmla="*/ 2219325 w 2595562"/>
                <a:gd name="connsiteY38" fmla="*/ 1514475 h 2343150"/>
                <a:gd name="connsiteX39" fmla="*/ 2152650 w 2595562"/>
                <a:gd name="connsiteY39" fmla="*/ 1476375 h 2343150"/>
                <a:gd name="connsiteX40" fmla="*/ 2062162 w 2595562"/>
                <a:gd name="connsiteY40" fmla="*/ 1462088 h 2343150"/>
                <a:gd name="connsiteX41" fmla="*/ 2028825 w 2595562"/>
                <a:gd name="connsiteY41" fmla="*/ 1524000 h 2343150"/>
                <a:gd name="connsiteX42" fmla="*/ 1981200 w 2595562"/>
                <a:gd name="connsiteY42" fmla="*/ 1476375 h 2343150"/>
                <a:gd name="connsiteX43" fmla="*/ 1733550 w 2595562"/>
                <a:gd name="connsiteY43" fmla="*/ 1481138 h 2343150"/>
                <a:gd name="connsiteX44" fmla="*/ 1724025 w 2595562"/>
                <a:gd name="connsiteY44" fmla="*/ 1447800 h 2343150"/>
                <a:gd name="connsiteX45" fmla="*/ 1681162 w 2595562"/>
                <a:gd name="connsiteY45" fmla="*/ 1447800 h 2343150"/>
                <a:gd name="connsiteX46" fmla="*/ 1600200 w 2595562"/>
                <a:gd name="connsiteY46" fmla="*/ 1381125 h 2343150"/>
                <a:gd name="connsiteX47" fmla="*/ 1376362 w 2595562"/>
                <a:gd name="connsiteY47" fmla="*/ 1395413 h 2343150"/>
                <a:gd name="connsiteX48" fmla="*/ 1304925 w 2595562"/>
                <a:gd name="connsiteY48" fmla="*/ 1495425 h 2343150"/>
                <a:gd name="connsiteX49" fmla="*/ 1233487 w 2595562"/>
                <a:gd name="connsiteY49" fmla="*/ 1452563 h 2343150"/>
                <a:gd name="connsiteX50" fmla="*/ 1062037 w 2595562"/>
                <a:gd name="connsiteY50" fmla="*/ 1504950 h 2343150"/>
                <a:gd name="connsiteX51" fmla="*/ 1195387 w 2595562"/>
                <a:gd name="connsiteY51" fmla="*/ 1752600 h 2343150"/>
                <a:gd name="connsiteX52" fmla="*/ 1195387 w 2595562"/>
                <a:gd name="connsiteY52" fmla="*/ 1766888 h 2343150"/>
                <a:gd name="connsiteX53" fmla="*/ 1033462 w 2595562"/>
                <a:gd name="connsiteY53" fmla="*/ 1676400 h 2343150"/>
                <a:gd name="connsiteX54" fmla="*/ 971550 w 2595562"/>
                <a:gd name="connsiteY54" fmla="*/ 1728788 h 2343150"/>
                <a:gd name="connsiteX55" fmla="*/ 890587 w 2595562"/>
                <a:gd name="connsiteY55" fmla="*/ 1714500 h 2343150"/>
                <a:gd name="connsiteX56" fmla="*/ 852487 w 2595562"/>
                <a:gd name="connsiteY56" fmla="*/ 1781175 h 2343150"/>
                <a:gd name="connsiteX57" fmla="*/ 814387 w 2595562"/>
                <a:gd name="connsiteY57" fmla="*/ 1785938 h 2343150"/>
                <a:gd name="connsiteX58" fmla="*/ 771525 w 2595562"/>
                <a:gd name="connsiteY58" fmla="*/ 1824038 h 2343150"/>
                <a:gd name="connsiteX59" fmla="*/ 771525 w 2595562"/>
                <a:gd name="connsiteY59" fmla="*/ 1905000 h 2343150"/>
                <a:gd name="connsiteX60" fmla="*/ 714375 w 2595562"/>
                <a:gd name="connsiteY60" fmla="*/ 1909763 h 2343150"/>
                <a:gd name="connsiteX61" fmla="*/ 714375 w 2595562"/>
                <a:gd name="connsiteY61" fmla="*/ 1947863 h 2343150"/>
                <a:gd name="connsiteX62" fmla="*/ 685800 w 2595562"/>
                <a:gd name="connsiteY62" fmla="*/ 1966913 h 2343150"/>
                <a:gd name="connsiteX63" fmla="*/ 719137 w 2595562"/>
                <a:gd name="connsiteY63" fmla="*/ 2057400 h 2343150"/>
                <a:gd name="connsiteX64" fmla="*/ 700087 w 2595562"/>
                <a:gd name="connsiteY64" fmla="*/ 2066925 h 2343150"/>
                <a:gd name="connsiteX65" fmla="*/ 719137 w 2595562"/>
                <a:gd name="connsiteY65" fmla="*/ 2109788 h 2343150"/>
                <a:gd name="connsiteX66" fmla="*/ 709612 w 2595562"/>
                <a:gd name="connsiteY66" fmla="*/ 2128838 h 2343150"/>
                <a:gd name="connsiteX67" fmla="*/ 657225 w 2595562"/>
                <a:gd name="connsiteY67" fmla="*/ 2100263 h 2343150"/>
                <a:gd name="connsiteX68" fmla="*/ 600075 w 2595562"/>
                <a:gd name="connsiteY68" fmla="*/ 2128838 h 2343150"/>
                <a:gd name="connsiteX69" fmla="*/ 542925 w 2595562"/>
                <a:gd name="connsiteY69" fmla="*/ 2114550 h 2343150"/>
                <a:gd name="connsiteX70" fmla="*/ 504825 w 2595562"/>
                <a:gd name="connsiteY70" fmla="*/ 2176463 h 2343150"/>
                <a:gd name="connsiteX71" fmla="*/ 528637 w 2595562"/>
                <a:gd name="connsiteY71" fmla="*/ 2243138 h 2343150"/>
                <a:gd name="connsiteX72" fmla="*/ 481012 w 2595562"/>
                <a:gd name="connsiteY72" fmla="*/ 2252663 h 2343150"/>
                <a:gd name="connsiteX73" fmla="*/ 442912 w 2595562"/>
                <a:gd name="connsiteY73" fmla="*/ 2252663 h 2343150"/>
                <a:gd name="connsiteX74" fmla="*/ 404812 w 2595562"/>
                <a:gd name="connsiteY74" fmla="*/ 2262188 h 2343150"/>
                <a:gd name="connsiteX75" fmla="*/ 447675 w 2595562"/>
                <a:gd name="connsiteY75" fmla="*/ 2214563 h 2343150"/>
                <a:gd name="connsiteX76" fmla="*/ 461962 w 2595562"/>
                <a:gd name="connsiteY76" fmla="*/ 2143125 h 2343150"/>
                <a:gd name="connsiteX77" fmla="*/ 342900 w 2595562"/>
                <a:gd name="connsiteY77" fmla="*/ 2085975 h 2343150"/>
                <a:gd name="connsiteX78" fmla="*/ 261937 w 2595562"/>
                <a:gd name="connsiteY78" fmla="*/ 2133600 h 2343150"/>
                <a:gd name="connsiteX79" fmla="*/ 180975 w 2595562"/>
                <a:gd name="connsiteY79" fmla="*/ 2133600 h 2343150"/>
                <a:gd name="connsiteX80" fmla="*/ 128587 w 2595562"/>
                <a:gd name="connsiteY80" fmla="*/ 2214563 h 2343150"/>
                <a:gd name="connsiteX81" fmla="*/ 142875 w 2595562"/>
                <a:gd name="connsiteY81" fmla="*/ 2286000 h 2343150"/>
                <a:gd name="connsiteX82" fmla="*/ 61912 w 2595562"/>
                <a:gd name="connsiteY82" fmla="*/ 2343150 h 2343150"/>
                <a:gd name="connsiteX83" fmla="*/ 0 w 2595562"/>
                <a:gd name="connsiteY83" fmla="*/ 2286000 h 2343150"/>
                <a:gd name="connsiteX84" fmla="*/ 28575 w 2595562"/>
                <a:gd name="connsiteY84" fmla="*/ 2205038 h 2343150"/>
                <a:gd name="connsiteX85" fmla="*/ 33337 w 2595562"/>
                <a:gd name="connsiteY85" fmla="*/ 2162175 h 2343150"/>
                <a:gd name="connsiteX86" fmla="*/ 76200 w 2595562"/>
                <a:gd name="connsiteY86" fmla="*/ 2105025 h 2343150"/>
                <a:gd name="connsiteX87" fmla="*/ 85725 w 2595562"/>
                <a:gd name="connsiteY87" fmla="*/ 1995488 h 2343150"/>
                <a:gd name="connsiteX88" fmla="*/ 47625 w 2595562"/>
                <a:gd name="connsiteY88" fmla="*/ 1976438 h 2343150"/>
                <a:gd name="connsiteX89" fmla="*/ 138112 w 2595562"/>
                <a:gd name="connsiteY89" fmla="*/ 1819275 h 2343150"/>
                <a:gd name="connsiteX90" fmla="*/ 152400 w 2595562"/>
                <a:gd name="connsiteY90" fmla="*/ 1657350 h 2343150"/>
                <a:gd name="connsiteX91" fmla="*/ 109537 w 2595562"/>
                <a:gd name="connsiteY91" fmla="*/ 1643063 h 2343150"/>
                <a:gd name="connsiteX92" fmla="*/ 180975 w 2595562"/>
                <a:gd name="connsiteY92" fmla="*/ 1495425 h 2343150"/>
                <a:gd name="connsiteX93" fmla="*/ 142875 w 2595562"/>
                <a:gd name="connsiteY93" fmla="*/ 1443038 h 2343150"/>
                <a:gd name="connsiteX94" fmla="*/ 147637 w 2595562"/>
                <a:gd name="connsiteY94" fmla="*/ 1381125 h 2343150"/>
                <a:gd name="connsiteX95" fmla="*/ 290512 w 2595562"/>
                <a:gd name="connsiteY95" fmla="*/ 1433513 h 2343150"/>
                <a:gd name="connsiteX96" fmla="*/ 328612 w 2595562"/>
                <a:gd name="connsiteY96" fmla="*/ 1414463 h 2343150"/>
                <a:gd name="connsiteX97" fmla="*/ 328612 w 2595562"/>
                <a:gd name="connsiteY97" fmla="*/ 1300163 h 2343150"/>
                <a:gd name="connsiteX98" fmla="*/ 314325 w 2595562"/>
                <a:gd name="connsiteY98" fmla="*/ 1228725 h 2343150"/>
                <a:gd name="connsiteX99" fmla="*/ 347662 w 2595562"/>
                <a:gd name="connsiteY99" fmla="*/ 1166813 h 2343150"/>
                <a:gd name="connsiteX100" fmla="*/ 338137 w 2595562"/>
                <a:gd name="connsiteY100" fmla="*/ 1033463 h 2343150"/>
                <a:gd name="connsiteX101" fmla="*/ 414337 w 2595562"/>
                <a:gd name="connsiteY101" fmla="*/ 1033463 h 2343150"/>
                <a:gd name="connsiteX102" fmla="*/ 447675 w 2595562"/>
                <a:gd name="connsiteY102" fmla="*/ 1047750 h 2343150"/>
                <a:gd name="connsiteX103" fmla="*/ 552450 w 2595562"/>
                <a:gd name="connsiteY103" fmla="*/ 952500 h 2343150"/>
                <a:gd name="connsiteX104" fmla="*/ 695325 w 2595562"/>
                <a:gd name="connsiteY104" fmla="*/ 1023938 h 2343150"/>
                <a:gd name="connsiteX105" fmla="*/ 709612 w 2595562"/>
                <a:gd name="connsiteY105" fmla="*/ 928688 h 2343150"/>
                <a:gd name="connsiteX106" fmla="*/ 766762 w 2595562"/>
                <a:gd name="connsiteY106" fmla="*/ 909638 h 2343150"/>
                <a:gd name="connsiteX107" fmla="*/ 809625 w 2595562"/>
                <a:gd name="connsiteY107" fmla="*/ 866775 h 2343150"/>
                <a:gd name="connsiteX108" fmla="*/ 862012 w 2595562"/>
                <a:gd name="connsiteY108" fmla="*/ 890588 h 2343150"/>
                <a:gd name="connsiteX109" fmla="*/ 914400 w 2595562"/>
                <a:gd name="connsiteY109" fmla="*/ 866775 h 2343150"/>
                <a:gd name="connsiteX110" fmla="*/ 985837 w 2595562"/>
                <a:gd name="connsiteY110" fmla="*/ 881063 h 2343150"/>
                <a:gd name="connsiteX111" fmla="*/ 1076325 w 2595562"/>
                <a:gd name="connsiteY111" fmla="*/ 600075 h 234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2595562" h="2343150">
                  <a:moveTo>
                    <a:pt x="1076325" y="600075"/>
                  </a:moveTo>
                  <a:lnTo>
                    <a:pt x="1166812" y="619125"/>
                  </a:lnTo>
                  <a:lnTo>
                    <a:pt x="1243012" y="628650"/>
                  </a:lnTo>
                  <a:lnTo>
                    <a:pt x="1290637" y="547688"/>
                  </a:lnTo>
                  <a:lnTo>
                    <a:pt x="1319212" y="490538"/>
                  </a:lnTo>
                  <a:lnTo>
                    <a:pt x="1319212" y="433388"/>
                  </a:lnTo>
                  <a:lnTo>
                    <a:pt x="1352550" y="333375"/>
                  </a:lnTo>
                  <a:lnTo>
                    <a:pt x="1366837" y="247650"/>
                  </a:lnTo>
                  <a:lnTo>
                    <a:pt x="1423987" y="257175"/>
                  </a:lnTo>
                  <a:lnTo>
                    <a:pt x="1452562" y="185738"/>
                  </a:lnTo>
                  <a:lnTo>
                    <a:pt x="1462087" y="133350"/>
                  </a:lnTo>
                  <a:lnTo>
                    <a:pt x="1462087" y="100013"/>
                  </a:lnTo>
                  <a:lnTo>
                    <a:pt x="1490662" y="85725"/>
                  </a:lnTo>
                  <a:lnTo>
                    <a:pt x="1495425" y="14288"/>
                  </a:lnTo>
                  <a:lnTo>
                    <a:pt x="1562100" y="0"/>
                  </a:lnTo>
                  <a:lnTo>
                    <a:pt x="1614487" y="23813"/>
                  </a:lnTo>
                  <a:lnTo>
                    <a:pt x="1643062" y="133350"/>
                  </a:lnTo>
                  <a:lnTo>
                    <a:pt x="1704975" y="138113"/>
                  </a:lnTo>
                  <a:lnTo>
                    <a:pt x="1804987" y="138113"/>
                  </a:lnTo>
                  <a:lnTo>
                    <a:pt x="1866900" y="152400"/>
                  </a:lnTo>
                  <a:lnTo>
                    <a:pt x="1914525" y="119063"/>
                  </a:lnTo>
                  <a:lnTo>
                    <a:pt x="2043112" y="133350"/>
                  </a:lnTo>
                  <a:lnTo>
                    <a:pt x="2085975" y="166688"/>
                  </a:lnTo>
                  <a:lnTo>
                    <a:pt x="2171700" y="161925"/>
                  </a:lnTo>
                  <a:lnTo>
                    <a:pt x="2305050" y="228600"/>
                  </a:lnTo>
                  <a:lnTo>
                    <a:pt x="2428875" y="404813"/>
                  </a:lnTo>
                  <a:lnTo>
                    <a:pt x="2390775" y="509588"/>
                  </a:lnTo>
                  <a:lnTo>
                    <a:pt x="2447925" y="538163"/>
                  </a:lnTo>
                  <a:lnTo>
                    <a:pt x="2595562" y="538163"/>
                  </a:lnTo>
                  <a:lnTo>
                    <a:pt x="2495550" y="785813"/>
                  </a:lnTo>
                  <a:lnTo>
                    <a:pt x="2543175" y="819150"/>
                  </a:lnTo>
                  <a:lnTo>
                    <a:pt x="2524125" y="871538"/>
                  </a:lnTo>
                  <a:lnTo>
                    <a:pt x="2481262" y="928688"/>
                  </a:lnTo>
                  <a:lnTo>
                    <a:pt x="2443162" y="962025"/>
                  </a:lnTo>
                  <a:lnTo>
                    <a:pt x="2457450" y="1023938"/>
                  </a:lnTo>
                  <a:lnTo>
                    <a:pt x="2419350" y="1462088"/>
                  </a:lnTo>
                  <a:lnTo>
                    <a:pt x="2319337" y="1471613"/>
                  </a:lnTo>
                  <a:lnTo>
                    <a:pt x="2286000" y="1419225"/>
                  </a:lnTo>
                  <a:lnTo>
                    <a:pt x="2219325" y="1514475"/>
                  </a:lnTo>
                  <a:lnTo>
                    <a:pt x="2152650" y="1476375"/>
                  </a:lnTo>
                  <a:lnTo>
                    <a:pt x="2062162" y="1462088"/>
                  </a:lnTo>
                  <a:lnTo>
                    <a:pt x="2028825" y="1524000"/>
                  </a:lnTo>
                  <a:lnTo>
                    <a:pt x="1981200" y="1476375"/>
                  </a:lnTo>
                  <a:lnTo>
                    <a:pt x="1733550" y="1481138"/>
                  </a:lnTo>
                  <a:lnTo>
                    <a:pt x="1724025" y="1447800"/>
                  </a:lnTo>
                  <a:lnTo>
                    <a:pt x="1681162" y="1447800"/>
                  </a:lnTo>
                  <a:lnTo>
                    <a:pt x="1600200" y="1381125"/>
                  </a:lnTo>
                  <a:lnTo>
                    <a:pt x="1376362" y="1395413"/>
                  </a:lnTo>
                  <a:lnTo>
                    <a:pt x="1304925" y="1495425"/>
                  </a:lnTo>
                  <a:lnTo>
                    <a:pt x="1233487" y="1452563"/>
                  </a:lnTo>
                  <a:lnTo>
                    <a:pt x="1062037" y="1504950"/>
                  </a:lnTo>
                  <a:lnTo>
                    <a:pt x="1195387" y="1752600"/>
                  </a:lnTo>
                  <a:lnTo>
                    <a:pt x="1195387" y="1766888"/>
                  </a:lnTo>
                  <a:lnTo>
                    <a:pt x="1033462" y="1676400"/>
                  </a:lnTo>
                  <a:lnTo>
                    <a:pt x="971550" y="1728788"/>
                  </a:lnTo>
                  <a:lnTo>
                    <a:pt x="890587" y="1714500"/>
                  </a:lnTo>
                  <a:lnTo>
                    <a:pt x="852487" y="1781175"/>
                  </a:lnTo>
                  <a:lnTo>
                    <a:pt x="814387" y="1785938"/>
                  </a:lnTo>
                  <a:lnTo>
                    <a:pt x="771525" y="1824038"/>
                  </a:lnTo>
                  <a:lnTo>
                    <a:pt x="771525" y="1905000"/>
                  </a:lnTo>
                  <a:lnTo>
                    <a:pt x="714375" y="1909763"/>
                  </a:lnTo>
                  <a:lnTo>
                    <a:pt x="714375" y="1947863"/>
                  </a:lnTo>
                  <a:lnTo>
                    <a:pt x="685800" y="1966913"/>
                  </a:lnTo>
                  <a:lnTo>
                    <a:pt x="719137" y="2057400"/>
                  </a:lnTo>
                  <a:lnTo>
                    <a:pt x="700087" y="2066925"/>
                  </a:lnTo>
                  <a:lnTo>
                    <a:pt x="719137" y="2109788"/>
                  </a:lnTo>
                  <a:lnTo>
                    <a:pt x="709612" y="2128838"/>
                  </a:lnTo>
                  <a:lnTo>
                    <a:pt x="657225" y="2100263"/>
                  </a:lnTo>
                  <a:lnTo>
                    <a:pt x="600075" y="2128838"/>
                  </a:lnTo>
                  <a:lnTo>
                    <a:pt x="542925" y="2114550"/>
                  </a:lnTo>
                  <a:lnTo>
                    <a:pt x="504825" y="2176463"/>
                  </a:lnTo>
                  <a:lnTo>
                    <a:pt x="528637" y="2243138"/>
                  </a:lnTo>
                  <a:lnTo>
                    <a:pt x="481012" y="2252663"/>
                  </a:lnTo>
                  <a:lnTo>
                    <a:pt x="442912" y="2252663"/>
                  </a:lnTo>
                  <a:lnTo>
                    <a:pt x="404812" y="2262188"/>
                  </a:lnTo>
                  <a:lnTo>
                    <a:pt x="447675" y="2214563"/>
                  </a:lnTo>
                  <a:lnTo>
                    <a:pt x="461962" y="2143125"/>
                  </a:lnTo>
                  <a:lnTo>
                    <a:pt x="342900" y="2085975"/>
                  </a:lnTo>
                  <a:lnTo>
                    <a:pt x="261937" y="2133600"/>
                  </a:lnTo>
                  <a:lnTo>
                    <a:pt x="180975" y="2133600"/>
                  </a:lnTo>
                  <a:lnTo>
                    <a:pt x="128587" y="2214563"/>
                  </a:lnTo>
                  <a:lnTo>
                    <a:pt x="142875" y="2286000"/>
                  </a:lnTo>
                  <a:lnTo>
                    <a:pt x="61912" y="2343150"/>
                  </a:lnTo>
                  <a:lnTo>
                    <a:pt x="0" y="2286000"/>
                  </a:lnTo>
                  <a:lnTo>
                    <a:pt x="28575" y="2205038"/>
                  </a:lnTo>
                  <a:lnTo>
                    <a:pt x="33337" y="2162175"/>
                  </a:lnTo>
                  <a:lnTo>
                    <a:pt x="76200" y="2105025"/>
                  </a:lnTo>
                  <a:lnTo>
                    <a:pt x="85725" y="1995488"/>
                  </a:lnTo>
                  <a:lnTo>
                    <a:pt x="47625" y="1976438"/>
                  </a:lnTo>
                  <a:lnTo>
                    <a:pt x="138112" y="1819275"/>
                  </a:lnTo>
                  <a:lnTo>
                    <a:pt x="152400" y="1657350"/>
                  </a:lnTo>
                  <a:lnTo>
                    <a:pt x="109537" y="1643063"/>
                  </a:lnTo>
                  <a:lnTo>
                    <a:pt x="180975" y="1495425"/>
                  </a:lnTo>
                  <a:lnTo>
                    <a:pt x="142875" y="1443038"/>
                  </a:lnTo>
                  <a:lnTo>
                    <a:pt x="147637" y="1381125"/>
                  </a:lnTo>
                  <a:lnTo>
                    <a:pt x="290512" y="1433513"/>
                  </a:lnTo>
                  <a:lnTo>
                    <a:pt x="328612" y="1414463"/>
                  </a:lnTo>
                  <a:lnTo>
                    <a:pt x="328612" y="1300163"/>
                  </a:lnTo>
                  <a:lnTo>
                    <a:pt x="314325" y="1228725"/>
                  </a:lnTo>
                  <a:lnTo>
                    <a:pt x="347662" y="1166813"/>
                  </a:lnTo>
                  <a:lnTo>
                    <a:pt x="338137" y="1033463"/>
                  </a:lnTo>
                  <a:lnTo>
                    <a:pt x="414337" y="1033463"/>
                  </a:lnTo>
                  <a:lnTo>
                    <a:pt x="447675" y="1047750"/>
                  </a:lnTo>
                  <a:lnTo>
                    <a:pt x="552450" y="952500"/>
                  </a:lnTo>
                  <a:lnTo>
                    <a:pt x="695325" y="1023938"/>
                  </a:lnTo>
                  <a:lnTo>
                    <a:pt x="709612" y="928688"/>
                  </a:lnTo>
                  <a:lnTo>
                    <a:pt x="766762" y="909638"/>
                  </a:lnTo>
                  <a:lnTo>
                    <a:pt x="809625" y="866775"/>
                  </a:lnTo>
                  <a:lnTo>
                    <a:pt x="862012" y="890588"/>
                  </a:lnTo>
                  <a:lnTo>
                    <a:pt x="914400" y="866775"/>
                  </a:lnTo>
                  <a:lnTo>
                    <a:pt x="985837" y="881063"/>
                  </a:lnTo>
                  <a:lnTo>
                    <a:pt x="1076325" y="600075"/>
                  </a:lnTo>
                  <a:close/>
                </a:path>
              </a:pathLst>
            </a:custGeom>
            <a:solidFill>
              <a:srgbClr val="70AD47">
                <a:lumMod val="40000"/>
                <a:lumOff val="60000"/>
              </a:srgbClr>
            </a:solidFill>
            <a:ln w="12700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24" name="Freeform: Shape 367">
              <a:extLst>
                <a:ext uri="{FF2B5EF4-FFF2-40B4-BE49-F238E27FC236}">
                  <a16:creationId xmlns:a16="http://schemas.microsoft.com/office/drawing/2014/main" xmlns="" id="{67C960A4-D6C7-46E0-AAE0-7B77E4454222}"/>
                </a:ext>
              </a:extLst>
            </p:cNvPr>
            <p:cNvSpPr/>
            <p:nvPr/>
          </p:nvSpPr>
          <p:spPr>
            <a:xfrm>
              <a:off x="7159916" y="2418662"/>
              <a:ext cx="1604942" cy="1871699"/>
            </a:xfrm>
            <a:custGeom>
              <a:avLst/>
              <a:gdLst>
                <a:gd name="connsiteX0" fmla="*/ 514350 w 2546350"/>
                <a:gd name="connsiteY0" fmla="*/ 0 h 2838450"/>
                <a:gd name="connsiteX1" fmla="*/ 558800 w 2546350"/>
                <a:gd name="connsiteY1" fmla="*/ 66675 h 2838450"/>
                <a:gd name="connsiteX2" fmla="*/ 625475 w 2546350"/>
                <a:gd name="connsiteY2" fmla="*/ 76200 h 2838450"/>
                <a:gd name="connsiteX3" fmla="*/ 638175 w 2546350"/>
                <a:gd name="connsiteY3" fmla="*/ 69850 h 2838450"/>
                <a:gd name="connsiteX4" fmla="*/ 660400 w 2546350"/>
                <a:gd name="connsiteY4" fmla="*/ 142875 h 2838450"/>
                <a:gd name="connsiteX5" fmla="*/ 708025 w 2546350"/>
                <a:gd name="connsiteY5" fmla="*/ 238125 h 2838450"/>
                <a:gd name="connsiteX6" fmla="*/ 708025 w 2546350"/>
                <a:gd name="connsiteY6" fmla="*/ 269875 h 2838450"/>
                <a:gd name="connsiteX7" fmla="*/ 850900 w 2546350"/>
                <a:gd name="connsiteY7" fmla="*/ 304800 h 2838450"/>
                <a:gd name="connsiteX8" fmla="*/ 895350 w 2546350"/>
                <a:gd name="connsiteY8" fmla="*/ 301625 h 2838450"/>
                <a:gd name="connsiteX9" fmla="*/ 958850 w 2546350"/>
                <a:gd name="connsiteY9" fmla="*/ 323850 h 2838450"/>
                <a:gd name="connsiteX10" fmla="*/ 1000125 w 2546350"/>
                <a:gd name="connsiteY10" fmla="*/ 349250 h 2838450"/>
                <a:gd name="connsiteX11" fmla="*/ 1003300 w 2546350"/>
                <a:gd name="connsiteY11" fmla="*/ 476250 h 2838450"/>
                <a:gd name="connsiteX12" fmla="*/ 1076325 w 2546350"/>
                <a:gd name="connsiteY12" fmla="*/ 536575 h 2838450"/>
                <a:gd name="connsiteX13" fmla="*/ 1092200 w 2546350"/>
                <a:gd name="connsiteY13" fmla="*/ 625475 h 2838450"/>
                <a:gd name="connsiteX14" fmla="*/ 1066800 w 2546350"/>
                <a:gd name="connsiteY14" fmla="*/ 768350 h 2838450"/>
                <a:gd name="connsiteX15" fmla="*/ 1177925 w 2546350"/>
                <a:gd name="connsiteY15" fmla="*/ 777875 h 2838450"/>
                <a:gd name="connsiteX16" fmla="*/ 1219200 w 2546350"/>
                <a:gd name="connsiteY16" fmla="*/ 869950 h 2838450"/>
                <a:gd name="connsiteX17" fmla="*/ 1289050 w 2546350"/>
                <a:gd name="connsiteY17" fmla="*/ 873125 h 2838450"/>
                <a:gd name="connsiteX18" fmla="*/ 1330325 w 2546350"/>
                <a:gd name="connsiteY18" fmla="*/ 854075 h 2838450"/>
                <a:gd name="connsiteX19" fmla="*/ 1343025 w 2546350"/>
                <a:gd name="connsiteY19" fmla="*/ 898525 h 2838450"/>
                <a:gd name="connsiteX20" fmla="*/ 1416050 w 2546350"/>
                <a:gd name="connsiteY20" fmla="*/ 873125 h 2838450"/>
                <a:gd name="connsiteX21" fmla="*/ 1450975 w 2546350"/>
                <a:gd name="connsiteY21" fmla="*/ 895350 h 2838450"/>
                <a:gd name="connsiteX22" fmla="*/ 1533525 w 2546350"/>
                <a:gd name="connsiteY22" fmla="*/ 790575 h 2838450"/>
                <a:gd name="connsiteX23" fmla="*/ 1597025 w 2546350"/>
                <a:gd name="connsiteY23" fmla="*/ 758825 h 2838450"/>
                <a:gd name="connsiteX24" fmla="*/ 1660525 w 2546350"/>
                <a:gd name="connsiteY24" fmla="*/ 768350 h 2838450"/>
                <a:gd name="connsiteX25" fmla="*/ 1670050 w 2546350"/>
                <a:gd name="connsiteY25" fmla="*/ 866775 h 2838450"/>
                <a:gd name="connsiteX26" fmla="*/ 1739900 w 2546350"/>
                <a:gd name="connsiteY26" fmla="*/ 977900 h 2838450"/>
                <a:gd name="connsiteX27" fmla="*/ 1717675 w 2546350"/>
                <a:gd name="connsiteY27" fmla="*/ 1060450 h 2838450"/>
                <a:gd name="connsiteX28" fmla="*/ 1727200 w 2546350"/>
                <a:gd name="connsiteY28" fmla="*/ 1098550 h 2838450"/>
                <a:gd name="connsiteX29" fmla="*/ 1838325 w 2546350"/>
                <a:gd name="connsiteY29" fmla="*/ 1098550 h 2838450"/>
                <a:gd name="connsiteX30" fmla="*/ 1841500 w 2546350"/>
                <a:gd name="connsiteY30" fmla="*/ 1136650 h 2838450"/>
                <a:gd name="connsiteX31" fmla="*/ 1905000 w 2546350"/>
                <a:gd name="connsiteY31" fmla="*/ 1146175 h 2838450"/>
                <a:gd name="connsiteX32" fmla="*/ 1905000 w 2546350"/>
                <a:gd name="connsiteY32" fmla="*/ 1146175 h 2838450"/>
                <a:gd name="connsiteX33" fmla="*/ 1993900 w 2546350"/>
                <a:gd name="connsiteY33" fmla="*/ 1155700 h 2838450"/>
                <a:gd name="connsiteX34" fmla="*/ 2000250 w 2546350"/>
                <a:gd name="connsiteY34" fmla="*/ 1082675 h 2838450"/>
                <a:gd name="connsiteX35" fmla="*/ 2022475 w 2546350"/>
                <a:gd name="connsiteY35" fmla="*/ 1066800 h 2838450"/>
                <a:gd name="connsiteX36" fmla="*/ 2095500 w 2546350"/>
                <a:gd name="connsiteY36" fmla="*/ 1098550 h 2838450"/>
                <a:gd name="connsiteX37" fmla="*/ 2098675 w 2546350"/>
                <a:gd name="connsiteY37" fmla="*/ 1130300 h 2838450"/>
                <a:gd name="connsiteX38" fmla="*/ 2127250 w 2546350"/>
                <a:gd name="connsiteY38" fmla="*/ 1098550 h 2838450"/>
                <a:gd name="connsiteX39" fmla="*/ 2168525 w 2546350"/>
                <a:gd name="connsiteY39" fmla="*/ 1146175 h 2838450"/>
                <a:gd name="connsiteX40" fmla="*/ 2184400 w 2546350"/>
                <a:gd name="connsiteY40" fmla="*/ 1174750 h 2838450"/>
                <a:gd name="connsiteX41" fmla="*/ 2219325 w 2546350"/>
                <a:gd name="connsiteY41" fmla="*/ 1181100 h 2838450"/>
                <a:gd name="connsiteX42" fmla="*/ 2292350 w 2546350"/>
                <a:gd name="connsiteY42" fmla="*/ 1203325 h 2838450"/>
                <a:gd name="connsiteX43" fmla="*/ 2336800 w 2546350"/>
                <a:gd name="connsiteY43" fmla="*/ 1181100 h 2838450"/>
                <a:gd name="connsiteX44" fmla="*/ 2339975 w 2546350"/>
                <a:gd name="connsiteY44" fmla="*/ 1041400 h 2838450"/>
                <a:gd name="connsiteX45" fmla="*/ 2365375 w 2546350"/>
                <a:gd name="connsiteY45" fmla="*/ 1019175 h 2838450"/>
                <a:gd name="connsiteX46" fmla="*/ 2397125 w 2546350"/>
                <a:gd name="connsiteY46" fmla="*/ 1047750 h 2838450"/>
                <a:gd name="connsiteX47" fmla="*/ 2381250 w 2546350"/>
                <a:gd name="connsiteY47" fmla="*/ 1146175 h 2838450"/>
                <a:gd name="connsiteX48" fmla="*/ 2413000 w 2546350"/>
                <a:gd name="connsiteY48" fmla="*/ 1162050 h 2838450"/>
                <a:gd name="connsiteX49" fmla="*/ 2413000 w 2546350"/>
                <a:gd name="connsiteY49" fmla="*/ 1193800 h 2838450"/>
                <a:gd name="connsiteX50" fmla="*/ 2374900 w 2546350"/>
                <a:gd name="connsiteY50" fmla="*/ 1206500 h 2838450"/>
                <a:gd name="connsiteX51" fmla="*/ 2400300 w 2546350"/>
                <a:gd name="connsiteY51" fmla="*/ 1270000 h 2838450"/>
                <a:gd name="connsiteX52" fmla="*/ 2393950 w 2546350"/>
                <a:gd name="connsiteY52" fmla="*/ 1311275 h 2838450"/>
                <a:gd name="connsiteX53" fmla="*/ 2393950 w 2546350"/>
                <a:gd name="connsiteY53" fmla="*/ 1365250 h 2838450"/>
                <a:gd name="connsiteX54" fmla="*/ 2419350 w 2546350"/>
                <a:gd name="connsiteY54" fmla="*/ 1371600 h 2838450"/>
                <a:gd name="connsiteX55" fmla="*/ 2406650 w 2546350"/>
                <a:gd name="connsiteY55" fmla="*/ 1428750 h 2838450"/>
                <a:gd name="connsiteX56" fmla="*/ 2413000 w 2546350"/>
                <a:gd name="connsiteY56" fmla="*/ 1463675 h 2838450"/>
                <a:gd name="connsiteX57" fmla="*/ 2432050 w 2546350"/>
                <a:gd name="connsiteY57" fmla="*/ 1463675 h 2838450"/>
                <a:gd name="connsiteX58" fmla="*/ 2403475 w 2546350"/>
                <a:gd name="connsiteY58" fmla="*/ 1527175 h 2838450"/>
                <a:gd name="connsiteX59" fmla="*/ 2435225 w 2546350"/>
                <a:gd name="connsiteY59" fmla="*/ 1565275 h 2838450"/>
                <a:gd name="connsiteX60" fmla="*/ 2457450 w 2546350"/>
                <a:gd name="connsiteY60" fmla="*/ 1562100 h 2838450"/>
                <a:gd name="connsiteX61" fmla="*/ 2460625 w 2546350"/>
                <a:gd name="connsiteY61" fmla="*/ 1593850 h 2838450"/>
                <a:gd name="connsiteX62" fmla="*/ 2416175 w 2546350"/>
                <a:gd name="connsiteY62" fmla="*/ 1609725 h 2838450"/>
                <a:gd name="connsiteX63" fmla="*/ 2432050 w 2546350"/>
                <a:gd name="connsiteY63" fmla="*/ 1628775 h 2838450"/>
                <a:gd name="connsiteX64" fmla="*/ 2470150 w 2546350"/>
                <a:gd name="connsiteY64" fmla="*/ 1647825 h 2838450"/>
                <a:gd name="connsiteX65" fmla="*/ 2466975 w 2546350"/>
                <a:gd name="connsiteY65" fmla="*/ 1676400 h 2838450"/>
                <a:gd name="connsiteX66" fmla="*/ 2495550 w 2546350"/>
                <a:gd name="connsiteY66" fmla="*/ 1692275 h 2838450"/>
                <a:gd name="connsiteX67" fmla="*/ 2527300 w 2546350"/>
                <a:gd name="connsiteY67" fmla="*/ 1666875 h 2838450"/>
                <a:gd name="connsiteX68" fmla="*/ 2533650 w 2546350"/>
                <a:gd name="connsiteY68" fmla="*/ 1695450 h 2838450"/>
                <a:gd name="connsiteX69" fmla="*/ 2546350 w 2546350"/>
                <a:gd name="connsiteY69" fmla="*/ 1733550 h 2838450"/>
                <a:gd name="connsiteX70" fmla="*/ 2495550 w 2546350"/>
                <a:gd name="connsiteY70" fmla="*/ 1730375 h 2838450"/>
                <a:gd name="connsiteX71" fmla="*/ 2466975 w 2546350"/>
                <a:gd name="connsiteY71" fmla="*/ 1733550 h 2838450"/>
                <a:gd name="connsiteX72" fmla="*/ 2432050 w 2546350"/>
                <a:gd name="connsiteY72" fmla="*/ 1714500 h 2838450"/>
                <a:gd name="connsiteX73" fmla="*/ 2365375 w 2546350"/>
                <a:gd name="connsiteY73" fmla="*/ 1746250 h 2838450"/>
                <a:gd name="connsiteX74" fmla="*/ 2330450 w 2546350"/>
                <a:gd name="connsiteY74" fmla="*/ 1771650 h 2838450"/>
                <a:gd name="connsiteX75" fmla="*/ 2327275 w 2546350"/>
                <a:gd name="connsiteY75" fmla="*/ 1812925 h 2838450"/>
                <a:gd name="connsiteX76" fmla="*/ 2308225 w 2546350"/>
                <a:gd name="connsiteY76" fmla="*/ 1835150 h 2838450"/>
                <a:gd name="connsiteX77" fmla="*/ 2254250 w 2546350"/>
                <a:gd name="connsiteY77" fmla="*/ 1838325 h 2838450"/>
                <a:gd name="connsiteX78" fmla="*/ 2251075 w 2546350"/>
                <a:gd name="connsiteY78" fmla="*/ 1939925 h 2838450"/>
                <a:gd name="connsiteX79" fmla="*/ 2273300 w 2546350"/>
                <a:gd name="connsiteY79" fmla="*/ 2054225 h 2838450"/>
                <a:gd name="connsiteX80" fmla="*/ 2270125 w 2546350"/>
                <a:gd name="connsiteY80" fmla="*/ 2155825 h 2838450"/>
                <a:gd name="connsiteX81" fmla="*/ 2282825 w 2546350"/>
                <a:gd name="connsiteY81" fmla="*/ 2212975 h 2838450"/>
                <a:gd name="connsiteX82" fmla="*/ 2266950 w 2546350"/>
                <a:gd name="connsiteY82" fmla="*/ 2263775 h 2838450"/>
                <a:gd name="connsiteX83" fmla="*/ 2260600 w 2546350"/>
                <a:gd name="connsiteY83" fmla="*/ 2301875 h 2838450"/>
                <a:gd name="connsiteX84" fmla="*/ 2139950 w 2546350"/>
                <a:gd name="connsiteY84" fmla="*/ 2333625 h 2838450"/>
                <a:gd name="connsiteX85" fmla="*/ 2082800 w 2546350"/>
                <a:gd name="connsiteY85" fmla="*/ 2333625 h 2838450"/>
                <a:gd name="connsiteX86" fmla="*/ 2063750 w 2546350"/>
                <a:gd name="connsiteY86" fmla="*/ 2393950 h 2838450"/>
                <a:gd name="connsiteX87" fmla="*/ 1987550 w 2546350"/>
                <a:gd name="connsiteY87" fmla="*/ 2409825 h 2838450"/>
                <a:gd name="connsiteX88" fmla="*/ 1974850 w 2546350"/>
                <a:gd name="connsiteY88" fmla="*/ 2508250 h 2838450"/>
                <a:gd name="connsiteX89" fmla="*/ 1905000 w 2546350"/>
                <a:gd name="connsiteY89" fmla="*/ 2508250 h 2838450"/>
                <a:gd name="connsiteX90" fmla="*/ 1847850 w 2546350"/>
                <a:gd name="connsiteY90" fmla="*/ 2517775 h 2838450"/>
                <a:gd name="connsiteX91" fmla="*/ 1724025 w 2546350"/>
                <a:gd name="connsiteY91" fmla="*/ 2501900 h 2838450"/>
                <a:gd name="connsiteX92" fmla="*/ 1704975 w 2546350"/>
                <a:gd name="connsiteY92" fmla="*/ 2616200 h 2838450"/>
                <a:gd name="connsiteX93" fmla="*/ 1641475 w 2546350"/>
                <a:gd name="connsiteY93" fmla="*/ 2603500 h 2838450"/>
                <a:gd name="connsiteX94" fmla="*/ 1593850 w 2546350"/>
                <a:gd name="connsiteY94" fmla="*/ 2587625 h 2838450"/>
                <a:gd name="connsiteX95" fmla="*/ 1552575 w 2546350"/>
                <a:gd name="connsiteY95" fmla="*/ 2606675 h 2838450"/>
                <a:gd name="connsiteX96" fmla="*/ 1454150 w 2546350"/>
                <a:gd name="connsiteY96" fmla="*/ 2606675 h 2838450"/>
                <a:gd name="connsiteX97" fmla="*/ 1419225 w 2546350"/>
                <a:gd name="connsiteY97" fmla="*/ 2689225 h 2838450"/>
                <a:gd name="connsiteX98" fmla="*/ 1339850 w 2546350"/>
                <a:gd name="connsiteY98" fmla="*/ 2660650 h 2838450"/>
                <a:gd name="connsiteX99" fmla="*/ 1222375 w 2546350"/>
                <a:gd name="connsiteY99" fmla="*/ 2663825 h 2838450"/>
                <a:gd name="connsiteX100" fmla="*/ 1149350 w 2546350"/>
                <a:gd name="connsiteY100" fmla="*/ 2628900 h 2838450"/>
                <a:gd name="connsiteX101" fmla="*/ 1127125 w 2546350"/>
                <a:gd name="connsiteY101" fmla="*/ 2628900 h 2838450"/>
                <a:gd name="connsiteX102" fmla="*/ 1127125 w 2546350"/>
                <a:gd name="connsiteY102" fmla="*/ 2654300 h 2838450"/>
                <a:gd name="connsiteX103" fmla="*/ 1146175 w 2546350"/>
                <a:gd name="connsiteY103" fmla="*/ 2698750 h 2838450"/>
                <a:gd name="connsiteX104" fmla="*/ 1085850 w 2546350"/>
                <a:gd name="connsiteY104" fmla="*/ 2705100 h 2838450"/>
                <a:gd name="connsiteX105" fmla="*/ 1006475 w 2546350"/>
                <a:gd name="connsiteY105" fmla="*/ 2806700 h 2838450"/>
                <a:gd name="connsiteX106" fmla="*/ 958850 w 2546350"/>
                <a:gd name="connsiteY106" fmla="*/ 2806700 h 2838450"/>
                <a:gd name="connsiteX107" fmla="*/ 946150 w 2546350"/>
                <a:gd name="connsiteY107" fmla="*/ 2838450 h 2838450"/>
                <a:gd name="connsiteX108" fmla="*/ 758825 w 2546350"/>
                <a:gd name="connsiteY108" fmla="*/ 2797175 h 2838450"/>
                <a:gd name="connsiteX109" fmla="*/ 698500 w 2546350"/>
                <a:gd name="connsiteY109" fmla="*/ 2806700 h 2838450"/>
                <a:gd name="connsiteX110" fmla="*/ 657225 w 2546350"/>
                <a:gd name="connsiteY110" fmla="*/ 2797175 h 2838450"/>
                <a:gd name="connsiteX111" fmla="*/ 704850 w 2546350"/>
                <a:gd name="connsiteY111" fmla="*/ 2743200 h 2838450"/>
                <a:gd name="connsiteX112" fmla="*/ 704850 w 2546350"/>
                <a:gd name="connsiteY112" fmla="*/ 2705100 h 2838450"/>
                <a:gd name="connsiteX113" fmla="*/ 660400 w 2546350"/>
                <a:gd name="connsiteY113" fmla="*/ 2705100 h 2838450"/>
                <a:gd name="connsiteX114" fmla="*/ 708025 w 2546350"/>
                <a:gd name="connsiteY114" fmla="*/ 2552700 h 2838450"/>
                <a:gd name="connsiteX115" fmla="*/ 752475 w 2546350"/>
                <a:gd name="connsiteY115" fmla="*/ 2552700 h 2838450"/>
                <a:gd name="connsiteX116" fmla="*/ 809625 w 2546350"/>
                <a:gd name="connsiteY116" fmla="*/ 2409825 h 2838450"/>
                <a:gd name="connsiteX117" fmla="*/ 866775 w 2546350"/>
                <a:gd name="connsiteY117" fmla="*/ 2409825 h 2838450"/>
                <a:gd name="connsiteX118" fmla="*/ 885825 w 2546350"/>
                <a:gd name="connsiteY118" fmla="*/ 2317750 h 2838450"/>
                <a:gd name="connsiteX119" fmla="*/ 850900 w 2546350"/>
                <a:gd name="connsiteY119" fmla="*/ 2257425 h 2838450"/>
                <a:gd name="connsiteX120" fmla="*/ 815975 w 2546350"/>
                <a:gd name="connsiteY120" fmla="*/ 2311400 h 2838450"/>
                <a:gd name="connsiteX121" fmla="*/ 749300 w 2546350"/>
                <a:gd name="connsiteY121" fmla="*/ 2286000 h 2838450"/>
                <a:gd name="connsiteX122" fmla="*/ 720725 w 2546350"/>
                <a:gd name="connsiteY122" fmla="*/ 2289175 h 2838450"/>
                <a:gd name="connsiteX123" fmla="*/ 685800 w 2546350"/>
                <a:gd name="connsiteY123" fmla="*/ 2219325 h 2838450"/>
                <a:gd name="connsiteX124" fmla="*/ 746125 w 2546350"/>
                <a:gd name="connsiteY124" fmla="*/ 2171700 h 2838450"/>
                <a:gd name="connsiteX125" fmla="*/ 447675 w 2546350"/>
                <a:gd name="connsiteY125" fmla="*/ 1978025 h 2838450"/>
                <a:gd name="connsiteX126" fmla="*/ 479425 w 2546350"/>
                <a:gd name="connsiteY126" fmla="*/ 1917700 h 2838450"/>
                <a:gd name="connsiteX127" fmla="*/ 517525 w 2546350"/>
                <a:gd name="connsiteY127" fmla="*/ 1917700 h 2838450"/>
                <a:gd name="connsiteX128" fmla="*/ 473075 w 2546350"/>
                <a:gd name="connsiteY128" fmla="*/ 1835150 h 2838450"/>
                <a:gd name="connsiteX129" fmla="*/ 469900 w 2546350"/>
                <a:gd name="connsiteY129" fmla="*/ 1609725 h 2838450"/>
                <a:gd name="connsiteX130" fmla="*/ 377825 w 2546350"/>
                <a:gd name="connsiteY130" fmla="*/ 1609725 h 2838450"/>
                <a:gd name="connsiteX131" fmla="*/ 342900 w 2546350"/>
                <a:gd name="connsiteY131" fmla="*/ 1641475 h 2838450"/>
                <a:gd name="connsiteX132" fmla="*/ 285750 w 2546350"/>
                <a:gd name="connsiteY132" fmla="*/ 1597025 h 2838450"/>
                <a:gd name="connsiteX133" fmla="*/ 152400 w 2546350"/>
                <a:gd name="connsiteY133" fmla="*/ 1673225 h 2838450"/>
                <a:gd name="connsiteX134" fmla="*/ 73025 w 2546350"/>
                <a:gd name="connsiteY134" fmla="*/ 1651000 h 2838450"/>
                <a:gd name="connsiteX135" fmla="*/ 95250 w 2546350"/>
                <a:gd name="connsiteY135" fmla="*/ 1568450 h 2838450"/>
                <a:gd name="connsiteX136" fmla="*/ 98425 w 2546350"/>
                <a:gd name="connsiteY136" fmla="*/ 1524000 h 2838450"/>
                <a:gd name="connsiteX137" fmla="*/ 53975 w 2546350"/>
                <a:gd name="connsiteY137" fmla="*/ 1508125 h 2838450"/>
                <a:gd name="connsiteX138" fmla="*/ 114300 w 2546350"/>
                <a:gd name="connsiteY138" fmla="*/ 1431925 h 2838450"/>
                <a:gd name="connsiteX139" fmla="*/ 152400 w 2546350"/>
                <a:gd name="connsiteY139" fmla="*/ 1435100 h 2838450"/>
                <a:gd name="connsiteX140" fmla="*/ 168275 w 2546350"/>
                <a:gd name="connsiteY140" fmla="*/ 1422400 h 2838450"/>
                <a:gd name="connsiteX141" fmla="*/ 117475 w 2546350"/>
                <a:gd name="connsiteY141" fmla="*/ 1314450 h 2838450"/>
                <a:gd name="connsiteX142" fmla="*/ 171450 w 2546350"/>
                <a:gd name="connsiteY142" fmla="*/ 1254125 h 2838450"/>
                <a:gd name="connsiteX143" fmla="*/ 146050 w 2546350"/>
                <a:gd name="connsiteY143" fmla="*/ 1216025 h 2838450"/>
                <a:gd name="connsiteX144" fmla="*/ 193675 w 2546350"/>
                <a:gd name="connsiteY144" fmla="*/ 1136650 h 2838450"/>
                <a:gd name="connsiteX145" fmla="*/ 161925 w 2546350"/>
                <a:gd name="connsiteY145" fmla="*/ 1127125 h 2838450"/>
                <a:gd name="connsiteX146" fmla="*/ 95250 w 2546350"/>
                <a:gd name="connsiteY146" fmla="*/ 1114425 h 2838450"/>
                <a:gd name="connsiteX147" fmla="*/ 146050 w 2546350"/>
                <a:gd name="connsiteY147" fmla="*/ 965200 h 2838450"/>
                <a:gd name="connsiteX148" fmla="*/ 60325 w 2546350"/>
                <a:gd name="connsiteY148" fmla="*/ 968375 h 2838450"/>
                <a:gd name="connsiteX149" fmla="*/ 60325 w 2546350"/>
                <a:gd name="connsiteY149" fmla="*/ 895350 h 2838450"/>
                <a:gd name="connsiteX150" fmla="*/ 95250 w 2546350"/>
                <a:gd name="connsiteY150" fmla="*/ 854075 h 2838450"/>
                <a:gd name="connsiteX151" fmla="*/ 0 w 2546350"/>
                <a:gd name="connsiteY151" fmla="*/ 704850 h 2838450"/>
                <a:gd name="connsiteX152" fmla="*/ 44450 w 2546350"/>
                <a:gd name="connsiteY152" fmla="*/ 644525 h 2838450"/>
                <a:gd name="connsiteX153" fmla="*/ 146050 w 2546350"/>
                <a:gd name="connsiteY153" fmla="*/ 663575 h 2838450"/>
                <a:gd name="connsiteX154" fmla="*/ 196850 w 2546350"/>
                <a:gd name="connsiteY154" fmla="*/ 704850 h 2838450"/>
                <a:gd name="connsiteX155" fmla="*/ 266700 w 2546350"/>
                <a:gd name="connsiteY155" fmla="*/ 596900 h 2838450"/>
                <a:gd name="connsiteX156" fmla="*/ 301625 w 2546350"/>
                <a:gd name="connsiteY156" fmla="*/ 657225 h 2838450"/>
                <a:gd name="connsiteX157" fmla="*/ 396875 w 2546350"/>
                <a:gd name="connsiteY157" fmla="*/ 647700 h 2838450"/>
                <a:gd name="connsiteX158" fmla="*/ 425450 w 2546350"/>
                <a:gd name="connsiteY158" fmla="*/ 193675 h 2838450"/>
                <a:gd name="connsiteX159" fmla="*/ 422275 w 2546350"/>
                <a:gd name="connsiteY159" fmla="*/ 139700 h 2838450"/>
                <a:gd name="connsiteX160" fmla="*/ 514350 w 2546350"/>
                <a:gd name="connsiteY160" fmla="*/ 0 h 2838450"/>
                <a:gd name="connsiteX0" fmla="*/ 523875 w 2546350"/>
                <a:gd name="connsiteY0" fmla="*/ 0 h 2828925"/>
                <a:gd name="connsiteX1" fmla="*/ 558800 w 2546350"/>
                <a:gd name="connsiteY1" fmla="*/ 57150 h 2828925"/>
                <a:gd name="connsiteX2" fmla="*/ 625475 w 2546350"/>
                <a:gd name="connsiteY2" fmla="*/ 66675 h 2828925"/>
                <a:gd name="connsiteX3" fmla="*/ 638175 w 2546350"/>
                <a:gd name="connsiteY3" fmla="*/ 60325 h 2828925"/>
                <a:gd name="connsiteX4" fmla="*/ 660400 w 2546350"/>
                <a:gd name="connsiteY4" fmla="*/ 133350 h 2828925"/>
                <a:gd name="connsiteX5" fmla="*/ 708025 w 2546350"/>
                <a:gd name="connsiteY5" fmla="*/ 228600 h 2828925"/>
                <a:gd name="connsiteX6" fmla="*/ 708025 w 2546350"/>
                <a:gd name="connsiteY6" fmla="*/ 260350 h 2828925"/>
                <a:gd name="connsiteX7" fmla="*/ 850900 w 2546350"/>
                <a:gd name="connsiteY7" fmla="*/ 295275 h 2828925"/>
                <a:gd name="connsiteX8" fmla="*/ 895350 w 2546350"/>
                <a:gd name="connsiteY8" fmla="*/ 292100 h 2828925"/>
                <a:gd name="connsiteX9" fmla="*/ 958850 w 2546350"/>
                <a:gd name="connsiteY9" fmla="*/ 314325 h 2828925"/>
                <a:gd name="connsiteX10" fmla="*/ 1000125 w 2546350"/>
                <a:gd name="connsiteY10" fmla="*/ 339725 h 2828925"/>
                <a:gd name="connsiteX11" fmla="*/ 1003300 w 2546350"/>
                <a:gd name="connsiteY11" fmla="*/ 466725 h 2828925"/>
                <a:gd name="connsiteX12" fmla="*/ 1076325 w 2546350"/>
                <a:gd name="connsiteY12" fmla="*/ 527050 h 2828925"/>
                <a:gd name="connsiteX13" fmla="*/ 1092200 w 2546350"/>
                <a:gd name="connsiteY13" fmla="*/ 615950 h 2828925"/>
                <a:gd name="connsiteX14" fmla="*/ 1066800 w 2546350"/>
                <a:gd name="connsiteY14" fmla="*/ 758825 h 2828925"/>
                <a:gd name="connsiteX15" fmla="*/ 1177925 w 2546350"/>
                <a:gd name="connsiteY15" fmla="*/ 768350 h 2828925"/>
                <a:gd name="connsiteX16" fmla="*/ 1219200 w 2546350"/>
                <a:gd name="connsiteY16" fmla="*/ 860425 h 2828925"/>
                <a:gd name="connsiteX17" fmla="*/ 1289050 w 2546350"/>
                <a:gd name="connsiteY17" fmla="*/ 863600 h 2828925"/>
                <a:gd name="connsiteX18" fmla="*/ 1330325 w 2546350"/>
                <a:gd name="connsiteY18" fmla="*/ 844550 h 2828925"/>
                <a:gd name="connsiteX19" fmla="*/ 1343025 w 2546350"/>
                <a:gd name="connsiteY19" fmla="*/ 889000 h 2828925"/>
                <a:gd name="connsiteX20" fmla="*/ 1416050 w 2546350"/>
                <a:gd name="connsiteY20" fmla="*/ 863600 h 2828925"/>
                <a:gd name="connsiteX21" fmla="*/ 1450975 w 2546350"/>
                <a:gd name="connsiteY21" fmla="*/ 885825 h 2828925"/>
                <a:gd name="connsiteX22" fmla="*/ 1533525 w 2546350"/>
                <a:gd name="connsiteY22" fmla="*/ 781050 h 2828925"/>
                <a:gd name="connsiteX23" fmla="*/ 1597025 w 2546350"/>
                <a:gd name="connsiteY23" fmla="*/ 749300 h 2828925"/>
                <a:gd name="connsiteX24" fmla="*/ 1660525 w 2546350"/>
                <a:gd name="connsiteY24" fmla="*/ 758825 h 2828925"/>
                <a:gd name="connsiteX25" fmla="*/ 1670050 w 2546350"/>
                <a:gd name="connsiteY25" fmla="*/ 857250 h 2828925"/>
                <a:gd name="connsiteX26" fmla="*/ 1739900 w 2546350"/>
                <a:gd name="connsiteY26" fmla="*/ 968375 h 2828925"/>
                <a:gd name="connsiteX27" fmla="*/ 1717675 w 2546350"/>
                <a:gd name="connsiteY27" fmla="*/ 1050925 h 2828925"/>
                <a:gd name="connsiteX28" fmla="*/ 1727200 w 2546350"/>
                <a:gd name="connsiteY28" fmla="*/ 1089025 h 2828925"/>
                <a:gd name="connsiteX29" fmla="*/ 1838325 w 2546350"/>
                <a:gd name="connsiteY29" fmla="*/ 1089025 h 2828925"/>
                <a:gd name="connsiteX30" fmla="*/ 1841500 w 2546350"/>
                <a:gd name="connsiteY30" fmla="*/ 1127125 h 2828925"/>
                <a:gd name="connsiteX31" fmla="*/ 1905000 w 2546350"/>
                <a:gd name="connsiteY31" fmla="*/ 1136650 h 2828925"/>
                <a:gd name="connsiteX32" fmla="*/ 1905000 w 2546350"/>
                <a:gd name="connsiteY32" fmla="*/ 1136650 h 2828925"/>
                <a:gd name="connsiteX33" fmla="*/ 1993900 w 2546350"/>
                <a:gd name="connsiteY33" fmla="*/ 1146175 h 2828925"/>
                <a:gd name="connsiteX34" fmla="*/ 2000250 w 2546350"/>
                <a:gd name="connsiteY34" fmla="*/ 1073150 h 2828925"/>
                <a:gd name="connsiteX35" fmla="*/ 2022475 w 2546350"/>
                <a:gd name="connsiteY35" fmla="*/ 1057275 h 2828925"/>
                <a:gd name="connsiteX36" fmla="*/ 2095500 w 2546350"/>
                <a:gd name="connsiteY36" fmla="*/ 1089025 h 2828925"/>
                <a:gd name="connsiteX37" fmla="*/ 2098675 w 2546350"/>
                <a:gd name="connsiteY37" fmla="*/ 1120775 h 2828925"/>
                <a:gd name="connsiteX38" fmla="*/ 2127250 w 2546350"/>
                <a:gd name="connsiteY38" fmla="*/ 1089025 h 2828925"/>
                <a:gd name="connsiteX39" fmla="*/ 2168525 w 2546350"/>
                <a:gd name="connsiteY39" fmla="*/ 1136650 h 2828925"/>
                <a:gd name="connsiteX40" fmla="*/ 2184400 w 2546350"/>
                <a:gd name="connsiteY40" fmla="*/ 1165225 h 2828925"/>
                <a:gd name="connsiteX41" fmla="*/ 2219325 w 2546350"/>
                <a:gd name="connsiteY41" fmla="*/ 1171575 h 2828925"/>
                <a:gd name="connsiteX42" fmla="*/ 2292350 w 2546350"/>
                <a:gd name="connsiteY42" fmla="*/ 1193800 h 2828925"/>
                <a:gd name="connsiteX43" fmla="*/ 2336800 w 2546350"/>
                <a:gd name="connsiteY43" fmla="*/ 1171575 h 2828925"/>
                <a:gd name="connsiteX44" fmla="*/ 2339975 w 2546350"/>
                <a:gd name="connsiteY44" fmla="*/ 1031875 h 2828925"/>
                <a:gd name="connsiteX45" fmla="*/ 2365375 w 2546350"/>
                <a:gd name="connsiteY45" fmla="*/ 1009650 h 2828925"/>
                <a:gd name="connsiteX46" fmla="*/ 2397125 w 2546350"/>
                <a:gd name="connsiteY46" fmla="*/ 1038225 h 2828925"/>
                <a:gd name="connsiteX47" fmla="*/ 2381250 w 2546350"/>
                <a:gd name="connsiteY47" fmla="*/ 1136650 h 2828925"/>
                <a:gd name="connsiteX48" fmla="*/ 2413000 w 2546350"/>
                <a:gd name="connsiteY48" fmla="*/ 1152525 h 2828925"/>
                <a:gd name="connsiteX49" fmla="*/ 2413000 w 2546350"/>
                <a:gd name="connsiteY49" fmla="*/ 1184275 h 2828925"/>
                <a:gd name="connsiteX50" fmla="*/ 2374900 w 2546350"/>
                <a:gd name="connsiteY50" fmla="*/ 1196975 h 2828925"/>
                <a:gd name="connsiteX51" fmla="*/ 2400300 w 2546350"/>
                <a:gd name="connsiteY51" fmla="*/ 1260475 h 2828925"/>
                <a:gd name="connsiteX52" fmla="*/ 2393950 w 2546350"/>
                <a:gd name="connsiteY52" fmla="*/ 1301750 h 2828925"/>
                <a:gd name="connsiteX53" fmla="*/ 2393950 w 2546350"/>
                <a:gd name="connsiteY53" fmla="*/ 1355725 h 2828925"/>
                <a:gd name="connsiteX54" fmla="*/ 2419350 w 2546350"/>
                <a:gd name="connsiteY54" fmla="*/ 1362075 h 2828925"/>
                <a:gd name="connsiteX55" fmla="*/ 2406650 w 2546350"/>
                <a:gd name="connsiteY55" fmla="*/ 1419225 h 2828925"/>
                <a:gd name="connsiteX56" fmla="*/ 2413000 w 2546350"/>
                <a:gd name="connsiteY56" fmla="*/ 1454150 h 2828925"/>
                <a:gd name="connsiteX57" fmla="*/ 2432050 w 2546350"/>
                <a:gd name="connsiteY57" fmla="*/ 1454150 h 2828925"/>
                <a:gd name="connsiteX58" fmla="*/ 2403475 w 2546350"/>
                <a:gd name="connsiteY58" fmla="*/ 1517650 h 2828925"/>
                <a:gd name="connsiteX59" fmla="*/ 2435225 w 2546350"/>
                <a:gd name="connsiteY59" fmla="*/ 1555750 h 2828925"/>
                <a:gd name="connsiteX60" fmla="*/ 2457450 w 2546350"/>
                <a:gd name="connsiteY60" fmla="*/ 1552575 h 2828925"/>
                <a:gd name="connsiteX61" fmla="*/ 2460625 w 2546350"/>
                <a:gd name="connsiteY61" fmla="*/ 1584325 h 2828925"/>
                <a:gd name="connsiteX62" fmla="*/ 2416175 w 2546350"/>
                <a:gd name="connsiteY62" fmla="*/ 1600200 h 2828925"/>
                <a:gd name="connsiteX63" fmla="*/ 2432050 w 2546350"/>
                <a:gd name="connsiteY63" fmla="*/ 1619250 h 2828925"/>
                <a:gd name="connsiteX64" fmla="*/ 2470150 w 2546350"/>
                <a:gd name="connsiteY64" fmla="*/ 1638300 h 2828925"/>
                <a:gd name="connsiteX65" fmla="*/ 2466975 w 2546350"/>
                <a:gd name="connsiteY65" fmla="*/ 1666875 h 2828925"/>
                <a:gd name="connsiteX66" fmla="*/ 2495550 w 2546350"/>
                <a:gd name="connsiteY66" fmla="*/ 1682750 h 2828925"/>
                <a:gd name="connsiteX67" fmla="*/ 2527300 w 2546350"/>
                <a:gd name="connsiteY67" fmla="*/ 1657350 h 2828925"/>
                <a:gd name="connsiteX68" fmla="*/ 2533650 w 2546350"/>
                <a:gd name="connsiteY68" fmla="*/ 1685925 h 2828925"/>
                <a:gd name="connsiteX69" fmla="*/ 2546350 w 2546350"/>
                <a:gd name="connsiteY69" fmla="*/ 1724025 h 2828925"/>
                <a:gd name="connsiteX70" fmla="*/ 2495550 w 2546350"/>
                <a:gd name="connsiteY70" fmla="*/ 1720850 h 2828925"/>
                <a:gd name="connsiteX71" fmla="*/ 2466975 w 2546350"/>
                <a:gd name="connsiteY71" fmla="*/ 1724025 h 2828925"/>
                <a:gd name="connsiteX72" fmla="*/ 2432050 w 2546350"/>
                <a:gd name="connsiteY72" fmla="*/ 1704975 h 2828925"/>
                <a:gd name="connsiteX73" fmla="*/ 2365375 w 2546350"/>
                <a:gd name="connsiteY73" fmla="*/ 1736725 h 2828925"/>
                <a:gd name="connsiteX74" fmla="*/ 2330450 w 2546350"/>
                <a:gd name="connsiteY74" fmla="*/ 1762125 h 2828925"/>
                <a:gd name="connsiteX75" fmla="*/ 2327275 w 2546350"/>
                <a:gd name="connsiteY75" fmla="*/ 1803400 h 2828925"/>
                <a:gd name="connsiteX76" fmla="*/ 2308225 w 2546350"/>
                <a:gd name="connsiteY76" fmla="*/ 1825625 h 2828925"/>
                <a:gd name="connsiteX77" fmla="*/ 2254250 w 2546350"/>
                <a:gd name="connsiteY77" fmla="*/ 1828800 h 2828925"/>
                <a:gd name="connsiteX78" fmla="*/ 2251075 w 2546350"/>
                <a:gd name="connsiteY78" fmla="*/ 1930400 h 2828925"/>
                <a:gd name="connsiteX79" fmla="*/ 2273300 w 2546350"/>
                <a:gd name="connsiteY79" fmla="*/ 2044700 h 2828925"/>
                <a:gd name="connsiteX80" fmla="*/ 2270125 w 2546350"/>
                <a:gd name="connsiteY80" fmla="*/ 2146300 h 2828925"/>
                <a:gd name="connsiteX81" fmla="*/ 2282825 w 2546350"/>
                <a:gd name="connsiteY81" fmla="*/ 2203450 h 2828925"/>
                <a:gd name="connsiteX82" fmla="*/ 2266950 w 2546350"/>
                <a:gd name="connsiteY82" fmla="*/ 2254250 h 2828925"/>
                <a:gd name="connsiteX83" fmla="*/ 2260600 w 2546350"/>
                <a:gd name="connsiteY83" fmla="*/ 2292350 h 2828925"/>
                <a:gd name="connsiteX84" fmla="*/ 2139950 w 2546350"/>
                <a:gd name="connsiteY84" fmla="*/ 2324100 h 2828925"/>
                <a:gd name="connsiteX85" fmla="*/ 2082800 w 2546350"/>
                <a:gd name="connsiteY85" fmla="*/ 2324100 h 2828925"/>
                <a:gd name="connsiteX86" fmla="*/ 2063750 w 2546350"/>
                <a:gd name="connsiteY86" fmla="*/ 2384425 h 2828925"/>
                <a:gd name="connsiteX87" fmla="*/ 1987550 w 2546350"/>
                <a:gd name="connsiteY87" fmla="*/ 2400300 h 2828925"/>
                <a:gd name="connsiteX88" fmla="*/ 1974850 w 2546350"/>
                <a:gd name="connsiteY88" fmla="*/ 2498725 h 2828925"/>
                <a:gd name="connsiteX89" fmla="*/ 1905000 w 2546350"/>
                <a:gd name="connsiteY89" fmla="*/ 2498725 h 2828925"/>
                <a:gd name="connsiteX90" fmla="*/ 1847850 w 2546350"/>
                <a:gd name="connsiteY90" fmla="*/ 2508250 h 2828925"/>
                <a:gd name="connsiteX91" fmla="*/ 1724025 w 2546350"/>
                <a:gd name="connsiteY91" fmla="*/ 2492375 h 2828925"/>
                <a:gd name="connsiteX92" fmla="*/ 1704975 w 2546350"/>
                <a:gd name="connsiteY92" fmla="*/ 2606675 h 2828925"/>
                <a:gd name="connsiteX93" fmla="*/ 1641475 w 2546350"/>
                <a:gd name="connsiteY93" fmla="*/ 2593975 h 2828925"/>
                <a:gd name="connsiteX94" fmla="*/ 1593850 w 2546350"/>
                <a:gd name="connsiteY94" fmla="*/ 2578100 h 2828925"/>
                <a:gd name="connsiteX95" fmla="*/ 1552575 w 2546350"/>
                <a:gd name="connsiteY95" fmla="*/ 2597150 h 2828925"/>
                <a:gd name="connsiteX96" fmla="*/ 1454150 w 2546350"/>
                <a:gd name="connsiteY96" fmla="*/ 2597150 h 2828925"/>
                <a:gd name="connsiteX97" fmla="*/ 1419225 w 2546350"/>
                <a:gd name="connsiteY97" fmla="*/ 2679700 h 2828925"/>
                <a:gd name="connsiteX98" fmla="*/ 1339850 w 2546350"/>
                <a:gd name="connsiteY98" fmla="*/ 2651125 h 2828925"/>
                <a:gd name="connsiteX99" fmla="*/ 1222375 w 2546350"/>
                <a:gd name="connsiteY99" fmla="*/ 2654300 h 2828925"/>
                <a:gd name="connsiteX100" fmla="*/ 1149350 w 2546350"/>
                <a:gd name="connsiteY100" fmla="*/ 2619375 h 2828925"/>
                <a:gd name="connsiteX101" fmla="*/ 1127125 w 2546350"/>
                <a:gd name="connsiteY101" fmla="*/ 2619375 h 2828925"/>
                <a:gd name="connsiteX102" fmla="*/ 1127125 w 2546350"/>
                <a:gd name="connsiteY102" fmla="*/ 2644775 h 2828925"/>
                <a:gd name="connsiteX103" fmla="*/ 1146175 w 2546350"/>
                <a:gd name="connsiteY103" fmla="*/ 2689225 h 2828925"/>
                <a:gd name="connsiteX104" fmla="*/ 1085850 w 2546350"/>
                <a:gd name="connsiteY104" fmla="*/ 2695575 h 2828925"/>
                <a:gd name="connsiteX105" fmla="*/ 1006475 w 2546350"/>
                <a:gd name="connsiteY105" fmla="*/ 2797175 h 2828925"/>
                <a:gd name="connsiteX106" fmla="*/ 958850 w 2546350"/>
                <a:gd name="connsiteY106" fmla="*/ 2797175 h 2828925"/>
                <a:gd name="connsiteX107" fmla="*/ 946150 w 2546350"/>
                <a:gd name="connsiteY107" fmla="*/ 2828925 h 2828925"/>
                <a:gd name="connsiteX108" fmla="*/ 758825 w 2546350"/>
                <a:gd name="connsiteY108" fmla="*/ 2787650 h 2828925"/>
                <a:gd name="connsiteX109" fmla="*/ 698500 w 2546350"/>
                <a:gd name="connsiteY109" fmla="*/ 2797175 h 2828925"/>
                <a:gd name="connsiteX110" fmla="*/ 657225 w 2546350"/>
                <a:gd name="connsiteY110" fmla="*/ 2787650 h 2828925"/>
                <a:gd name="connsiteX111" fmla="*/ 704850 w 2546350"/>
                <a:gd name="connsiteY111" fmla="*/ 2733675 h 2828925"/>
                <a:gd name="connsiteX112" fmla="*/ 704850 w 2546350"/>
                <a:gd name="connsiteY112" fmla="*/ 2695575 h 2828925"/>
                <a:gd name="connsiteX113" fmla="*/ 660400 w 2546350"/>
                <a:gd name="connsiteY113" fmla="*/ 2695575 h 2828925"/>
                <a:gd name="connsiteX114" fmla="*/ 708025 w 2546350"/>
                <a:gd name="connsiteY114" fmla="*/ 2543175 h 2828925"/>
                <a:gd name="connsiteX115" fmla="*/ 752475 w 2546350"/>
                <a:gd name="connsiteY115" fmla="*/ 2543175 h 2828925"/>
                <a:gd name="connsiteX116" fmla="*/ 809625 w 2546350"/>
                <a:gd name="connsiteY116" fmla="*/ 2400300 h 2828925"/>
                <a:gd name="connsiteX117" fmla="*/ 866775 w 2546350"/>
                <a:gd name="connsiteY117" fmla="*/ 2400300 h 2828925"/>
                <a:gd name="connsiteX118" fmla="*/ 885825 w 2546350"/>
                <a:gd name="connsiteY118" fmla="*/ 2308225 h 2828925"/>
                <a:gd name="connsiteX119" fmla="*/ 850900 w 2546350"/>
                <a:gd name="connsiteY119" fmla="*/ 2247900 h 2828925"/>
                <a:gd name="connsiteX120" fmla="*/ 815975 w 2546350"/>
                <a:gd name="connsiteY120" fmla="*/ 2301875 h 2828925"/>
                <a:gd name="connsiteX121" fmla="*/ 749300 w 2546350"/>
                <a:gd name="connsiteY121" fmla="*/ 2276475 h 2828925"/>
                <a:gd name="connsiteX122" fmla="*/ 720725 w 2546350"/>
                <a:gd name="connsiteY122" fmla="*/ 2279650 h 2828925"/>
                <a:gd name="connsiteX123" fmla="*/ 685800 w 2546350"/>
                <a:gd name="connsiteY123" fmla="*/ 2209800 h 2828925"/>
                <a:gd name="connsiteX124" fmla="*/ 746125 w 2546350"/>
                <a:gd name="connsiteY124" fmla="*/ 2162175 h 2828925"/>
                <a:gd name="connsiteX125" fmla="*/ 447675 w 2546350"/>
                <a:gd name="connsiteY125" fmla="*/ 1968500 h 2828925"/>
                <a:gd name="connsiteX126" fmla="*/ 479425 w 2546350"/>
                <a:gd name="connsiteY126" fmla="*/ 1908175 h 2828925"/>
                <a:gd name="connsiteX127" fmla="*/ 517525 w 2546350"/>
                <a:gd name="connsiteY127" fmla="*/ 1908175 h 2828925"/>
                <a:gd name="connsiteX128" fmla="*/ 473075 w 2546350"/>
                <a:gd name="connsiteY128" fmla="*/ 1825625 h 2828925"/>
                <a:gd name="connsiteX129" fmla="*/ 469900 w 2546350"/>
                <a:gd name="connsiteY129" fmla="*/ 1600200 h 2828925"/>
                <a:gd name="connsiteX130" fmla="*/ 377825 w 2546350"/>
                <a:gd name="connsiteY130" fmla="*/ 1600200 h 2828925"/>
                <a:gd name="connsiteX131" fmla="*/ 342900 w 2546350"/>
                <a:gd name="connsiteY131" fmla="*/ 1631950 h 2828925"/>
                <a:gd name="connsiteX132" fmla="*/ 285750 w 2546350"/>
                <a:gd name="connsiteY132" fmla="*/ 1587500 h 2828925"/>
                <a:gd name="connsiteX133" fmla="*/ 152400 w 2546350"/>
                <a:gd name="connsiteY133" fmla="*/ 1663700 h 2828925"/>
                <a:gd name="connsiteX134" fmla="*/ 73025 w 2546350"/>
                <a:gd name="connsiteY134" fmla="*/ 1641475 h 2828925"/>
                <a:gd name="connsiteX135" fmla="*/ 95250 w 2546350"/>
                <a:gd name="connsiteY135" fmla="*/ 1558925 h 2828925"/>
                <a:gd name="connsiteX136" fmla="*/ 98425 w 2546350"/>
                <a:gd name="connsiteY136" fmla="*/ 1514475 h 2828925"/>
                <a:gd name="connsiteX137" fmla="*/ 53975 w 2546350"/>
                <a:gd name="connsiteY137" fmla="*/ 1498600 h 2828925"/>
                <a:gd name="connsiteX138" fmla="*/ 114300 w 2546350"/>
                <a:gd name="connsiteY138" fmla="*/ 1422400 h 2828925"/>
                <a:gd name="connsiteX139" fmla="*/ 152400 w 2546350"/>
                <a:gd name="connsiteY139" fmla="*/ 1425575 h 2828925"/>
                <a:gd name="connsiteX140" fmla="*/ 168275 w 2546350"/>
                <a:gd name="connsiteY140" fmla="*/ 1412875 h 2828925"/>
                <a:gd name="connsiteX141" fmla="*/ 117475 w 2546350"/>
                <a:gd name="connsiteY141" fmla="*/ 1304925 h 2828925"/>
                <a:gd name="connsiteX142" fmla="*/ 171450 w 2546350"/>
                <a:gd name="connsiteY142" fmla="*/ 1244600 h 2828925"/>
                <a:gd name="connsiteX143" fmla="*/ 146050 w 2546350"/>
                <a:gd name="connsiteY143" fmla="*/ 1206500 h 2828925"/>
                <a:gd name="connsiteX144" fmla="*/ 193675 w 2546350"/>
                <a:gd name="connsiteY144" fmla="*/ 1127125 h 2828925"/>
                <a:gd name="connsiteX145" fmla="*/ 161925 w 2546350"/>
                <a:gd name="connsiteY145" fmla="*/ 1117600 h 2828925"/>
                <a:gd name="connsiteX146" fmla="*/ 95250 w 2546350"/>
                <a:gd name="connsiteY146" fmla="*/ 1104900 h 2828925"/>
                <a:gd name="connsiteX147" fmla="*/ 146050 w 2546350"/>
                <a:gd name="connsiteY147" fmla="*/ 955675 h 2828925"/>
                <a:gd name="connsiteX148" fmla="*/ 60325 w 2546350"/>
                <a:gd name="connsiteY148" fmla="*/ 958850 h 2828925"/>
                <a:gd name="connsiteX149" fmla="*/ 60325 w 2546350"/>
                <a:gd name="connsiteY149" fmla="*/ 885825 h 2828925"/>
                <a:gd name="connsiteX150" fmla="*/ 95250 w 2546350"/>
                <a:gd name="connsiteY150" fmla="*/ 844550 h 2828925"/>
                <a:gd name="connsiteX151" fmla="*/ 0 w 2546350"/>
                <a:gd name="connsiteY151" fmla="*/ 695325 h 2828925"/>
                <a:gd name="connsiteX152" fmla="*/ 44450 w 2546350"/>
                <a:gd name="connsiteY152" fmla="*/ 635000 h 2828925"/>
                <a:gd name="connsiteX153" fmla="*/ 146050 w 2546350"/>
                <a:gd name="connsiteY153" fmla="*/ 654050 h 2828925"/>
                <a:gd name="connsiteX154" fmla="*/ 196850 w 2546350"/>
                <a:gd name="connsiteY154" fmla="*/ 695325 h 2828925"/>
                <a:gd name="connsiteX155" fmla="*/ 266700 w 2546350"/>
                <a:gd name="connsiteY155" fmla="*/ 587375 h 2828925"/>
                <a:gd name="connsiteX156" fmla="*/ 301625 w 2546350"/>
                <a:gd name="connsiteY156" fmla="*/ 647700 h 2828925"/>
                <a:gd name="connsiteX157" fmla="*/ 396875 w 2546350"/>
                <a:gd name="connsiteY157" fmla="*/ 638175 h 2828925"/>
                <a:gd name="connsiteX158" fmla="*/ 425450 w 2546350"/>
                <a:gd name="connsiteY158" fmla="*/ 184150 h 2828925"/>
                <a:gd name="connsiteX159" fmla="*/ 422275 w 2546350"/>
                <a:gd name="connsiteY159" fmla="*/ 130175 h 2828925"/>
                <a:gd name="connsiteX160" fmla="*/ 523875 w 2546350"/>
                <a:gd name="connsiteY160" fmla="*/ 0 h 2828925"/>
                <a:gd name="connsiteX0" fmla="*/ 523875 w 2546350"/>
                <a:gd name="connsiteY0" fmla="*/ 0 h 2828925"/>
                <a:gd name="connsiteX1" fmla="*/ 558800 w 2546350"/>
                <a:gd name="connsiteY1" fmla="*/ 57150 h 2828925"/>
                <a:gd name="connsiteX2" fmla="*/ 625475 w 2546350"/>
                <a:gd name="connsiteY2" fmla="*/ 66675 h 2828925"/>
                <a:gd name="connsiteX3" fmla="*/ 638175 w 2546350"/>
                <a:gd name="connsiteY3" fmla="*/ 60325 h 2828925"/>
                <a:gd name="connsiteX4" fmla="*/ 660400 w 2546350"/>
                <a:gd name="connsiteY4" fmla="*/ 133350 h 2828925"/>
                <a:gd name="connsiteX5" fmla="*/ 708025 w 2546350"/>
                <a:gd name="connsiteY5" fmla="*/ 228600 h 2828925"/>
                <a:gd name="connsiteX6" fmla="*/ 708025 w 2546350"/>
                <a:gd name="connsiteY6" fmla="*/ 260350 h 2828925"/>
                <a:gd name="connsiteX7" fmla="*/ 850900 w 2546350"/>
                <a:gd name="connsiteY7" fmla="*/ 295275 h 2828925"/>
                <a:gd name="connsiteX8" fmla="*/ 895350 w 2546350"/>
                <a:gd name="connsiteY8" fmla="*/ 292100 h 2828925"/>
                <a:gd name="connsiteX9" fmla="*/ 958850 w 2546350"/>
                <a:gd name="connsiteY9" fmla="*/ 314325 h 2828925"/>
                <a:gd name="connsiteX10" fmla="*/ 1000125 w 2546350"/>
                <a:gd name="connsiteY10" fmla="*/ 339725 h 2828925"/>
                <a:gd name="connsiteX11" fmla="*/ 1003300 w 2546350"/>
                <a:gd name="connsiteY11" fmla="*/ 466725 h 2828925"/>
                <a:gd name="connsiteX12" fmla="*/ 1076325 w 2546350"/>
                <a:gd name="connsiteY12" fmla="*/ 527050 h 2828925"/>
                <a:gd name="connsiteX13" fmla="*/ 1092200 w 2546350"/>
                <a:gd name="connsiteY13" fmla="*/ 615950 h 2828925"/>
                <a:gd name="connsiteX14" fmla="*/ 1066800 w 2546350"/>
                <a:gd name="connsiteY14" fmla="*/ 758825 h 2828925"/>
                <a:gd name="connsiteX15" fmla="*/ 1177925 w 2546350"/>
                <a:gd name="connsiteY15" fmla="*/ 768350 h 2828925"/>
                <a:gd name="connsiteX16" fmla="*/ 1219200 w 2546350"/>
                <a:gd name="connsiteY16" fmla="*/ 860425 h 2828925"/>
                <a:gd name="connsiteX17" fmla="*/ 1289050 w 2546350"/>
                <a:gd name="connsiteY17" fmla="*/ 863600 h 2828925"/>
                <a:gd name="connsiteX18" fmla="*/ 1330325 w 2546350"/>
                <a:gd name="connsiteY18" fmla="*/ 844550 h 2828925"/>
                <a:gd name="connsiteX19" fmla="*/ 1343025 w 2546350"/>
                <a:gd name="connsiteY19" fmla="*/ 889000 h 2828925"/>
                <a:gd name="connsiteX20" fmla="*/ 1416050 w 2546350"/>
                <a:gd name="connsiteY20" fmla="*/ 863600 h 2828925"/>
                <a:gd name="connsiteX21" fmla="*/ 1450975 w 2546350"/>
                <a:gd name="connsiteY21" fmla="*/ 885825 h 2828925"/>
                <a:gd name="connsiteX22" fmla="*/ 1533525 w 2546350"/>
                <a:gd name="connsiteY22" fmla="*/ 781050 h 2828925"/>
                <a:gd name="connsiteX23" fmla="*/ 1597025 w 2546350"/>
                <a:gd name="connsiteY23" fmla="*/ 749300 h 2828925"/>
                <a:gd name="connsiteX24" fmla="*/ 1660525 w 2546350"/>
                <a:gd name="connsiteY24" fmla="*/ 758825 h 2828925"/>
                <a:gd name="connsiteX25" fmla="*/ 1670050 w 2546350"/>
                <a:gd name="connsiteY25" fmla="*/ 857250 h 2828925"/>
                <a:gd name="connsiteX26" fmla="*/ 1739900 w 2546350"/>
                <a:gd name="connsiteY26" fmla="*/ 968375 h 2828925"/>
                <a:gd name="connsiteX27" fmla="*/ 1717675 w 2546350"/>
                <a:gd name="connsiteY27" fmla="*/ 1050925 h 2828925"/>
                <a:gd name="connsiteX28" fmla="*/ 1727200 w 2546350"/>
                <a:gd name="connsiteY28" fmla="*/ 1089025 h 2828925"/>
                <a:gd name="connsiteX29" fmla="*/ 1838325 w 2546350"/>
                <a:gd name="connsiteY29" fmla="*/ 1089025 h 2828925"/>
                <a:gd name="connsiteX30" fmla="*/ 1841500 w 2546350"/>
                <a:gd name="connsiteY30" fmla="*/ 1127125 h 2828925"/>
                <a:gd name="connsiteX31" fmla="*/ 1905000 w 2546350"/>
                <a:gd name="connsiteY31" fmla="*/ 1136650 h 2828925"/>
                <a:gd name="connsiteX32" fmla="*/ 1905000 w 2546350"/>
                <a:gd name="connsiteY32" fmla="*/ 1136650 h 2828925"/>
                <a:gd name="connsiteX33" fmla="*/ 1993900 w 2546350"/>
                <a:gd name="connsiteY33" fmla="*/ 1146175 h 2828925"/>
                <a:gd name="connsiteX34" fmla="*/ 2000250 w 2546350"/>
                <a:gd name="connsiteY34" fmla="*/ 1073150 h 2828925"/>
                <a:gd name="connsiteX35" fmla="*/ 2022475 w 2546350"/>
                <a:gd name="connsiteY35" fmla="*/ 1057275 h 2828925"/>
                <a:gd name="connsiteX36" fmla="*/ 2095500 w 2546350"/>
                <a:gd name="connsiteY36" fmla="*/ 1089025 h 2828925"/>
                <a:gd name="connsiteX37" fmla="*/ 2098675 w 2546350"/>
                <a:gd name="connsiteY37" fmla="*/ 1120775 h 2828925"/>
                <a:gd name="connsiteX38" fmla="*/ 2127250 w 2546350"/>
                <a:gd name="connsiteY38" fmla="*/ 1089025 h 2828925"/>
                <a:gd name="connsiteX39" fmla="*/ 2168525 w 2546350"/>
                <a:gd name="connsiteY39" fmla="*/ 1136650 h 2828925"/>
                <a:gd name="connsiteX40" fmla="*/ 2184400 w 2546350"/>
                <a:gd name="connsiteY40" fmla="*/ 1165225 h 2828925"/>
                <a:gd name="connsiteX41" fmla="*/ 2219325 w 2546350"/>
                <a:gd name="connsiteY41" fmla="*/ 1171575 h 2828925"/>
                <a:gd name="connsiteX42" fmla="*/ 2292350 w 2546350"/>
                <a:gd name="connsiteY42" fmla="*/ 1193800 h 2828925"/>
                <a:gd name="connsiteX43" fmla="*/ 2336800 w 2546350"/>
                <a:gd name="connsiteY43" fmla="*/ 1171575 h 2828925"/>
                <a:gd name="connsiteX44" fmla="*/ 2339975 w 2546350"/>
                <a:gd name="connsiteY44" fmla="*/ 1031875 h 2828925"/>
                <a:gd name="connsiteX45" fmla="*/ 2365375 w 2546350"/>
                <a:gd name="connsiteY45" fmla="*/ 1009650 h 2828925"/>
                <a:gd name="connsiteX46" fmla="*/ 2397125 w 2546350"/>
                <a:gd name="connsiteY46" fmla="*/ 1038225 h 2828925"/>
                <a:gd name="connsiteX47" fmla="*/ 2381250 w 2546350"/>
                <a:gd name="connsiteY47" fmla="*/ 1136650 h 2828925"/>
                <a:gd name="connsiteX48" fmla="*/ 2413000 w 2546350"/>
                <a:gd name="connsiteY48" fmla="*/ 1152525 h 2828925"/>
                <a:gd name="connsiteX49" fmla="*/ 2413000 w 2546350"/>
                <a:gd name="connsiteY49" fmla="*/ 1184275 h 2828925"/>
                <a:gd name="connsiteX50" fmla="*/ 2374900 w 2546350"/>
                <a:gd name="connsiteY50" fmla="*/ 1196975 h 2828925"/>
                <a:gd name="connsiteX51" fmla="*/ 2400300 w 2546350"/>
                <a:gd name="connsiteY51" fmla="*/ 1260475 h 2828925"/>
                <a:gd name="connsiteX52" fmla="*/ 2393950 w 2546350"/>
                <a:gd name="connsiteY52" fmla="*/ 1301750 h 2828925"/>
                <a:gd name="connsiteX53" fmla="*/ 2393950 w 2546350"/>
                <a:gd name="connsiteY53" fmla="*/ 1355725 h 2828925"/>
                <a:gd name="connsiteX54" fmla="*/ 2419350 w 2546350"/>
                <a:gd name="connsiteY54" fmla="*/ 1362075 h 2828925"/>
                <a:gd name="connsiteX55" fmla="*/ 2406650 w 2546350"/>
                <a:gd name="connsiteY55" fmla="*/ 1419225 h 2828925"/>
                <a:gd name="connsiteX56" fmla="*/ 2413000 w 2546350"/>
                <a:gd name="connsiteY56" fmla="*/ 1454150 h 2828925"/>
                <a:gd name="connsiteX57" fmla="*/ 2432050 w 2546350"/>
                <a:gd name="connsiteY57" fmla="*/ 1454150 h 2828925"/>
                <a:gd name="connsiteX58" fmla="*/ 2403475 w 2546350"/>
                <a:gd name="connsiteY58" fmla="*/ 1517650 h 2828925"/>
                <a:gd name="connsiteX59" fmla="*/ 2435225 w 2546350"/>
                <a:gd name="connsiteY59" fmla="*/ 1555750 h 2828925"/>
                <a:gd name="connsiteX60" fmla="*/ 2457450 w 2546350"/>
                <a:gd name="connsiteY60" fmla="*/ 1552575 h 2828925"/>
                <a:gd name="connsiteX61" fmla="*/ 2460625 w 2546350"/>
                <a:gd name="connsiteY61" fmla="*/ 1584325 h 2828925"/>
                <a:gd name="connsiteX62" fmla="*/ 2416175 w 2546350"/>
                <a:gd name="connsiteY62" fmla="*/ 1600200 h 2828925"/>
                <a:gd name="connsiteX63" fmla="*/ 2432050 w 2546350"/>
                <a:gd name="connsiteY63" fmla="*/ 1619250 h 2828925"/>
                <a:gd name="connsiteX64" fmla="*/ 2470150 w 2546350"/>
                <a:gd name="connsiteY64" fmla="*/ 1638300 h 2828925"/>
                <a:gd name="connsiteX65" fmla="*/ 2466975 w 2546350"/>
                <a:gd name="connsiteY65" fmla="*/ 1666875 h 2828925"/>
                <a:gd name="connsiteX66" fmla="*/ 2495550 w 2546350"/>
                <a:gd name="connsiteY66" fmla="*/ 1682750 h 2828925"/>
                <a:gd name="connsiteX67" fmla="*/ 2527300 w 2546350"/>
                <a:gd name="connsiteY67" fmla="*/ 1657350 h 2828925"/>
                <a:gd name="connsiteX68" fmla="*/ 2533650 w 2546350"/>
                <a:gd name="connsiteY68" fmla="*/ 1685925 h 2828925"/>
                <a:gd name="connsiteX69" fmla="*/ 2546350 w 2546350"/>
                <a:gd name="connsiteY69" fmla="*/ 1724025 h 2828925"/>
                <a:gd name="connsiteX70" fmla="*/ 2495550 w 2546350"/>
                <a:gd name="connsiteY70" fmla="*/ 1720850 h 2828925"/>
                <a:gd name="connsiteX71" fmla="*/ 2466975 w 2546350"/>
                <a:gd name="connsiteY71" fmla="*/ 1724025 h 2828925"/>
                <a:gd name="connsiteX72" fmla="*/ 2432050 w 2546350"/>
                <a:gd name="connsiteY72" fmla="*/ 1704975 h 2828925"/>
                <a:gd name="connsiteX73" fmla="*/ 2365375 w 2546350"/>
                <a:gd name="connsiteY73" fmla="*/ 1736725 h 2828925"/>
                <a:gd name="connsiteX74" fmla="*/ 2330450 w 2546350"/>
                <a:gd name="connsiteY74" fmla="*/ 1762125 h 2828925"/>
                <a:gd name="connsiteX75" fmla="*/ 2327275 w 2546350"/>
                <a:gd name="connsiteY75" fmla="*/ 1803400 h 2828925"/>
                <a:gd name="connsiteX76" fmla="*/ 2308225 w 2546350"/>
                <a:gd name="connsiteY76" fmla="*/ 1825625 h 2828925"/>
                <a:gd name="connsiteX77" fmla="*/ 2254250 w 2546350"/>
                <a:gd name="connsiteY77" fmla="*/ 1828800 h 2828925"/>
                <a:gd name="connsiteX78" fmla="*/ 2251075 w 2546350"/>
                <a:gd name="connsiteY78" fmla="*/ 1930400 h 2828925"/>
                <a:gd name="connsiteX79" fmla="*/ 2273300 w 2546350"/>
                <a:gd name="connsiteY79" fmla="*/ 2044700 h 2828925"/>
                <a:gd name="connsiteX80" fmla="*/ 2270125 w 2546350"/>
                <a:gd name="connsiteY80" fmla="*/ 2146300 h 2828925"/>
                <a:gd name="connsiteX81" fmla="*/ 2282825 w 2546350"/>
                <a:gd name="connsiteY81" fmla="*/ 2203450 h 2828925"/>
                <a:gd name="connsiteX82" fmla="*/ 2266950 w 2546350"/>
                <a:gd name="connsiteY82" fmla="*/ 2254250 h 2828925"/>
                <a:gd name="connsiteX83" fmla="*/ 2260600 w 2546350"/>
                <a:gd name="connsiteY83" fmla="*/ 2292350 h 2828925"/>
                <a:gd name="connsiteX84" fmla="*/ 2139950 w 2546350"/>
                <a:gd name="connsiteY84" fmla="*/ 2324100 h 2828925"/>
                <a:gd name="connsiteX85" fmla="*/ 2082800 w 2546350"/>
                <a:gd name="connsiteY85" fmla="*/ 2324100 h 2828925"/>
                <a:gd name="connsiteX86" fmla="*/ 2063750 w 2546350"/>
                <a:gd name="connsiteY86" fmla="*/ 2384425 h 2828925"/>
                <a:gd name="connsiteX87" fmla="*/ 1987550 w 2546350"/>
                <a:gd name="connsiteY87" fmla="*/ 2400300 h 2828925"/>
                <a:gd name="connsiteX88" fmla="*/ 1974850 w 2546350"/>
                <a:gd name="connsiteY88" fmla="*/ 2498725 h 2828925"/>
                <a:gd name="connsiteX89" fmla="*/ 1905000 w 2546350"/>
                <a:gd name="connsiteY89" fmla="*/ 2498725 h 2828925"/>
                <a:gd name="connsiteX90" fmla="*/ 1847850 w 2546350"/>
                <a:gd name="connsiteY90" fmla="*/ 2508250 h 2828925"/>
                <a:gd name="connsiteX91" fmla="*/ 1724025 w 2546350"/>
                <a:gd name="connsiteY91" fmla="*/ 2492375 h 2828925"/>
                <a:gd name="connsiteX92" fmla="*/ 1704975 w 2546350"/>
                <a:gd name="connsiteY92" fmla="*/ 2606675 h 2828925"/>
                <a:gd name="connsiteX93" fmla="*/ 1641475 w 2546350"/>
                <a:gd name="connsiteY93" fmla="*/ 2593975 h 2828925"/>
                <a:gd name="connsiteX94" fmla="*/ 1593850 w 2546350"/>
                <a:gd name="connsiteY94" fmla="*/ 2578100 h 2828925"/>
                <a:gd name="connsiteX95" fmla="*/ 1552575 w 2546350"/>
                <a:gd name="connsiteY95" fmla="*/ 2597150 h 2828925"/>
                <a:gd name="connsiteX96" fmla="*/ 1454150 w 2546350"/>
                <a:gd name="connsiteY96" fmla="*/ 2597150 h 2828925"/>
                <a:gd name="connsiteX97" fmla="*/ 1419225 w 2546350"/>
                <a:gd name="connsiteY97" fmla="*/ 2679700 h 2828925"/>
                <a:gd name="connsiteX98" fmla="*/ 1339850 w 2546350"/>
                <a:gd name="connsiteY98" fmla="*/ 2651125 h 2828925"/>
                <a:gd name="connsiteX99" fmla="*/ 1222375 w 2546350"/>
                <a:gd name="connsiteY99" fmla="*/ 2654300 h 2828925"/>
                <a:gd name="connsiteX100" fmla="*/ 1149350 w 2546350"/>
                <a:gd name="connsiteY100" fmla="*/ 2619375 h 2828925"/>
                <a:gd name="connsiteX101" fmla="*/ 1127125 w 2546350"/>
                <a:gd name="connsiteY101" fmla="*/ 2619375 h 2828925"/>
                <a:gd name="connsiteX102" fmla="*/ 1127125 w 2546350"/>
                <a:gd name="connsiteY102" fmla="*/ 2644775 h 2828925"/>
                <a:gd name="connsiteX103" fmla="*/ 1146175 w 2546350"/>
                <a:gd name="connsiteY103" fmla="*/ 2689225 h 2828925"/>
                <a:gd name="connsiteX104" fmla="*/ 1085850 w 2546350"/>
                <a:gd name="connsiteY104" fmla="*/ 2695575 h 2828925"/>
                <a:gd name="connsiteX105" fmla="*/ 1006475 w 2546350"/>
                <a:gd name="connsiteY105" fmla="*/ 2797175 h 2828925"/>
                <a:gd name="connsiteX106" fmla="*/ 958850 w 2546350"/>
                <a:gd name="connsiteY106" fmla="*/ 2797175 h 2828925"/>
                <a:gd name="connsiteX107" fmla="*/ 946150 w 2546350"/>
                <a:gd name="connsiteY107" fmla="*/ 2828925 h 2828925"/>
                <a:gd name="connsiteX108" fmla="*/ 758825 w 2546350"/>
                <a:gd name="connsiteY108" fmla="*/ 2787650 h 2828925"/>
                <a:gd name="connsiteX109" fmla="*/ 698500 w 2546350"/>
                <a:gd name="connsiteY109" fmla="*/ 2797175 h 2828925"/>
                <a:gd name="connsiteX110" fmla="*/ 657225 w 2546350"/>
                <a:gd name="connsiteY110" fmla="*/ 2787650 h 2828925"/>
                <a:gd name="connsiteX111" fmla="*/ 704850 w 2546350"/>
                <a:gd name="connsiteY111" fmla="*/ 2733675 h 2828925"/>
                <a:gd name="connsiteX112" fmla="*/ 704850 w 2546350"/>
                <a:gd name="connsiteY112" fmla="*/ 2695575 h 2828925"/>
                <a:gd name="connsiteX113" fmla="*/ 660400 w 2546350"/>
                <a:gd name="connsiteY113" fmla="*/ 2695575 h 2828925"/>
                <a:gd name="connsiteX114" fmla="*/ 708025 w 2546350"/>
                <a:gd name="connsiteY114" fmla="*/ 2543175 h 2828925"/>
                <a:gd name="connsiteX115" fmla="*/ 752475 w 2546350"/>
                <a:gd name="connsiteY115" fmla="*/ 2543175 h 2828925"/>
                <a:gd name="connsiteX116" fmla="*/ 809625 w 2546350"/>
                <a:gd name="connsiteY116" fmla="*/ 2400300 h 2828925"/>
                <a:gd name="connsiteX117" fmla="*/ 866775 w 2546350"/>
                <a:gd name="connsiteY117" fmla="*/ 2400300 h 2828925"/>
                <a:gd name="connsiteX118" fmla="*/ 885825 w 2546350"/>
                <a:gd name="connsiteY118" fmla="*/ 2308225 h 2828925"/>
                <a:gd name="connsiteX119" fmla="*/ 850900 w 2546350"/>
                <a:gd name="connsiteY119" fmla="*/ 2247900 h 2828925"/>
                <a:gd name="connsiteX120" fmla="*/ 815975 w 2546350"/>
                <a:gd name="connsiteY120" fmla="*/ 2301875 h 2828925"/>
                <a:gd name="connsiteX121" fmla="*/ 749300 w 2546350"/>
                <a:gd name="connsiteY121" fmla="*/ 2276475 h 2828925"/>
                <a:gd name="connsiteX122" fmla="*/ 720725 w 2546350"/>
                <a:gd name="connsiteY122" fmla="*/ 2279650 h 2828925"/>
                <a:gd name="connsiteX123" fmla="*/ 685800 w 2546350"/>
                <a:gd name="connsiteY123" fmla="*/ 2209800 h 2828925"/>
                <a:gd name="connsiteX124" fmla="*/ 746125 w 2546350"/>
                <a:gd name="connsiteY124" fmla="*/ 2162175 h 2828925"/>
                <a:gd name="connsiteX125" fmla="*/ 447675 w 2546350"/>
                <a:gd name="connsiteY125" fmla="*/ 1968500 h 2828925"/>
                <a:gd name="connsiteX126" fmla="*/ 479425 w 2546350"/>
                <a:gd name="connsiteY126" fmla="*/ 1908175 h 2828925"/>
                <a:gd name="connsiteX127" fmla="*/ 517525 w 2546350"/>
                <a:gd name="connsiteY127" fmla="*/ 1908175 h 2828925"/>
                <a:gd name="connsiteX128" fmla="*/ 473075 w 2546350"/>
                <a:gd name="connsiteY128" fmla="*/ 1825625 h 2828925"/>
                <a:gd name="connsiteX129" fmla="*/ 469900 w 2546350"/>
                <a:gd name="connsiteY129" fmla="*/ 1600200 h 2828925"/>
                <a:gd name="connsiteX130" fmla="*/ 377825 w 2546350"/>
                <a:gd name="connsiteY130" fmla="*/ 1600200 h 2828925"/>
                <a:gd name="connsiteX131" fmla="*/ 342900 w 2546350"/>
                <a:gd name="connsiteY131" fmla="*/ 1631950 h 2828925"/>
                <a:gd name="connsiteX132" fmla="*/ 285750 w 2546350"/>
                <a:gd name="connsiteY132" fmla="*/ 1587500 h 2828925"/>
                <a:gd name="connsiteX133" fmla="*/ 152400 w 2546350"/>
                <a:gd name="connsiteY133" fmla="*/ 1663700 h 2828925"/>
                <a:gd name="connsiteX134" fmla="*/ 73025 w 2546350"/>
                <a:gd name="connsiteY134" fmla="*/ 1641475 h 2828925"/>
                <a:gd name="connsiteX135" fmla="*/ 95250 w 2546350"/>
                <a:gd name="connsiteY135" fmla="*/ 1558925 h 2828925"/>
                <a:gd name="connsiteX136" fmla="*/ 98425 w 2546350"/>
                <a:gd name="connsiteY136" fmla="*/ 1514475 h 2828925"/>
                <a:gd name="connsiteX137" fmla="*/ 53975 w 2546350"/>
                <a:gd name="connsiteY137" fmla="*/ 1498600 h 2828925"/>
                <a:gd name="connsiteX138" fmla="*/ 114300 w 2546350"/>
                <a:gd name="connsiteY138" fmla="*/ 1422400 h 2828925"/>
                <a:gd name="connsiteX139" fmla="*/ 152400 w 2546350"/>
                <a:gd name="connsiteY139" fmla="*/ 1425575 h 2828925"/>
                <a:gd name="connsiteX140" fmla="*/ 168275 w 2546350"/>
                <a:gd name="connsiteY140" fmla="*/ 1412875 h 2828925"/>
                <a:gd name="connsiteX141" fmla="*/ 117475 w 2546350"/>
                <a:gd name="connsiteY141" fmla="*/ 1304925 h 2828925"/>
                <a:gd name="connsiteX142" fmla="*/ 171450 w 2546350"/>
                <a:gd name="connsiteY142" fmla="*/ 1244600 h 2828925"/>
                <a:gd name="connsiteX143" fmla="*/ 146050 w 2546350"/>
                <a:gd name="connsiteY143" fmla="*/ 1206500 h 2828925"/>
                <a:gd name="connsiteX144" fmla="*/ 193675 w 2546350"/>
                <a:gd name="connsiteY144" fmla="*/ 1127125 h 2828925"/>
                <a:gd name="connsiteX145" fmla="*/ 161925 w 2546350"/>
                <a:gd name="connsiteY145" fmla="*/ 1117600 h 2828925"/>
                <a:gd name="connsiteX146" fmla="*/ 95250 w 2546350"/>
                <a:gd name="connsiteY146" fmla="*/ 1104900 h 2828925"/>
                <a:gd name="connsiteX147" fmla="*/ 146050 w 2546350"/>
                <a:gd name="connsiteY147" fmla="*/ 955675 h 2828925"/>
                <a:gd name="connsiteX148" fmla="*/ 60325 w 2546350"/>
                <a:gd name="connsiteY148" fmla="*/ 958850 h 2828925"/>
                <a:gd name="connsiteX149" fmla="*/ 60325 w 2546350"/>
                <a:gd name="connsiteY149" fmla="*/ 885825 h 2828925"/>
                <a:gd name="connsiteX150" fmla="*/ 95250 w 2546350"/>
                <a:gd name="connsiteY150" fmla="*/ 844550 h 2828925"/>
                <a:gd name="connsiteX151" fmla="*/ 0 w 2546350"/>
                <a:gd name="connsiteY151" fmla="*/ 695325 h 2828925"/>
                <a:gd name="connsiteX152" fmla="*/ 44450 w 2546350"/>
                <a:gd name="connsiteY152" fmla="*/ 635000 h 2828925"/>
                <a:gd name="connsiteX153" fmla="*/ 146050 w 2546350"/>
                <a:gd name="connsiteY153" fmla="*/ 654050 h 2828925"/>
                <a:gd name="connsiteX154" fmla="*/ 196850 w 2546350"/>
                <a:gd name="connsiteY154" fmla="*/ 695325 h 2828925"/>
                <a:gd name="connsiteX155" fmla="*/ 266700 w 2546350"/>
                <a:gd name="connsiteY155" fmla="*/ 587375 h 2828925"/>
                <a:gd name="connsiteX156" fmla="*/ 301625 w 2546350"/>
                <a:gd name="connsiteY156" fmla="*/ 647700 h 2828925"/>
                <a:gd name="connsiteX157" fmla="*/ 396875 w 2546350"/>
                <a:gd name="connsiteY157" fmla="*/ 638175 h 2828925"/>
                <a:gd name="connsiteX158" fmla="*/ 425450 w 2546350"/>
                <a:gd name="connsiteY158" fmla="*/ 184150 h 2828925"/>
                <a:gd name="connsiteX159" fmla="*/ 422275 w 2546350"/>
                <a:gd name="connsiteY159" fmla="*/ 130175 h 2828925"/>
                <a:gd name="connsiteX160" fmla="*/ 523875 w 2546350"/>
                <a:gd name="connsiteY160" fmla="*/ 0 h 2828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</a:cxnLst>
              <a:rect l="l" t="t" r="r" b="b"/>
              <a:pathLst>
                <a:path w="2546350" h="2828925">
                  <a:moveTo>
                    <a:pt x="523875" y="0"/>
                  </a:moveTo>
                  <a:lnTo>
                    <a:pt x="558800" y="57150"/>
                  </a:lnTo>
                  <a:lnTo>
                    <a:pt x="625475" y="66675"/>
                  </a:lnTo>
                  <a:lnTo>
                    <a:pt x="638175" y="60325"/>
                  </a:lnTo>
                  <a:lnTo>
                    <a:pt x="660400" y="133350"/>
                  </a:lnTo>
                  <a:lnTo>
                    <a:pt x="708025" y="228600"/>
                  </a:lnTo>
                  <a:lnTo>
                    <a:pt x="708025" y="260350"/>
                  </a:lnTo>
                  <a:lnTo>
                    <a:pt x="850900" y="295275"/>
                  </a:lnTo>
                  <a:lnTo>
                    <a:pt x="895350" y="292100"/>
                  </a:lnTo>
                  <a:lnTo>
                    <a:pt x="958850" y="314325"/>
                  </a:lnTo>
                  <a:lnTo>
                    <a:pt x="1000125" y="339725"/>
                  </a:lnTo>
                  <a:cubicBezTo>
                    <a:pt x="1001183" y="382058"/>
                    <a:pt x="1002242" y="424392"/>
                    <a:pt x="1003300" y="466725"/>
                  </a:cubicBezTo>
                  <a:lnTo>
                    <a:pt x="1076325" y="527050"/>
                  </a:lnTo>
                  <a:lnTo>
                    <a:pt x="1092200" y="615950"/>
                  </a:lnTo>
                  <a:lnTo>
                    <a:pt x="1066800" y="758825"/>
                  </a:lnTo>
                  <a:lnTo>
                    <a:pt x="1177925" y="768350"/>
                  </a:lnTo>
                  <a:lnTo>
                    <a:pt x="1219200" y="860425"/>
                  </a:lnTo>
                  <a:lnTo>
                    <a:pt x="1289050" y="863600"/>
                  </a:lnTo>
                  <a:lnTo>
                    <a:pt x="1330325" y="844550"/>
                  </a:lnTo>
                  <a:lnTo>
                    <a:pt x="1343025" y="889000"/>
                  </a:lnTo>
                  <a:lnTo>
                    <a:pt x="1416050" y="863600"/>
                  </a:lnTo>
                  <a:lnTo>
                    <a:pt x="1450975" y="885825"/>
                  </a:lnTo>
                  <a:lnTo>
                    <a:pt x="1533525" y="781050"/>
                  </a:lnTo>
                  <a:lnTo>
                    <a:pt x="1597025" y="749300"/>
                  </a:lnTo>
                  <a:lnTo>
                    <a:pt x="1660525" y="758825"/>
                  </a:lnTo>
                  <a:lnTo>
                    <a:pt x="1670050" y="857250"/>
                  </a:lnTo>
                  <a:lnTo>
                    <a:pt x="1739900" y="968375"/>
                  </a:lnTo>
                  <a:lnTo>
                    <a:pt x="1717675" y="1050925"/>
                  </a:lnTo>
                  <a:lnTo>
                    <a:pt x="1727200" y="1089025"/>
                  </a:lnTo>
                  <a:lnTo>
                    <a:pt x="1838325" y="1089025"/>
                  </a:lnTo>
                  <a:lnTo>
                    <a:pt x="1841500" y="1127125"/>
                  </a:lnTo>
                  <a:lnTo>
                    <a:pt x="1905000" y="1136650"/>
                  </a:lnTo>
                  <a:lnTo>
                    <a:pt x="1905000" y="1136650"/>
                  </a:lnTo>
                  <a:lnTo>
                    <a:pt x="1993900" y="1146175"/>
                  </a:lnTo>
                  <a:lnTo>
                    <a:pt x="2000250" y="1073150"/>
                  </a:lnTo>
                  <a:lnTo>
                    <a:pt x="2022475" y="1057275"/>
                  </a:lnTo>
                  <a:lnTo>
                    <a:pt x="2095500" y="1089025"/>
                  </a:lnTo>
                  <a:lnTo>
                    <a:pt x="2098675" y="1120775"/>
                  </a:lnTo>
                  <a:lnTo>
                    <a:pt x="2127250" y="1089025"/>
                  </a:lnTo>
                  <a:lnTo>
                    <a:pt x="2168525" y="1136650"/>
                  </a:lnTo>
                  <a:lnTo>
                    <a:pt x="2184400" y="1165225"/>
                  </a:lnTo>
                  <a:lnTo>
                    <a:pt x="2219325" y="1171575"/>
                  </a:lnTo>
                  <a:lnTo>
                    <a:pt x="2292350" y="1193800"/>
                  </a:lnTo>
                  <a:lnTo>
                    <a:pt x="2336800" y="1171575"/>
                  </a:lnTo>
                  <a:cubicBezTo>
                    <a:pt x="2337858" y="1125008"/>
                    <a:pt x="2338917" y="1078442"/>
                    <a:pt x="2339975" y="1031875"/>
                  </a:cubicBezTo>
                  <a:lnTo>
                    <a:pt x="2365375" y="1009650"/>
                  </a:lnTo>
                  <a:lnTo>
                    <a:pt x="2397125" y="1038225"/>
                  </a:lnTo>
                  <a:lnTo>
                    <a:pt x="2381250" y="1136650"/>
                  </a:lnTo>
                  <a:lnTo>
                    <a:pt x="2413000" y="1152525"/>
                  </a:lnTo>
                  <a:lnTo>
                    <a:pt x="2413000" y="1184275"/>
                  </a:lnTo>
                  <a:lnTo>
                    <a:pt x="2374900" y="1196975"/>
                  </a:lnTo>
                  <a:lnTo>
                    <a:pt x="2400300" y="1260475"/>
                  </a:lnTo>
                  <a:lnTo>
                    <a:pt x="2393950" y="1301750"/>
                  </a:lnTo>
                  <a:lnTo>
                    <a:pt x="2393950" y="1355725"/>
                  </a:lnTo>
                  <a:lnTo>
                    <a:pt x="2419350" y="1362075"/>
                  </a:lnTo>
                  <a:lnTo>
                    <a:pt x="2406650" y="1419225"/>
                  </a:lnTo>
                  <a:lnTo>
                    <a:pt x="2413000" y="1454150"/>
                  </a:lnTo>
                  <a:lnTo>
                    <a:pt x="2432050" y="1454150"/>
                  </a:lnTo>
                  <a:lnTo>
                    <a:pt x="2403475" y="1517650"/>
                  </a:lnTo>
                  <a:lnTo>
                    <a:pt x="2435225" y="1555750"/>
                  </a:lnTo>
                  <a:lnTo>
                    <a:pt x="2457450" y="1552575"/>
                  </a:lnTo>
                  <a:lnTo>
                    <a:pt x="2460625" y="1584325"/>
                  </a:lnTo>
                  <a:lnTo>
                    <a:pt x="2416175" y="1600200"/>
                  </a:lnTo>
                  <a:lnTo>
                    <a:pt x="2432050" y="1619250"/>
                  </a:lnTo>
                  <a:lnTo>
                    <a:pt x="2470150" y="1638300"/>
                  </a:lnTo>
                  <a:lnTo>
                    <a:pt x="2466975" y="1666875"/>
                  </a:lnTo>
                  <a:lnTo>
                    <a:pt x="2495550" y="1682750"/>
                  </a:lnTo>
                  <a:lnTo>
                    <a:pt x="2527300" y="1657350"/>
                  </a:lnTo>
                  <a:lnTo>
                    <a:pt x="2533650" y="1685925"/>
                  </a:lnTo>
                  <a:lnTo>
                    <a:pt x="2546350" y="1724025"/>
                  </a:lnTo>
                  <a:lnTo>
                    <a:pt x="2495550" y="1720850"/>
                  </a:lnTo>
                  <a:lnTo>
                    <a:pt x="2466975" y="1724025"/>
                  </a:lnTo>
                  <a:lnTo>
                    <a:pt x="2432050" y="1704975"/>
                  </a:lnTo>
                  <a:lnTo>
                    <a:pt x="2365375" y="1736725"/>
                  </a:lnTo>
                  <a:lnTo>
                    <a:pt x="2330450" y="1762125"/>
                  </a:lnTo>
                  <a:lnTo>
                    <a:pt x="2327275" y="1803400"/>
                  </a:lnTo>
                  <a:lnTo>
                    <a:pt x="2308225" y="1825625"/>
                  </a:lnTo>
                  <a:lnTo>
                    <a:pt x="2254250" y="1828800"/>
                  </a:lnTo>
                  <a:cubicBezTo>
                    <a:pt x="2253192" y="1862667"/>
                    <a:pt x="2252133" y="1896533"/>
                    <a:pt x="2251075" y="1930400"/>
                  </a:cubicBezTo>
                  <a:lnTo>
                    <a:pt x="2273300" y="2044700"/>
                  </a:lnTo>
                  <a:cubicBezTo>
                    <a:pt x="2272242" y="2078567"/>
                    <a:pt x="2271183" y="2112433"/>
                    <a:pt x="2270125" y="2146300"/>
                  </a:cubicBezTo>
                  <a:lnTo>
                    <a:pt x="2282825" y="2203450"/>
                  </a:lnTo>
                  <a:lnTo>
                    <a:pt x="2266950" y="2254250"/>
                  </a:lnTo>
                  <a:lnTo>
                    <a:pt x="2260600" y="2292350"/>
                  </a:lnTo>
                  <a:lnTo>
                    <a:pt x="2139950" y="2324100"/>
                  </a:lnTo>
                  <a:lnTo>
                    <a:pt x="2082800" y="2324100"/>
                  </a:lnTo>
                  <a:lnTo>
                    <a:pt x="2063750" y="2384425"/>
                  </a:lnTo>
                  <a:lnTo>
                    <a:pt x="1987550" y="2400300"/>
                  </a:lnTo>
                  <a:lnTo>
                    <a:pt x="1974850" y="2498725"/>
                  </a:lnTo>
                  <a:lnTo>
                    <a:pt x="1905000" y="2498725"/>
                  </a:lnTo>
                  <a:lnTo>
                    <a:pt x="1847850" y="2508250"/>
                  </a:lnTo>
                  <a:lnTo>
                    <a:pt x="1724025" y="2492375"/>
                  </a:lnTo>
                  <a:lnTo>
                    <a:pt x="1704975" y="2606675"/>
                  </a:lnTo>
                  <a:lnTo>
                    <a:pt x="1641475" y="2593975"/>
                  </a:lnTo>
                  <a:lnTo>
                    <a:pt x="1593850" y="2578100"/>
                  </a:lnTo>
                  <a:lnTo>
                    <a:pt x="1552575" y="2597150"/>
                  </a:lnTo>
                  <a:lnTo>
                    <a:pt x="1454150" y="2597150"/>
                  </a:lnTo>
                  <a:lnTo>
                    <a:pt x="1419225" y="2679700"/>
                  </a:lnTo>
                  <a:lnTo>
                    <a:pt x="1339850" y="2651125"/>
                  </a:lnTo>
                  <a:lnTo>
                    <a:pt x="1222375" y="2654300"/>
                  </a:lnTo>
                  <a:lnTo>
                    <a:pt x="1149350" y="2619375"/>
                  </a:lnTo>
                  <a:lnTo>
                    <a:pt x="1127125" y="2619375"/>
                  </a:lnTo>
                  <a:lnTo>
                    <a:pt x="1127125" y="2644775"/>
                  </a:lnTo>
                  <a:lnTo>
                    <a:pt x="1146175" y="2689225"/>
                  </a:lnTo>
                  <a:lnTo>
                    <a:pt x="1085850" y="2695575"/>
                  </a:lnTo>
                  <a:lnTo>
                    <a:pt x="1006475" y="2797175"/>
                  </a:lnTo>
                  <a:lnTo>
                    <a:pt x="958850" y="2797175"/>
                  </a:lnTo>
                  <a:lnTo>
                    <a:pt x="946150" y="2828925"/>
                  </a:lnTo>
                  <a:lnTo>
                    <a:pt x="758825" y="2787650"/>
                  </a:lnTo>
                  <a:lnTo>
                    <a:pt x="698500" y="2797175"/>
                  </a:lnTo>
                  <a:lnTo>
                    <a:pt x="657225" y="2787650"/>
                  </a:lnTo>
                  <a:lnTo>
                    <a:pt x="704850" y="2733675"/>
                  </a:lnTo>
                  <a:lnTo>
                    <a:pt x="704850" y="2695575"/>
                  </a:lnTo>
                  <a:lnTo>
                    <a:pt x="660400" y="2695575"/>
                  </a:lnTo>
                  <a:lnTo>
                    <a:pt x="708025" y="2543175"/>
                  </a:lnTo>
                  <a:lnTo>
                    <a:pt x="752475" y="2543175"/>
                  </a:lnTo>
                  <a:lnTo>
                    <a:pt x="809625" y="2400300"/>
                  </a:lnTo>
                  <a:lnTo>
                    <a:pt x="866775" y="2400300"/>
                  </a:lnTo>
                  <a:lnTo>
                    <a:pt x="885825" y="2308225"/>
                  </a:lnTo>
                  <a:lnTo>
                    <a:pt x="850900" y="2247900"/>
                  </a:lnTo>
                  <a:lnTo>
                    <a:pt x="815975" y="2301875"/>
                  </a:lnTo>
                  <a:lnTo>
                    <a:pt x="749300" y="2276475"/>
                  </a:lnTo>
                  <a:lnTo>
                    <a:pt x="720725" y="2279650"/>
                  </a:lnTo>
                  <a:lnTo>
                    <a:pt x="685800" y="2209800"/>
                  </a:lnTo>
                  <a:lnTo>
                    <a:pt x="746125" y="2162175"/>
                  </a:lnTo>
                  <a:lnTo>
                    <a:pt x="447675" y="1968500"/>
                  </a:lnTo>
                  <a:lnTo>
                    <a:pt x="479425" y="1908175"/>
                  </a:lnTo>
                  <a:lnTo>
                    <a:pt x="517525" y="1908175"/>
                  </a:lnTo>
                  <a:lnTo>
                    <a:pt x="473075" y="1825625"/>
                  </a:lnTo>
                  <a:cubicBezTo>
                    <a:pt x="472017" y="1750483"/>
                    <a:pt x="470958" y="1675342"/>
                    <a:pt x="469900" y="1600200"/>
                  </a:cubicBezTo>
                  <a:lnTo>
                    <a:pt x="377825" y="1600200"/>
                  </a:lnTo>
                  <a:lnTo>
                    <a:pt x="342900" y="1631950"/>
                  </a:lnTo>
                  <a:lnTo>
                    <a:pt x="285750" y="1587500"/>
                  </a:lnTo>
                  <a:lnTo>
                    <a:pt x="152400" y="1663700"/>
                  </a:lnTo>
                  <a:lnTo>
                    <a:pt x="73025" y="1641475"/>
                  </a:lnTo>
                  <a:lnTo>
                    <a:pt x="95250" y="1558925"/>
                  </a:lnTo>
                  <a:lnTo>
                    <a:pt x="98425" y="1514475"/>
                  </a:lnTo>
                  <a:lnTo>
                    <a:pt x="53975" y="1498600"/>
                  </a:lnTo>
                  <a:lnTo>
                    <a:pt x="114300" y="1422400"/>
                  </a:lnTo>
                  <a:lnTo>
                    <a:pt x="152400" y="1425575"/>
                  </a:lnTo>
                  <a:lnTo>
                    <a:pt x="168275" y="1412875"/>
                  </a:lnTo>
                  <a:lnTo>
                    <a:pt x="117475" y="1304925"/>
                  </a:lnTo>
                  <a:lnTo>
                    <a:pt x="171450" y="1244600"/>
                  </a:lnTo>
                  <a:lnTo>
                    <a:pt x="146050" y="1206500"/>
                  </a:lnTo>
                  <a:lnTo>
                    <a:pt x="193675" y="1127125"/>
                  </a:lnTo>
                  <a:lnTo>
                    <a:pt x="161925" y="1117600"/>
                  </a:lnTo>
                  <a:lnTo>
                    <a:pt x="95250" y="1104900"/>
                  </a:lnTo>
                  <a:lnTo>
                    <a:pt x="146050" y="955675"/>
                  </a:lnTo>
                  <a:lnTo>
                    <a:pt x="60325" y="958850"/>
                  </a:lnTo>
                  <a:lnTo>
                    <a:pt x="60325" y="885825"/>
                  </a:lnTo>
                  <a:lnTo>
                    <a:pt x="95250" y="844550"/>
                  </a:lnTo>
                  <a:lnTo>
                    <a:pt x="0" y="695325"/>
                  </a:lnTo>
                  <a:lnTo>
                    <a:pt x="44450" y="635000"/>
                  </a:lnTo>
                  <a:lnTo>
                    <a:pt x="146050" y="654050"/>
                  </a:lnTo>
                  <a:lnTo>
                    <a:pt x="196850" y="695325"/>
                  </a:lnTo>
                  <a:lnTo>
                    <a:pt x="266700" y="587375"/>
                  </a:lnTo>
                  <a:lnTo>
                    <a:pt x="301625" y="647700"/>
                  </a:lnTo>
                  <a:lnTo>
                    <a:pt x="396875" y="638175"/>
                  </a:lnTo>
                  <a:lnTo>
                    <a:pt x="425450" y="184150"/>
                  </a:lnTo>
                  <a:lnTo>
                    <a:pt x="422275" y="130175"/>
                  </a:lnTo>
                  <a:cubicBezTo>
                    <a:pt x="456142" y="86783"/>
                    <a:pt x="497152" y="60061"/>
                    <a:pt x="523875" y="0"/>
                  </a:cubicBezTo>
                  <a:close/>
                </a:path>
              </a:pathLst>
            </a:custGeom>
            <a:solidFill>
              <a:srgbClr val="ED7D31">
                <a:lumMod val="20000"/>
                <a:lumOff val="80000"/>
              </a:srgbClr>
            </a:solidFill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97" charset="-128"/>
                <a:cs typeface="Calibri" panose="020F0502020204030204" pitchFamily="34" charset="0"/>
              </a:endParaRPr>
            </a:p>
          </p:txBody>
        </p:sp>
        <p:sp>
          <p:nvSpPr>
            <p:cNvPr id="325" name="Freeform: Shape 368">
              <a:extLst>
                <a:ext uri="{FF2B5EF4-FFF2-40B4-BE49-F238E27FC236}">
                  <a16:creationId xmlns:a16="http://schemas.microsoft.com/office/drawing/2014/main" xmlns="" id="{E7CC2CCE-C08D-40AE-9DB2-C3CF72EB3C06}"/>
                </a:ext>
              </a:extLst>
            </p:cNvPr>
            <p:cNvSpPr/>
            <p:nvPr/>
          </p:nvSpPr>
          <p:spPr>
            <a:xfrm>
              <a:off x="6314920" y="2787855"/>
              <a:ext cx="966568" cy="836593"/>
            </a:xfrm>
            <a:custGeom>
              <a:avLst/>
              <a:gdLst>
                <a:gd name="connsiteX0" fmla="*/ 504825 w 1533525"/>
                <a:gd name="connsiteY0" fmla="*/ 383382 h 1264444"/>
                <a:gd name="connsiteX1" fmla="*/ 347663 w 1533525"/>
                <a:gd name="connsiteY1" fmla="*/ 292894 h 1264444"/>
                <a:gd name="connsiteX2" fmla="*/ 288132 w 1533525"/>
                <a:gd name="connsiteY2" fmla="*/ 347663 h 1264444"/>
                <a:gd name="connsiteX3" fmla="*/ 209550 w 1533525"/>
                <a:gd name="connsiteY3" fmla="*/ 326232 h 1264444"/>
                <a:gd name="connsiteX4" fmla="*/ 173832 w 1533525"/>
                <a:gd name="connsiteY4" fmla="*/ 392907 h 1264444"/>
                <a:gd name="connsiteX5" fmla="*/ 130969 w 1533525"/>
                <a:gd name="connsiteY5" fmla="*/ 400050 h 1264444"/>
                <a:gd name="connsiteX6" fmla="*/ 85725 w 1533525"/>
                <a:gd name="connsiteY6" fmla="*/ 438150 h 1264444"/>
                <a:gd name="connsiteX7" fmla="*/ 90488 w 1533525"/>
                <a:gd name="connsiteY7" fmla="*/ 526257 h 1264444"/>
                <a:gd name="connsiteX8" fmla="*/ 33338 w 1533525"/>
                <a:gd name="connsiteY8" fmla="*/ 526257 h 1264444"/>
                <a:gd name="connsiteX9" fmla="*/ 28575 w 1533525"/>
                <a:gd name="connsiteY9" fmla="*/ 569119 h 1264444"/>
                <a:gd name="connsiteX10" fmla="*/ 0 w 1533525"/>
                <a:gd name="connsiteY10" fmla="*/ 583407 h 1264444"/>
                <a:gd name="connsiteX11" fmla="*/ 38100 w 1533525"/>
                <a:gd name="connsiteY11" fmla="*/ 671513 h 1264444"/>
                <a:gd name="connsiteX12" fmla="*/ 21432 w 1533525"/>
                <a:gd name="connsiteY12" fmla="*/ 685800 h 1264444"/>
                <a:gd name="connsiteX13" fmla="*/ 71438 w 1533525"/>
                <a:gd name="connsiteY13" fmla="*/ 666750 h 1264444"/>
                <a:gd name="connsiteX14" fmla="*/ 171450 w 1533525"/>
                <a:gd name="connsiteY14" fmla="*/ 723900 h 1264444"/>
                <a:gd name="connsiteX15" fmla="*/ 128588 w 1533525"/>
                <a:gd name="connsiteY15" fmla="*/ 747713 h 1264444"/>
                <a:gd name="connsiteX16" fmla="*/ 95250 w 1533525"/>
                <a:gd name="connsiteY16" fmla="*/ 785813 h 1264444"/>
                <a:gd name="connsiteX17" fmla="*/ 100013 w 1533525"/>
                <a:gd name="connsiteY17" fmla="*/ 802482 h 1264444"/>
                <a:gd name="connsiteX18" fmla="*/ 54769 w 1533525"/>
                <a:gd name="connsiteY18" fmla="*/ 888207 h 1264444"/>
                <a:gd name="connsiteX19" fmla="*/ 111919 w 1533525"/>
                <a:gd name="connsiteY19" fmla="*/ 928688 h 1264444"/>
                <a:gd name="connsiteX20" fmla="*/ 157163 w 1533525"/>
                <a:gd name="connsiteY20" fmla="*/ 912019 h 1264444"/>
                <a:gd name="connsiteX21" fmla="*/ 238125 w 1533525"/>
                <a:gd name="connsiteY21" fmla="*/ 976313 h 1264444"/>
                <a:gd name="connsiteX22" fmla="*/ 314325 w 1533525"/>
                <a:gd name="connsiteY22" fmla="*/ 995363 h 1264444"/>
                <a:gd name="connsiteX23" fmla="*/ 323850 w 1533525"/>
                <a:gd name="connsiteY23" fmla="*/ 885825 h 1264444"/>
                <a:gd name="connsiteX24" fmla="*/ 402432 w 1533525"/>
                <a:gd name="connsiteY24" fmla="*/ 923925 h 1264444"/>
                <a:gd name="connsiteX25" fmla="*/ 466725 w 1533525"/>
                <a:gd name="connsiteY25" fmla="*/ 928688 h 1264444"/>
                <a:gd name="connsiteX26" fmla="*/ 471488 w 1533525"/>
                <a:gd name="connsiteY26" fmla="*/ 995363 h 1264444"/>
                <a:gd name="connsiteX27" fmla="*/ 557213 w 1533525"/>
                <a:gd name="connsiteY27" fmla="*/ 997744 h 1264444"/>
                <a:gd name="connsiteX28" fmla="*/ 564357 w 1533525"/>
                <a:gd name="connsiteY28" fmla="*/ 1071563 h 1264444"/>
                <a:gd name="connsiteX29" fmla="*/ 614363 w 1533525"/>
                <a:gd name="connsiteY29" fmla="*/ 1078707 h 1264444"/>
                <a:gd name="connsiteX30" fmla="*/ 590550 w 1533525"/>
                <a:gd name="connsiteY30" fmla="*/ 1154907 h 1264444"/>
                <a:gd name="connsiteX31" fmla="*/ 561975 w 1533525"/>
                <a:gd name="connsiteY31" fmla="*/ 1164432 h 1264444"/>
                <a:gd name="connsiteX32" fmla="*/ 552450 w 1533525"/>
                <a:gd name="connsiteY32" fmla="*/ 1185863 h 1264444"/>
                <a:gd name="connsiteX33" fmla="*/ 602457 w 1533525"/>
                <a:gd name="connsiteY33" fmla="*/ 1209675 h 1264444"/>
                <a:gd name="connsiteX34" fmla="*/ 611982 w 1533525"/>
                <a:gd name="connsiteY34" fmla="*/ 1216819 h 1264444"/>
                <a:gd name="connsiteX35" fmla="*/ 645319 w 1533525"/>
                <a:gd name="connsiteY35" fmla="*/ 1200150 h 1264444"/>
                <a:gd name="connsiteX36" fmla="*/ 669132 w 1533525"/>
                <a:gd name="connsiteY36" fmla="*/ 1231107 h 1264444"/>
                <a:gd name="connsiteX37" fmla="*/ 709613 w 1533525"/>
                <a:gd name="connsiteY37" fmla="*/ 1176338 h 1264444"/>
                <a:gd name="connsiteX38" fmla="*/ 731044 w 1533525"/>
                <a:gd name="connsiteY38" fmla="*/ 1185863 h 1264444"/>
                <a:gd name="connsiteX39" fmla="*/ 766763 w 1533525"/>
                <a:gd name="connsiteY39" fmla="*/ 1176338 h 1264444"/>
                <a:gd name="connsiteX40" fmla="*/ 809625 w 1533525"/>
                <a:gd name="connsiteY40" fmla="*/ 1193007 h 1264444"/>
                <a:gd name="connsiteX41" fmla="*/ 854869 w 1533525"/>
                <a:gd name="connsiteY41" fmla="*/ 1173957 h 1264444"/>
                <a:gd name="connsiteX42" fmla="*/ 909638 w 1533525"/>
                <a:gd name="connsiteY42" fmla="*/ 1183482 h 1264444"/>
                <a:gd name="connsiteX43" fmla="*/ 954882 w 1533525"/>
                <a:gd name="connsiteY43" fmla="*/ 1176338 h 1264444"/>
                <a:gd name="connsiteX44" fmla="*/ 969169 w 1533525"/>
                <a:gd name="connsiteY44" fmla="*/ 1119188 h 1264444"/>
                <a:gd name="connsiteX45" fmla="*/ 990600 w 1533525"/>
                <a:gd name="connsiteY45" fmla="*/ 1131094 h 1264444"/>
                <a:gd name="connsiteX46" fmla="*/ 990600 w 1533525"/>
                <a:gd name="connsiteY46" fmla="*/ 1173957 h 1264444"/>
                <a:gd name="connsiteX47" fmla="*/ 1023938 w 1533525"/>
                <a:gd name="connsiteY47" fmla="*/ 1197769 h 1264444"/>
                <a:gd name="connsiteX48" fmla="*/ 1038225 w 1533525"/>
                <a:gd name="connsiteY48" fmla="*/ 1223963 h 1264444"/>
                <a:gd name="connsiteX49" fmla="*/ 1085850 w 1533525"/>
                <a:gd name="connsiteY49" fmla="*/ 1264444 h 1264444"/>
                <a:gd name="connsiteX50" fmla="*/ 1138238 w 1533525"/>
                <a:gd name="connsiteY50" fmla="*/ 1264444 h 1264444"/>
                <a:gd name="connsiteX51" fmla="*/ 1166813 w 1533525"/>
                <a:gd name="connsiteY51" fmla="*/ 1221582 h 1264444"/>
                <a:gd name="connsiteX52" fmla="*/ 1138238 w 1533525"/>
                <a:gd name="connsiteY52" fmla="*/ 1190625 h 1264444"/>
                <a:gd name="connsiteX53" fmla="*/ 1126332 w 1533525"/>
                <a:gd name="connsiteY53" fmla="*/ 1100138 h 1264444"/>
                <a:gd name="connsiteX54" fmla="*/ 1209675 w 1533525"/>
                <a:gd name="connsiteY54" fmla="*/ 1040607 h 1264444"/>
                <a:gd name="connsiteX55" fmla="*/ 1178719 w 1533525"/>
                <a:gd name="connsiteY55" fmla="*/ 983457 h 1264444"/>
                <a:gd name="connsiteX56" fmla="*/ 1421607 w 1533525"/>
                <a:gd name="connsiteY56" fmla="*/ 1059657 h 1264444"/>
                <a:gd name="connsiteX57" fmla="*/ 1443038 w 1533525"/>
                <a:gd name="connsiteY57" fmla="*/ 954882 h 1264444"/>
                <a:gd name="connsiteX58" fmla="*/ 1393032 w 1533525"/>
                <a:gd name="connsiteY58" fmla="*/ 938213 h 1264444"/>
                <a:gd name="connsiteX59" fmla="*/ 1459707 w 1533525"/>
                <a:gd name="connsiteY59" fmla="*/ 864394 h 1264444"/>
                <a:gd name="connsiteX60" fmla="*/ 1500188 w 1533525"/>
                <a:gd name="connsiteY60" fmla="*/ 866775 h 1264444"/>
                <a:gd name="connsiteX61" fmla="*/ 1512094 w 1533525"/>
                <a:gd name="connsiteY61" fmla="*/ 852488 h 1264444"/>
                <a:gd name="connsiteX62" fmla="*/ 1459707 w 1533525"/>
                <a:gd name="connsiteY62" fmla="*/ 745332 h 1264444"/>
                <a:gd name="connsiteX63" fmla="*/ 1512094 w 1533525"/>
                <a:gd name="connsiteY63" fmla="*/ 683419 h 1264444"/>
                <a:gd name="connsiteX64" fmla="*/ 1488282 w 1533525"/>
                <a:gd name="connsiteY64" fmla="*/ 650082 h 1264444"/>
                <a:gd name="connsiteX65" fmla="*/ 1533525 w 1533525"/>
                <a:gd name="connsiteY65" fmla="*/ 564357 h 1264444"/>
                <a:gd name="connsiteX66" fmla="*/ 1438275 w 1533525"/>
                <a:gd name="connsiteY66" fmla="*/ 533400 h 1264444"/>
                <a:gd name="connsiteX67" fmla="*/ 1488282 w 1533525"/>
                <a:gd name="connsiteY67" fmla="*/ 400050 h 1264444"/>
                <a:gd name="connsiteX68" fmla="*/ 1402557 w 1533525"/>
                <a:gd name="connsiteY68" fmla="*/ 400050 h 1264444"/>
                <a:gd name="connsiteX69" fmla="*/ 1397794 w 1533525"/>
                <a:gd name="connsiteY69" fmla="*/ 326232 h 1264444"/>
                <a:gd name="connsiteX70" fmla="*/ 1435894 w 1533525"/>
                <a:gd name="connsiteY70" fmla="*/ 280988 h 1264444"/>
                <a:gd name="connsiteX71" fmla="*/ 1335882 w 1533525"/>
                <a:gd name="connsiteY71" fmla="*/ 130969 h 1264444"/>
                <a:gd name="connsiteX72" fmla="*/ 1295400 w 1533525"/>
                <a:gd name="connsiteY72" fmla="*/ 90488 h 1264444"/>
                <a:gd name="connsiteX73" fmla="*/ 1045369 w 1533525"/>
                <a:gd name="connsiteY73" fmla="*/ 97632 h 1264444"/>
                <a:gd name="connsiteX74" fmla="*/ 1040607 w 1533525"/>
                <a:gd name="connsiteY74" fmla="*/ 57150 h 1264444"/>
                <a:gd name="connsiteX75" fmla="*/ 990600 w 1533525"/>
                <a:gd name="connsiteY75" fmla="*/ 64294 h 1264444"/>
                <a:gd name="connsiteX76" fmla="*/ 923925 w 1533525"/>
                <a:gd name="connsiteY76" fmla="*/ 0 h 1264444"/>
                <a:gd name="connsiteX77" fmla="*/ 695325 w 1533525"/>
                <a:gd name="connsiteY77" fmla="*/ 9525 h 1264444"/>
                <a:gd name="connsiteX78" fmla="*/ 623888 w 1533525"/>
                <a:gd name="connsiteY78" fmla="*/ 109538 h 1264444"/>
                <a:gd name="connsiteX79" fmla="*/ 550069 w 1533525"/>
                <a:gd name="connsiteY79" fmla="*/ 69057 h 1264444"/>
                <a:gd name="connsiteX80" fmla="*/ 383382 w 1533525"/>
                <a:gd name="connsiteY80" fmla="*/ 119063 h 1264444"/>
                <a:gd name="connsiteX81" fmla="*/ 504825 w 1533525"/>
                <a:gd name="connsiteY81" fmla="*/ 383382 h 1264444"/>
                <a:gd name="connsiteX0" fmla="*/ 504825 w 1533525"/>
                <a:gd name="connsiteY0" fmla="*/ 383382 h 1264444"/>
                <a:gd name="connsiteX1" fmla="*/ 347663 w 1533525"/>
                <a:gd name="connsiteY1" fmla="*/ 292894 h 1264444"/>
                <a:gd name="connsiteX2" fmla="*/ 288132 w 1533525"/>
                <a:gd name="connsiteY2" fmla="*/ 347663 h 1264444"/>
                <a:gd name="connsiteX3" fmla="*/ 209550 w 1533525"/>
                <a:gd name="connsiteY3" fmla="*/ 326232 h 1264444"/>
                <a:gd name="connsiteX4" fmla="*/ 173832 w 1533525"/>
                <a:gd name="connsiteY4" fmla="*/ 392907 h 1264444"/>
                <a:gd name="connsiteX5" fmla="*/ 130969 w 1533525"/>
                <a:gd name="connsiteY5" fmla="*/ 400050 h 1264444"/>
                <a:gd name="connsiteX6" fmla="*/ 85725 w 1533525"/>
                <a:gd name="connsiteY6" fmla="*/ 438150 h 1264444"/>
                <a:gd name="connsiteX7" fmla="*/ 90488 w 1533525"/>
                <a:gd name="connsiteY7" fmla="*/ 526257 h 1264444"/>
                <a:gd name="connsiteX8" fmla="*/ 33338 w 1533525"/>
                <a:gd name="connsiteY8" fmla="*/ 526257 h 1264444"/>
                <a:gd name="connsiteX9" fmla="*/ 28575 w 1533525"/>
                <a:gd name="connsiteY9" fmla="*/ 569119 h 1264444"/>
                <a:gd name="connsiteX10" fmla="*/ 0 w 1533525"/>
                <a:gd name="connsiteY10" fmla="*/ 583407 h 1264444"/>
                <a:gd name="connsiteX11" fmla="*/ 38100 w 1533525"/>
                <a:gd name="connsiteY11" fmla="*/ 671513 h 1264444"/>
                <a:gd name="connsiteX12" fmla="*/ 21432 w 1533525"/>
                <a:gd name="connsiteY12" fmla="*/ 685800 h 1264444"/>
                <a:gd name="connsiteX13" fmla="*/ 71438 w 1533525"/>
                <a:gd name="connsiteY13" fmla="*/ 666750 h 1264444"/>
                <a:gd name="connsiteX14" fmla="*/ 171450 w 1533525"/>
                <a:gd name="connsiteY14" fmla="*/ 723900 h 1264444"/>
                <a:gd name="connsiteX15" fmla="*/ 128588 w 1533525"/>
                <a:gd name="connsiteY15" fmla="*/ 747713 h 1264444"/>
                <a:gd name="connsiteX16" fmla="*/ 95250 w 1533525"/>
                <a:gd name="connsiteY16" fmla="*/ 785813 h 1264444"/>
                <a:gd name="connsiteX17" fmla="*/ 100013 w 1533525"/>
                <a:gd name="connsiteY17" fmla="*/ 802482 h 1264444"/>
                <a:gd name="connsiteX18" fmla="*/ 54769 w 1533525"/>
                <a:gd name="connsiteY18" fmla="*/ 888207 h 1264444"/>
                <a:gd name="connsiteX19" fmla="*/ 111919 w 1533525"/>
                <a:gd name="connsiteY19" fmla="*/ 928688 h 1264444"/>
                <a:gd name="connsiteX20" fmla="*/ 157163 w 1533525"/>
                <a:gd name="connsiteY20" fmla="*/ 912019 h 1264444"/>
                <a:gd name="connsiteX21" fmla="*/ 238125 w 1533525"/>
                <a:gd name="connsiteY21" fmla="*/ 976313 h 1264444"/>
                <a:gd name="connsiteX22" fmla="*/ 314325 w 1533525"/>
                <a:gd name="connsiteY22" fmla="*/ 995363 h 1264444"/>
                <a:gd name="connsiteX23" fmla="*/ 323850 w 1533525"/>
                <a:gd name="connsiteY23" fmla="*/ 885825 h 1264444"/>
                <a:gd name="connsiteX24" fmla="*/ 402432 w 1533525"/>
                <a:gd name="connsiteY24" fmla="*/ 923925 h 1264444"/>
                <a:gd name="connsiteX25" fmla="*/ 466725 w 1533525"/>
                <a:gd name="connsiteY25" fmla="*/ 928688 h 1264444"/>
                <a:gd name="connsiteX26" fmla="*/ 471488 w 1533525"/>
                <a:gd name="connsiteY26" fmla="*/ 995363 h 1264444"/>
                <a:gd name="connsiteX27" fmla="*/ 557213 w 1533525"/>
                <a:gd name="connsiteY27" fmla="*/ 997744 h 1264444"/>
                <a:gd name="connsiteX28" fmla="*/ 564357 w 1533525"/>
                <a:gd name="connsiteY28" fmla="*/ 1071563 h 1264444"/>
                <a:gd name="connsiteX29" fmla="*/ 614363 w 1533525"/>
                <a:gd name="connsiteY29" fmla="*/ 1078707 h 1264444"/>
                <a:gd name="connsiteX30" fmla="*/ 590550 w 1533525"/>
                <a:gd name="connsiteY30" fmla="*/ 1154907 h 1264444"/>
                <a:gd name="connsiteX31" fmla="*/ 561975 w 1533525"/>
                <a:gd name="connsiteY31" fmla="*/ 1164432 h 1264444"/>
                <a:gd name="connsiteX32" fmla="*/ 552450 w 1533525"/>
                <a:gd name="connsiteY32" fmla="*/ 1185863 h 1264444"/>
                <a:gd name="connsiteX33" fmla="*/ 602457 w 1533525"/>
                <a:gd name="connsiteY33" fmla="*/ 1209675 h 1264444"/>
                <a:gd name="connsiteX34" fmla="*/ 611982 w 1533525"/>
                <a:gd name="connsiteY34" fmla="*/ 1216819 h 1264444"/>
                <a:gd name="connsiteX35" fmla="*/ 645319 w 1533525"/>
                <a:gd name="connsiteY35" fmla="*/ 1200150 h 1264444"/>
                <a:gd name="connsiteX36" fmla="*/ 669132 w 1533525"/>
                <a:gd name="connsiteY36" fmla="*/ 1231107 h 1264444"/>
                <a:gd name="connsiteX37" fmla="*/ 709613 w 1533525"/>
                <a:gd name="connsiteY37" fmla="*/ 1176338 h 1264444"/>
                <a:gd name="connsiteX38" fmla="*/ 731044 w 1533525"/>
                <a:gd name="connsiteY38" fmla="*/ 1185863 h 1264444"/>
                <a:gd name="connsiteX39" fmla="*/ 766763 w 1533525"/>
                <a:gd name="connsiteY39" fmla="*/ 1176338 h 1264444"/>
                <a:gd name="connsiteX40" fmla="*/ 809625 w 1533525"/>
                <a:gd name="connsiteY40" fmla="*/ 1193007 h 1264444"/>
                <a:gd name="connsiteX41" fmla="*/ 854869 w 1533525"/>
                <a:gd name="connsiteY41" fmla="*/ 1173957 h 1264444"/>
                <a:gd name="connsiteX42" fmla="*/ 909638 w 1533525"/>
                <a:gd name="connsiteY42" fmla="*/ 1183482 h 1264444"/>
                <a:gd name="connsiteX43" fmla="*/ 954882 w 1533525"/>
                <a:gd name="connsiteY43" fmla="*/ 1176338 h 1264444"/>
                <a:gd name="connsiteX44" fmla="*/ 969169 w 1533525"/>
                <a:gd name="connsiteY44" fmla="*/ 1119188 h 1264444"/>
                <a:gd name="connsiteX45" fmla="*/ 990600 w 1533525"/>
                <a:gd name="connsiteY45" fmla="*/ 1131094 h 1264444"/>
                <a:gd name="connsiteX46" fmla="*/ 990600 w 1533525"/>
                <a:gd name="connsiteY46" fmla="*/ 1173957 h 1264444"/>
                <a:gd name="connsiteX47" fmla="*/ 1023938 w 1533525"/>
                <a:gd name="connsiteY47" fmla="*/ 1197769 h 1264444"/>
                <a:gd name="connsiteX48" fmla="*/ 1038225 w 1533525"/>
                <a:gd name="connsiteY48" fmla="*/ 1223963 h 1264444"/>
                <a:gd name="connsiteX49" fmla="*/ 1085850 w 1533525"/>
                <a:gd name="connsiteY49" fmla="*/ 1264444 h 1264444"/>
                <a:gd name="connsiteX50" fmla="*/ 1138238 w 1533525"/>
                <a:gd name="connsiteY50" fmla="*/ 1264444 h 1264444"/>
                <a:gd name="connsiteX51" fmla="*/ 1166813 w 1533525"/>
                <a:gd name="connsiteY51" fmla="*/ 1221582 h 1264444"/>
                <a:gd name="connsiteX52" fmla="*/ 1138238 w 1533525"/>
                <a:gd name="connsiteY52" fmla="*/ 1190625 h 1264444"/>
                <a:gd name="connsiteX53" fmla="*/ 1126332 w 1533525"/>
                <a:gd name="connsiteY53" fmla="*/ 1100138 h 1264444"/>
                <a:gd name="connsiteX54" fmla="*/ 1209675 w 1533525"/>
                <a:gd name="connsiteY54" fmla="*/ 1040607 h 1264444"/>
                <a:gd name="connsiteX55" fmla="*/ 1178719 w 1533525"/>
                <a:gd name="connsiteY55" fmla="*/ 983457 h 1264444"/>
                <a:gd name="connsiteX56" fmla="*/ 1421607 w 1533525"/>
                <a:gd name="connsiteY56" fmla="*/ 1059657 h 1264444"/>
                <a:gd name="connsiteX57" fmla="*/ 1443038 w 1533525"/>
                <a:gd name="connsiteY57" fmla="*/ 954882 h 1264444"/>
                <a:gd name="connsiteX58" fmla="*/ 1393032 w 1533525"/>
                <a:gd name="connsiteY58" fmla="*/ 938213 h 1264444"/>
                <a:gd name="connsiteX59" fmla="*/ 1459707 w 1533525"/>
                <a:gd name="connsiteY59" fmla="*/ 864394 h 1264444"/>
                <a:gd name="connsiteX60" fmla="*/ 1500188 w 1533525"/>
                <a:gd name="connsiteY60" fmla="*/ 866775 h 1264444"/>
                <a:gd name="connsiteX61" fmla="*/ 1512094 w 1533525"/>
                <a:gd name="connsiteY61" fmla="*/ 852488 h 1264444"/>
                <a:gd name="connsiteX62" fmla="*/ 1459707 w 1533525"/>
                <a:gd name="connsiteY62" fmla="*/ 745332 h 1264444"/>
                <a:gd name="connsiteX63" fmla="*/ 1512094 w 1533525"/>
                <a:gd name="connsiteY63" fmla="*/ 683419 h 1264444"/>
                <a:gd name="connsiteX64" fmla="*/ 1488282 w 1533525"/>
                <a:gd name="connsiteY64" fmla="*/ 650082 h 1264444"/>
                <a:gd name="connsiteX65" fmla="*/ 1533525 w 1533525"/>
                <a:gd name="connsiteY65" fmla="*/ 564357 h 1264444"/>
                <a:gd name="connsiteX66" fmla="*/ 1438275 w 1533525"/>
                <a:gd name="connsiteY66" fmla="*/ 533400 h 1264444"/>
                <a:gd name="connsiteX67" fmla="*/ 1488282 w 1533525"/>
                <a:gd name="connsiteY67" fmla="*/ 400050 h 1264444"/>
                <a:gd name="connsiteX68" fmla="*/ 1402557 w 1533525"/>
                <a:gd name="connsiteY68" fmla="*/ 400050 h 1264444"/>
                <a:gd name="connsiteX69" fmla="*/ 1397794 w 1533525"/>
                <a:gd name="connsiteY69" fmla="*/ 326232 h 1264444"/>
                <a:gd name="connsiteX70" fmla="*/ 1435894 w 1533525"/>
                <a:gd name="connsiteY70" fmla="*/ 280988 h 1264444"/>
                <a:gd name="connsiteX71" fmla="*/ 1335882 w 1533525"/>
                <a:gd name="connsiteY71" fmla="*/ 130969 h 1264444"/>
                <a:gd name="connsiteX72" fmla="*/ 1295400 w 1533525"/>
                <a:gd name="connsiteY72" fmla="*/ 90488 h 1264444"/>
                <a:gd name="connsiteX73" fmla="*/ 1045369 w 1533525"/>
                <a:gd name="connsiteY73" fmla="*/ 97632 h 1264444"/>
                <a:gd name="connsiteX74" fmla="*/ 1040607 w 1533525"/>
                <a:gd name="connsiteY74" fmla="*/ 57150 h 1264444"/>
                <a:gd name="connsiteX75" fmla="*/ 990600 w 1533525"/>
                <a:gd name="connsiteY75" fmla="*/ 64294 h 1264444"/>
                <a:gd name="connsiteX76" fmla="*/ 923925 w 1533525"/>
                <a:gd name="connsiteY76" fmla="*/ 0 h 1264444"/>
                <a:gd name="connsiteX77" fmla="*/ 695325 w 1533525"/>
                <a:gd name="connsiteY77" fmla="*/ 9525 h 1264444"/>
                <a:gd name="connsiteX78" fmla="*/ 623888 w 1533525"/>
                <a:gd name="connsiteY78" fmla="*/ 109538 h 1264444"/>
                <a:gd name="connsiteX79" fmla="*/ 550069 w 1533525"/>
                <a:gd name="connsiteY79" fmla="*/ 69057 h 1264444"/>
                <a:gd name="connsiteX80" fmla="*/ 383382 w 1533525"/>
                <a:gd name="connsiteY80" fmla="*/ 119063 h 1264444"/>
                <a:gd name="connsiteX81" fmla="*/ 504825 w 1533525"/>
                <a:gd name="connsiteY81" fmla="*/ 383382 h 12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533525" h="1264444">
                  <a:moveTo>
                    <a:pt x="504825" y="383382"/>
                  </a:moveTo>
                  <a:lnTo>
                    <a:pt x="347663" y="292894"/>
                  </a:lnTo>
                  <a:lnTo>
                    <a:pt x="288132" y="347663"/>
                  </a:lnTo>
                  <a:lnTo>
                    <a:pt x="209550" y="326232"/>
                  </a:lnTo>
                  <a:lnTo>
                    <a:pt x="173832" y="392907"/>
                  </a:lnTo>
                  <a:lnTo>
                    <a:pt x="130969" y="400050"/>
                  </a:lnTo>
                  <a:lnTo>
                    <a:pt x="85725" y="438150"/>
                  </a:lnTo>
                  <a:lnTo>
                    <a:pt x="90488" y="526257"/>
                  </a:lnTo>
                  <a:lnTo>
                    <a:pt x="33338" y="526257"/>
                  </a:lnTo>
                  <a:lnTo>
                    <a:pt x="28575" y="569119"/>
                  </a:lnTo>
                  <a:lnTo>
                    <a:pt x="0" y="583407"/>
                  </a:lnTo>
                  <a:lnTo>
                    <a:pt x="38100" y="671513"/>
                  </a:lnTo>
                  <a:lnTo>
                    <a:pt x="21432" y="685800"/>
                  </a:lnTo>
                  <a:lnTo>
                    <a:pt x="71438" y="666750"/>
                  </a:lnTo>
                  <a:lnTo>
                    <a:pt x="171450" y="723900"/>
                  </a:lnTo>
                  <a:lnTo>
                    <a:pt x="128588" y="747713"/>
                  </a:lnTo>
                  <a:lnTo>
                    <a:pt x="95250" y="785813"/>
                  </a:lnTo>
                  <a:lnTo>
                    <a:pt x="100013" y="802482"/>
                  </a:lnTo>
                  <a:lnTo>
                    <a:pt x="54769" y="888207"/>
                  </a:lnTo>
                  <a:lnTo>
                    <a:pt x="111919" y="928688"/>
                  </a:lnTo>
                  <a:lnTo>
                    <a:pt x="157163" y="912019"/>
                  </a:lnTo>
                  <a:lnTo>
                    <a:pt x="238125" y="976313"/>
                  </a:lnTo>
                  <a:lnTo>
                    <a:pt x="314325" y="995363"/>
                  </a:lnTo>
                  <a:lnTo>
                    <a:pt x="323850" y="885825"/>
                  </a:lnTo>
                  <a:lnTo>
                    <a:pt x="402432" y="923925"/>
                  </a:lnTo>
                  <a:lnTo>
                    <a:pt x="466725" y="928688"/>
                  </a:lnTo>
                  <a:lnTo>
                    <a:pt x="471488" y="995363"/>
                  </a:lnTo>
                  <a:lnTo>
                    <a:pt x="557213" y="997744"/>
                  </a:lnTo>
                  <a:lnTo>
                    <a:pt x="564357" y="1071563"/>
                  </a:lnTo>
                  <a:lnTo>
                    <a:pt x="614363" y="1078707"/>
                  </a:lnTo>
                  <a:lnTo>
                    <a:pt x="590550" y="1154907"/>
                  </a:lnTo>
                  <a:lnTo>
                    <a:pt x="561975" y="1164432"/>
                  </a:lnTo>
                  <a:lnTo>
                    <a:pt x="552450" y="1185863"/>
                  </a:lnTo>
                  <a:lnTo>
                    <a:pt x="602457" y="1209675"/>
                  </a:lnTo>
                  <a:lnTo>
                    <a:pt x="611982" y="1216819"/>
                  </a:lnTo>
                  <a:lnTo>
                    <a:pt x="645319" y="1200150"/>
                  </a:lnTo>
                  <a:lnTo>
                    <a:pt x="669132" y="1231107"/>
                  </a:lnTo>
                  <a:lnTo>
                    <a:pt x="709613" y="1176338"/>
                  </a:lnTo>
                  <a:lnTo>
                    <a:pt x="731044" y="1185863"/>
                  </a:lnTo>
                  <a:lnTo>
                    <a:pt x="766763" y="1176338"/>
                  </a:lnTo>
                  <a:lnTo>
                    <a:pt x="809625" y="1193007"/>
                  </a:lnTo>
                  <a:lnTo>
                    <a:pt x="854869" y="1173957"/>
                  </a:lnTo>
                  <a:lnTo>
                    <a:pt x="909638" y="1183482"/>
                  </a:lnTo>
                  <a:lnTo>
                    <a:pt x="954882" y="1176338"/>
                  </a:lnTo>
                  <a:lnTo>
                    <a:pt x="969169" y="1119188"/>
                  </a:lnTo>
                  <a:lnTo>
                    <a:pt x="990600" y="1131094"/>
                  </a:lnTo>
                  <a:lnTo>
                    <a:pt x="990600" y="1173957"/>
                  </a:lnTo>
                  <a:lnTo>
                    <a:pt x="1023938" y="1197769"/>
                  </a:lnTo>
                  <a:lnTo>
                    <a:pt x="1038225" y="1223963"/>
                  </a:lnTo>
                  <a:lnTo>
                    <a:pt x="1085850" y="1264444"/>
                  </a:lnTo>
                  <a:lnTo>
                    <a:pt x="1138238" y="1264444"/>
                  </a:lnTo>
                  <a:lnTo>
                    <a:pt x="1166813" y="1221582"/>
                  </a:lnTo>
                  <a:lnTo>
                    <a:pt x="1138238" y="1190625"/>
                  </a:lnTo>
                  <a:lnTo>
                    <a:pt x="1126332" y="1100138"/>
                  </a:lnTo>
                  <a:lnTo>
                    <a:pt x="1209675" y="1040607"/>
                  </a:lnTo>
                  <a:lnTo>
                    <a:pt x="1178719" y="983457"/>
                  </a:lnTo>
                  <a:lnTo>
                    <a:pt x="1421607" y="1059657"/>
                  </a:lnTo>
                  <a:lnTo>
                    <a:pt x="1443038" y="954882"/>
                  </a:lnTo>
                  <a:lnTo>
                    <a:pt x="1393032" y="938213"/>
                  </a:lnTo>
                  <a:lnTo>
                    <a:pt x="1459707" y="864394"/>
                  </a:lnTo>
                  <a:lnTo>
                    <a:pt x="1500188" y="866775"/>
                  </a:lnTo>
                  <a:lnTo>
                    <a:pt x="1512094" y="852488"/>
                  </a:lnTo>
                  <a:lnTo>
                    <a:pt x="1459707" y="745332"/>
                  </a:lnTo>
                  <a:lnTo>
                    <a:pt x="1512094" y="683419"/>
                  </a:lnTo>
                  <a:lnTo>
                    <a:pt x="1488282" y="650082"/>
                  </a:lnTo>
                  <a:lnTo>
                    <a:pt x="1533525" y="564357"/>
                  </a:lnTo>
                  <a:lnTo>
                    <a:pt x="1438275" y="533400"/>
                  </a:lnTo>
                  <a:lnTo>
                    <a:pt x="1488282" y="400050"/>
                  </a:lnTo>
                  <a:lnTo>
                    <a:pt x="1402557" y="400050"/>
                  </a:lnTo>
                  <a:lnTo>
                    <a:pt x="1397794" y="326232"/>
                  </a:lnTo>
                  <a:lnTo>
                    <a:pt x="1435894" y="280988"/>
                  </a:lnTo>
                  <a:lnTo>
                    <a:pt x="1335882" y="130969"/>
                  </a:lnTo>
                  <a:lnTo>
                    <a:pt x="1295400" y="90488"/>
                  </a:lnTo>
                  <a:lnTo>
                    <a:pt x="1045369" y="97632"/>
                  </a:lnTo>
                  <a:lnTo>
                    <a:pt x="1040607" y="57150"/>
                  </a:lnTo>
                  <a:lnTo>
                    <a:pt x="990600" y="64294"/>
                  </a:lnTo>
                  <a:lnTo>
                    <a:pt x="923925" y="0"/>
                  </a:lnTo>
                  <a:lnTo>
                    <a:pt x="695325" y="9525"/>
                  </a:lnTo>
                  <a:lnTo>
                    <a:pt x="623888" y="109538"/>
                  </a:lnTo>
                  <a:lnTo>
                    <a:pt x="550069" y="69057"/>
                  </a:lnTo>
                  <a:lnTo>
                    <a:pt x="383382" y="119063"/>
                  </a:lnTo>
                  <a:lnTo>
                    <a:pt x="504825" y="383382"/>
                  </a:lnTo>
                  <a:close/>
                </a:path>
              </a:pathLst>
            </a:custGeom>
            <a:solidFill>
              <a:srgbClr val="E7E6E6"/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26" name="Freeform: Shape 369">
              <a:extLst>
                <a:ext uri="{FF2B5EF4-FFF2-40B4-BE49-F238E27FC236}">
                  <a16:creationId xmlns:a16="http://schemas.microsoft.com/office/drawing/2014/main" xmlns="" id="{5C97F46A-2F41-4BAC-8801-CAD87DE33D03}"/>
                </a:ext>
              </a:extLst>
            </p:cNvPr>
            <p:cNvSpPr/>
            <p:nvPr/>
          </p:nvSpPr>
          <p:spPr>
            <a:xfrm>
              <a:off x="6754679" y="3440114"/>
              <a:ext cx="1023601" cy="1430558"/>
            </a:xfrm>
            <a:custGeom>
              <a:avLst/>
              <a:gdLst>
                <a:gd name="connsiteX0" fmla="*/ 483393 w 1624012"/>
                <a:gd name="connsiteY0" fmla="*/ 0 h 2162175"/>
                <a:gd name="connsiteX1" fmla="*/ 514350 w 1624012"/>
                <a:gd name="connsiteY1" fmla="*/ 59531 h 2162175"/>
                <a:gd name="connsiteX2" fmla="*/ 423862 w 1624012"/>
                <a:gd name="connsiteY2" fmla="*/ 116681 h 2162175"/>
                <a:gd name="connsiteX3" fmla="*/ 442912 w 1624012"/>
                <a:gd name="connsiteY3" fmla="*/ 209550 h 2162175"/>
                <a:gd name="connsiteX4" fmla="*/ 469106 w 1624012"/>
                <a:gd name="connsiteY4" fmla="*/ 238125 h 2162175"/>
                <a:gd name="connsiteX5" fmla="*/ 442912 w 1624012"/>
                <a:gd name="connsiteY5" fmla="*/ 283369 h 2162175"/>
                <a:gd name="connsiteX6" fmla="*/ 416718 w 1624012"/>
                <a:gd name="connsiteY6" fmla="*/ 285750 h 2162175"/>
                <a:gd name="connsiteX7" fmla="*/ 407193 w 1624012"/>
                <a:gd name="connsiteY7" fmla="*/ 323850 h 2162175"/>
                <a:gd name="connsiteX8" fmla="*/ 407193 w 1624012"/>
                <a:gd name="connsiteY8" fmla="*/ 323850 h 2162175"/>
                <a:gd name="connsiteX9" fmla="*/ 354806 w 1624012"/>
                <a:gd name="connsiteY9" fmla="*/ 314325 h 2162175"/>
                <a:gd name="connsiteX10" fmla="*/ 319087 w 1624012"/>
                <a:gd name="connsiteY10" fmla="*/ 316706 h 2162175"/>
                <a:gd name="connsiteX11" fmla="*/ 307181 w 1624012"/>
                <a:gd name="connsiteY11" fmla="*/ 397669 h 2162175"/>
                <a:gd name="connsiteX12" fmla="*/ 252412 w 1624012"/>
                <a:gd name="connsiteY12" fmla="*/ 381000 h 2162175"/>
                <a:gd name="connsiteX13" fmla="*/ 152400 w 1624012"/>
                <a:gd name="connsiteY13" fmla="*/ 352425 h 2162175"/>
                <a:gd name="connsiteX14" fmla="*/ 0 w 1624012"/>
                <a:gd name="connsiteY14" fmla="*/ 345281 h 2162175"/>
                <a:gd name="connsiteX15" fmla="*/ 19050 w 1624012"/>
                <a:gd name="connsiteY15" fmla="*/ 381000 h 2162175"/>
                <a:gd name="connsiteX16" fmla="*/ 133350 w 1624012"/>
                <a:gd name="connsiteY16" fmla="*/ 419100 h 2162175"/>
                <a:gd name="connsiteX17" fmla="*/ 135731 w 1624012"/>
                <a:gd name="connsiteY17" fmla="*/ 595312 h 2162175"/>
                <a:gd name="connsiteX18" fmla="*/ 195262 w 1624012"/>
                <a:gd name="connsiteY18" fmla="*/ 590550 h 2162175"/>
                <a:gd name="connsiteX19" fmla="*/ 238125 w 1624012"/>
                <a:gd name="connsiteY19" fmla="*/ 647700 h 2162175"/>
                <a:gd name="connsiteX20" fmla="*/ 300037 w 1624012"/>
                <a:gd name="connsiteY20" fmla="*/ 652462 h 2162175"/>
                <a:gd name="connsiteX21" fmla="*/ 300037 w 1624012"/>
                <a:gd name="connsiteY21" fmla="*/ 685800 h 2162175"/>
                <a:gd name="connsiteX22" fmla="*/ 230981 w 1624012"/>
                <a:gd name="connsiteY22" fmla="*/ 692944 h 2162175"/>
                <a:gd name="connsiteX23" fmla="*/ 230981 w 1624012"/>
                <a:gd name="connsiteY23" fmla="*/ 842962 h 2162175"/>
                <a:gd name="connsiteX24" fmla="*/ 138112 w 1624012"/>
                <a:gd name="connsiteY24" fmla="*/ 842962 h 2162175"/>
                <a:gd name="connsiteX25" fmla="*/ 140493 w 1624012"/>
                <a:gd name="connsiteY25" fmla="*/ 883444 h 2162175"/>
                <a:gd name="connsiteX26" fmla="*/ 142875 w 1624012"/>
                <a:gd name="connsiteY26" fmla="*/ 992981 h 2162175"/>
                <a:gd name="connsiteX27" fmla="*/ 133350 w 1624012"/>
                <a:gd name="connsiteY27" fmla="*/ 1107281 h 2162175"/>
                <a:gd name="connsiteX28" fmla="*/ 140493 w 1624012"/>
                <a:gd name="connsiteY28" fmla="*/ 1193006 h 2162175"/>
                <a:gd name="connsiteX29" fmla="*/ 69056 w 1624012"/>
                <a:gd name="connsiteY29" fmla="*/ 1271587 h 2162175"/>
                <a:gd name="connsiteX30" fmla="*/ 176212 w 1624012"/>
                <a:gd name="connsiteY30" fmla="*/ 1269206 h 2162175"/>
                <a:gd name="connsiteX31" fmla="*/ 223837 w 1624012"/>
                <a:gd name="connsiteY31" fmla="*/ 1226344 h 2162175"/>
                <a:gd name="connsiteX32" fmla="*/ 271462 w 1624012"/>
                <a:gd name="connsiteY32" fmla="*/ 1333500 h 2162175"/>
                <a:gd name="connsiteX33" fmla="*/ 407193 w 1624012"/>
                <a:gd name="connsiteY33" fmla="*/ 1366837 h 2162175"/>
                <a:gd name="connsiteX34" fmla="*/ 392906 w 1624012"/>
                <a:gd name="connsiteY34" fmla="*/ 1464469 h 2162175"/>
                <a:gd name="connsiteX35" fmla="*/ 311943 w 1624012"/>
                <a:gd name="connsiteY35" fmla="*/ 1519237 h 2162175"/>
                <a:gd name="connsiteX36" fmla="*/ 266700 w 1624012"/>
                <a:gd name="connsiteY36" fmla="*/ 1521619 h 2162175"/>
                <a:gd name="connsiteX37" fmla="*/ 264318 w 1624012"/>
                <a:gd name="connsiteY37" fmla="*/ 1550194 h 2162175"/>
                <a:gd name="connsiteX38" fmla="*/ 219075 w 1624012"/>
                <a:gd name="connsiteY38" fmla="*/ 1550194 h 2162175"/>
                <a:gd name="connsiteX39" fmla="*/ 195262 w 1624012"/>
                <a:gd name="connsiteY39" fmla="*/ 1528762 h 2162175"/>
                <a:gd name="connsiteX40" fmla="*/ 104775 w 1624012"/>
                <a:gd name="connsiteY40" fmla="*/ 1519237 h 2162175"/>
                <a:gd name="connsiteX41" fmla="*/ 100012 w 1624012"/>
                <a:gd name="connsiteY41" fmla="*/ 1652587 h 2162175"/>
                <a:gd name="connsiteX42" fmla="*/ 66675 w 1624012"/>
                <a:gd name="connsiteY42" fmla="*/ 1683544 h 2162175"/>
                <a:gd name="connsiteX43" fmla="*/ 66675 w 1624012"/>
                <a:gd name="connsiteY43" fmla="*/ 1714500 h 2162175"/>
                <a:gd name="connsiteX44" fmla="*/ 116681 w 1624012"/>
                <a:gd name="connsiteY44" fmla="*/ 1724025 h 2162175"/>
                <a:gd name="connsiteX45" fmla="*/ 128587 w 1624012"/>
                <a:gd name="connsiteY45" fmla="*/ 1778794 h 2162175"/>
                <a:gd name="connsiteX46" fmla="*/ 238125 w 1624012"/>
                <a:gd name="connsiteY46" fmla="*/ 1804987 h 2162175"/>
                <a:gd name="connsiteX47" fmla="*/ 147637 w 1624012"/>
                <a:gd name="connsiteY47" fmla="*/ 2074069 h 2162175"/>
                <a:gd name="connsiteX48" fmla="*/ 190500 w 1624012"/>
                <a:gd name="connsiteY48" fmla="*/ 2095500 h 2162175"/>
                <a:gd name="connsiteX49" fmla="*/ 254793 w 1624012"/>
                <a:gd name="connsiteY49" fmla="*/ 2085975 h 2162175"/>
                <a:gd name="connsiteX50" fmla="*/ 330993 w 1624012"/>
                <a:gd name="connsiteY50" fmla="*/ 2162175 h 2162175"/>
                <a:gd name="connsiteX51" fmla="*/ 388143 w 1624012"/>
                <a:gd name="connsiteY51" fmla="*/ 2133600 h 2162175"/>
                <a:gd name="connsiteX52" fmla="*/ 433387 w 1624012"/>
                <a:gd name="connsiteY52" fmla="*/ 2133600 h 2162175"/>
                <a:gd name="connsiteX53" fmla="*/ 464343 w 1624012"/>
                <a:gd name="connsiteY53" fmla="*/ 1950244 h 2162175"/>
                <a:gd name="connsiteX54" fmla="*/ 481012 w 1624012"/>
                <a:gd name="connsiteY54" fmla="*/ 1921669 h 2162175"/>
                <a:gd name="connsiteX55" fmla="*/ 507206 w 1624012"/>
                <a:gd name="connsiteY55" fmla="*/ 1940719 h 2162175"/>
                <a:gd name="connsiteX56" fmla="*/ 631031 w 1624012"/>
                <a:gd name="connsiteY56" fmla="*/ 1952625 h 2162175"/>
                <a:gd name="connsiteX57" fmla="*/ 666750 w 1624012"/>
                <a:gd name="connsiteY57" fmla="*/ 1964531 h 2162175"/>
                <a:gd name="connsiteX58" fmla="*/ 669131 w 1624012"/>
                <a:gd name="connsiteY58" fmla="*/ 1902619 h 2162175"/>
                <a:gd name="connsiteX59" fmla="*/ 719137 w 1624012"/>
                <a:gd name="connsiteY59" fmla="*/ 1883569 h 2162175"/>
                <a:gd name="connsiteX60" fmla="*/ 776287 w 1624012"/>
                <a:gd name="connsiteY60" fmla="*/ 1812131 h 2162175"/>
                <a:gd name="connsiteX61" fmla="*/ 792956 w 1624012"/>
                <a:gd name="connsiteY61" fmla="*/ 1797844 h 2162175"/>
                <a:gd name="connsiteX62" fmla="*/ 926306 w 1624012"/>
                <a:gd name="connsiteY62" fmla="*/ 1802606 h 2162175"/>
                <a:gd name="connsiteX63" fmla="*/ 966787 w 1624012"/>
                <a:gd name="connsiteY63" fmla="*/ 1809750 h 2162175"/>
                <a:gd name="connsiteX64" fmla="*/ 1000125 w 1624012"/>
                <a:gd name="connsiteY64" fmla="*/ 1747837 h 2162175"/>
                <a:gd name="connsiteX65" fmla="*/ 1066800 w 1624012"/>
                <a:gd name="connsiteY65" fmla="*/ 1712119 h 2162175"/>
                <a:gd name="connsiteX66" fmla="*/ 1095375 w 1624012"/>
                <a:gd name="connsiteY66" fmla="*/ 1707356 h 2162175"/>
                <a:gd name="connsiteX67" fmla="*/ 1119187 w 1624012"/>
                <a:gd name="connsiteY67" fmla="*/ 1683544 h 2162175"/>
                <a:gd name="connsiteX68" fmla="*/ 1140618 w 1624012"/>
                <a:gd name="connsiteY68" fmla="*/ 1704975 h 2162175"/>
                <a:gd name="connsiteX69" fmla="*/ 1154906 w 1624012"/>
                <a:gd name="connsiteY69" fmla="*/ 1750219 h 2162175"/>
                <a:gd name="connsiteX70" fmla="*/ 1150143 w 1624012"/>
                <a:gd name="connsiteY70" fmla="*/ 1895475 h 2162175"/>
                <a:gd name="connsiteX71" fmla="*/ 1259681 w 1624012"/>
                <a:gd name="connsiteY71" fmla="*/ 1864519 h 2162175"/>
                <a:gd name="connsiteX72" fmla="*/ 1269206 w 1624012"/>
                <a:gd name="connsiteY72" fmla="*/ 1843087 h 2162175"/>
                <a:gd name="connsiteX73" fmla="*/ 1340643 w 1624012"/>
                <a:gd name="connsiteY73" fmla="*/ 1812131 h 2162175"/>
                <a:gd name="connsiteX74" fmla="*/ 1371600 w 1624012"/>
                <a:gd name="connsiteY74" fmla="*/ 1785937 h 2162175"/>
                <a:gd name="connsiteX75" fmla="*/ 1419225 w 1624012"/>
                <a:gd name="connsiteY75" fmla="*/ 1783556 h 2162175"/>
                <a:gd name="connsiteX76" fmla="*/ 1457325 w 1624012"/>
                <a:gd name="connsiteY76" fmla="*/ 1752600 h 2162175"/>
                <a:gd name="connsiteX77" fmla="*/ 1478756 w 1624012"/>
                <a:gd name="connsiteY77" fmla="*/ 1690687 h 2162175"/>
                <a:gd name="connsiteX78" fmla="*/ 1504950 w 1624012"/>
                <a:gd name="connsiteY78" fmla="*/ 1654969 h 2162175"/>
                <a:gd name="connsiteX79" fmla="*/ 1585912 w 1624012"/>
                <a:gd name="connsiteY79" fmla="*/ 1633537 h 2162175"/>
                <a:gd name="connsiteX80" fmla="*/ 1616868 w 1624012"/>
                <a:gd name="connsiteY80" fmla="*/ 1574006 h 2162175"/>
                <a:gd name="connsiteX81" fmla="*/ 1624012 w 1624012"/>
                <a:gd name="connsiteY81" fmla="*/ 1554956 h 2162175"/>
                <a:gd name="connsiteX82" fmla="*/ 1585912 w 1624012"/>
                <a:gd name="connsiteY82" fmla="*/ 1473994 h 2162175"/>
                <a:gd name="connsiteX83" fmla="*/ 1612106 w 1624012"/>
                <a:gd name="connsiteY83" fmla="*/ 1443037 h 2162175"/>
                <a:gd name="connsiteX84" fmla="*/ 1600200 w 1624012"/>
                <a:gd name="connsiteY84" fmla="*/ 1397794 h 2162175"/>
                <a:gd name="connsiteX85" fmla="*/ 1574006 w 1624012"/>
                <a:gd name="connsiteY85" fmla="*/ 1378744 h 2162175"/>
                <a:gd name="connsiteX86" fmla="*/ 1593056 w 1624012"/>
                <a:gd name="connsiteY86" fmla="*/ 1283494 h 2162175"/>
                <a:gd name="connsiteX87" fmla="*/ 1390650 w 1624012"/>
                <a:gd name="connsiteY87" fmla="*/ 1243012 h 2162175"/>
                <a:gd name="connsiteX88" fmla="*/ 1350168 w 1624012"/>
                <a:gd name="connsiteY88" fmla="*/ 1259681 h 2162175"/>
                <a:gd name="connsiteX89" fmla="*/ 1295400 w 1624012"/>
                <a:gd name="connsiteY89" fmla="*/ 1245394 h 2162175"/>
                <a:gd name="connsiteX90" fmla="*/ 1345406 w 1624012"/>
                <a:gd name="connsiteY90" fmla="*/ 1193006 h 2162175"/>
                <a:gd name="connsiteX91" fmla="*/ 1350168 w 1624012"/>
                <a:gd name="connsiteY91" fmla="*/ 1152525 h 2162175"/>
                <a:gd name="connsiteX92" fmla="*/ 1302543 w 1624012"/>
                <a:gd name="connsiteY92" fmla="*/ 1150144 h 2162175"/>
                <a:gd name="connsiteX93" fmla="*/ 1350168 w 1624012"/>
                <a:gd name="connsiteY93" fmla="*/ 1000125 h 2162175"/>
                <a:gd name="connsiteX94" fmla="*/ 1397793 w 1624012"/>
                <a:gd name="connsiteY94" fmla="*/ 1000125 h 2162175"/>
                <a:gd name="connsiteX95" fmla="*/ 1454943 w 1624012"/>
                <a:gd name="connsiteY95" fmla="*/ 857250 h 2162175"/>
                <a:gd name="connsiteX96" fmla="*/ 1512093 w 1624012"/>
                <a:gd name="connsiteY96" fmla="*/ 862012 h 2162175"/>
                <a:gd name="connsiteX97" fmla="*/ 1533525 w 1624012"/>
                <a:gd name="connsiteY97" fmla="*/ 766762 h 2162175"/>
                <a:gd name="connsiteX98" fmla="*/ 1497806 w 1624012"/>
                <a:gd name="connsiteY98" fmla="*/ 704850 h 2162175"/>
                <a:gd name="connsiteX99" fmla="*/ 1457325 w 1624012"/>
                <a:gd name="connsiteY99" fmla="*/ 757237 h 2162175"/>
                <a:gd name="connsiteX100" fmla="*/ 1400175 w 1624012"/>
                <a:gd name="connsiteY100" fmla="*/ 733425 h 2162175"/>
                <a:gd name="connsiteX101" fmla="*/ 1359693 w 1624012"/>
                <a:gd name="connsiteY101" fmla="*/ 738187 h 2162175"/>
                <a:gd name="connsiteX102" fmla="*/ 1323975 w 1624012"/>
                <a:gd name="connsiteY102" fmla="*/ 661987 h 2162175"/>
                <a:gd name="connsiteX103" fmla="*/ 1376362 w 1624012"/>
                <a:gd name="connsiteY103" fmla="*/ 609600 h 2162175"/>
                <a:gd name="connsiteX104" fmla="*/ 1095375 w 1624012"/>
                <a:gd name="connsiteY104" fmla="*/ 423862 h 2162175"/>
                <a:gd name="connsiteX105" fmla="*/ 1126331 w 1624012"/>
                <a:gd name="connsiteY105" fmla="*/ 364331 h 2162175"/>
                <a:gd name="connsiteX106" fmla="*/ 1169193 w 1624012"/>
                <a:gd name="connsiteY106" fmla="*/ 366712 h 2162175"/>
                <a:gd name="connsiteX107" fmla="*/ 1123950 w 1624012"/>
                <a:gd name="connsiteY107" fmla="*/ 273844 h 2162175"/>
                <a:gd name="connsiteX108" fmla="*/ 1112043 w 1624012"/>
                <a:gd name="connsiteY108" fmla="*/ 54769 h 2162175"/>
                <a:gd name="connsiteX109" fmla="*/ 1021556 w 1624012"/>
                <a:gd name="connsiteY109" fmla="*/ 57150 h 2162175"/>
                <a:gd name="connsiteX110" fmla="*/ 983456 w 1624012"/>
                <a:gd name="connsiteY110" fmla="*/ 88106 h 2162175"/>
                <a:gd name="connsiteX111" fmla="*/ 923925 w 1624012"/>
                <a:gd name="connsiteY111" fmla="*/ 40481 h 2162175"/>
                <a:gd name="connsiteX112" fmla="*/ 792956 w 1624012"/>
                <a:gd name="connsiteY112" fmla="*/ 114300 h 2162175"/>
                <a:gd name="connsiteX113" fmla="*/ 711993 w 1624012"/>
                <a:gd name="connsiteY113" fmla="*/ 102394 h 2162175"/>
                <a:gd name="connsiteX114" fmla="*/ 726281 w 1624012"/>
                <a:gd name="connsiteY114" fmla="*/ 66675 h 2162175"/>
                <a:gd name="connsiteX115" fmla="*/ 483393 w 1624012"/>
                <a:gd name="connsiteY115" fmla="*/ 0 h 216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624012" h="2162175">
                  <a:moveTo>
                    <a:pt x="483393" y="0"/>
                  </a:moveTo>
                  <a:lnTo>
                    <a:pt x="514350" y="59531"/>
                  </a:lnTo>
                  <a:lnTo>
                    <a:pt x="423862" y="116681"/>
                  </a:lnTo>
                  <a:lnTo>
                    <a:pt x="442912" y="209550"/>
                  </a:lnTo>
                  <a:lnTo>
                    <a:pt x="469106" y="238125"/>
                  </a:lnTo>
                  <a:lnTo>
                    <a:pt x="442912" y="283369"/>
                  </a:lnTo>
                  <a:lnTo>
                    <a:pt x="416718" y="285750"/>
                  </a:lnTo>
                  <a:lnTo>
                    <a:pt x="407193" y="323850"/>
                  </a:lnTo>
                  <a:lnTo>
                    <a:pt x="407193" y="323850"/>
                  </a:lnTo>
                  <a:lnTo>
                    <a:pt x="354806" y="314325"/>
                  </a:lnTo>
                  <a:lnTo>
                    <a:pt x="319087" y="316706"/>
                  </a:lnTo>
                  <a:lnTo>
                    <a:pt x="307181" y="397669"/>
                  </a:lnTo>
                  <a:lnTo>
                    <a:pt x="252412" y="381000"/>
                  </a:lnTo>
                  <a:lnTo>
                    <a:pt x="152400" y="352425"/>
                  </a:lnTo>
                  <a:lnTo>
                    <a:pt x="0" y="345281"/>
                  </a:lnTo>
                  <a:lnTo>
                    <a:pt x="19050" y="381000"/>
                  </a:lnTo>
                  <a:lnTo>
                    <a:pt x="133350" y="419100"/>
                  </a:lnTo>
                  <a:cubicBezTo>
                    <a:pt x="134144" y="477837"/>
                    <a:pt x="134937" y="536575"/>
                    <a:pt x="135731" y="595312"/>
                  </a:cubicBezTo>
                  <a:lnTo>
                    <a:pt x="195262" y="590550"/>
                  </a:lnTo>
                  <a:lnTo>
                    <a:pt x="238125" y="647700"/>
                  </a:lnTo>
                  <a:lnTo>
                    <a:pt x="300037" y="652462"/>
                  </a:lnTo>
                  <a:lnTo>
                    <a:pt x="300037" y="685800"/>
                  </a:lnTo>
                  <a:lnTo>
                    <a:pt x="230981" y="692944"/>
                  </a:lnTo>
                  <a:lnTo>
                    <a:pt x="230981" y="842962"/>
                  </a:lnTo>
                  <a:lnTo>
                    <a:pt x="138112" y="842962"/>
                  </a:lnTo>
                  <a:lnTo>
                    <a:pt x="140493" y="883444"/>
                  </a:lnTo>
                  <a:lnTo>
                    <a:pt x="142875" y="992981"/>
                  </a:lnTo>
                  <a:lnTo>
                    <a:pt x="133350" y="1107281"/>
                  </a:lnTo>
                  <a:lnTo>
                    <a:pt x="140493" y="1193006"/>
                  </a:lnTo>
                  <a:lnTo>
                    <a:pt x="69056" y="1271587"/>
                  </a:lnTo>
                  <a:lnTo>
                    <a:pt x="176212" y="1269206"/>
                  </a:lnTo>
                  <a:lnTo>
                    <a:pt x="223837" y="1226344"/>
                  </a:lnTo>
                  <a:lnTo>
                    <a:pt x="271462" y="1333500"/>
                  </a:lnTo>
                  <a:lnTo>
                    <a:pt x="407193" y="1366837"/>
                  </a:lnTo>
                  <a:lnTo>
                    <a:pt x="392906" y="1464469"/>
                  </a:lnTo>
                  <a:lnTo>
                    <a:pt x="311943" y="1519237"/>
                  </a:lnTo>
                  <a:lnTo>
                    <a:pt x="266700" y="1521619"/>
                  </a:lnTo>
                  <a:lnTo>
                    <a:pt x="264318" y="1550194"/>
                  </a:lnTo>
                  <a:lnTo>
                    <a:pt x="219075" y="1550194"/>
                  </a:lnTo>
                  <a:lnTo>
                    <a:pt x="195262" y="1528762"/>
                  </a:lnTo>
                  <a:lnTo>
                    <a:pt x="104775" y="1519237"/>
                  </a:lnTo>
                  <a:lnTo>
                    <a:pt x="100012" y="1652587"/>
                  </a:lnTo>
                  <a:lnTo>
                    <a:pt x="66675" y="1683544"/>
                  </a:lnTo>
                  <a:lnTo>
                    <a:pt x="66675" y="1714500"/>
                  </a:lnTo>
                  <a:lnTo>
                    <a:pt x="116681" y="1724025"/>
                  </a:lnTo>
                  <a:lnTo>
                    <a:pt x="128587" y="1778794"/>
                  </a:lnTo>
                  <a:lnTo>
                    <a:pt x="238125" y="1804987"/>
                  </a:lnTo>
                  <a:lnTo>
                    <a:pt x="147637" y="2074069"/>
                  </a:lnTo>
                  <a:lnTo>
                    <a:pt x="190500" y="2095500"/>
                  </a:lnTo>
                  <a:lnTo>
                    <a:pt x="254793" y="2085975"/>
                  </a:lnTo>
                  <a:lnTo>
                    <a:pt x="330993" y="2162175"/>
                  </a:lnTo>
                  <a:lnTo>
                    <a:pt x="388143" y="2133600"/>
                  </a:lnTo>
                  <a:lnTo>
                    <a:pt x="433387" y="2133600"/>
                  </a:lnTo>
                  <a:lnTo>
                    <a:pt x="464343" y="1950244"/>
                  </a:lnTo>
                  <a:lnTo>
                    <a:pt x="481012" y="1921669"/>
                  </a:lnTo>
                  <a:lnTo>
                    <a:pt x="507206" y="1940719"/>
                  </a:lnTo>
                  <a:lnTo>
                    <a:pt x="631031" y="1952625"/>
                  </a:lnTo>
                  <a:lnTo>
                    <a:pt x="666750" y="1964531"/>
                  </a:lnTo>
                  <a:cubicBezTo>
                    <a:pt x="667544" y="1943894"/>
                    <a:pt x="668337" y="1923256"/>
                    <a:pt x="669131" y="1902619"/>
                  </a:cubicBezTo>
                  <a:lnTo>
                    <a:pt x="719137" y="1883569"/>
                  </a:lnTo>
                  <a:lnTo>
                    <a:pt x="776287" y="1812131"/>
                  </a:lnTo>
                  <a:lnTo>
                    <a:pt x="792956" y="1797844"/>
                  </a:lnTo>
                  <a:lnTo>
                    <a:pt x="926306" y="1802606"/>
                  </a:lnTo>
                  <a:lnTo>
                    <a:pt x="966787" y="1809750"/>
                  </a:lnTo>
                  <a:lnTo>
                    <a:pt x="1000125" y="1747837"/>
                  </a:lnTo>
                  <a:lnTo>
                    <a:pt x="1066800" y="1712119"/>
                  </a:lnTo>
                  <a:lnTo>
                    <a:pt x="1095375" y="1707356"/>
                  </a:lnTo>
                  <a:lnTo>
                    <a:pt x="1119187" y="1683544"/>
                  </a:lnTo>
                  <a:lnTo>
                    <a:pt x="1140618" y="1704975"/>
                  </a:lnTo>
                  <a:lnTo>
                    <a:pt x="1154906" y="1750219"/>
                  </a:lnTo>
                  <a:lnTo>
                    <a:pt x="1150143" y="1895475"/>
                  </a:lnTo>
                  <a:lnTo>
                    <a:pt x="1259681" y="1864519"/>
                  </a:lnTo>
                  <a:lnTo>
                    <a:pt x="1269206" y="1843087"/>
                  </a:lnTo>
                  <a:lnTo>
                    <a:pt x="1340643" y="1812131"/>
                  </a:lnTo>
                  <a:lnTo>
                    <a:pt x="1371600" y="1785937"/>
                  </a:lnTo>
                  <a:lnTo>
                    <a:pt x="1419225" y="1783556"/>
                  </a:lnTo>
                  <a:lnTo>
                    <a:pt x="1457325" y="1752600"/>
                  </a:lnTo>
                  <a:lnTo>
                    <a:pt x="1478756" y="1690687"/>
                  </a:lnTo>
                  <a:lnTo>
                    <a:pt x="1504950" y="1654969"/>
                  </a:lnTo>
                  <a:lnTo>
                    <a:pt x="1585912" y="1633537"/>
                  </a:lnTo>
                  <a:lnTo>
                    <a:pt x="1616868" y="1574006"/>
                  </a:lnTo>
                  <a:lnTo>
                    <a:pt x="1624012" y="1554956"/>
                  </a:lnTo>
                  <a:lnTo>
                    <a:pt x="1585912" y="1473994"/>
                  </a:lnTo>
                  <a:lnTo>
                    <a:pt x="1612106" y="1443037"/>
                  </a:lnTo>
                  <a:lnTo>
                    <a:pt x="1600200" y="1397794"/>
                  </a:lnTo>
                  <a:lnTo>
                    <a:pt x="1574006" y="1378744"/>
                  </a:lnTo>
                  <a:lnTo>
                    <a:pt x="1593056" y="1283494"/>
                  </a:lnTo>
                  <a:lnTo>
                    <a:pt x="1390650" y="1243012"/>
                  </a:lnTo>
                  <a:lnTo>
                    <a:pt x="1350168" y="1259681"/>
                  </a:lnTo>
                  <a:lnTo>
                    <a:pt x="1295400" y="1245394"/>
                  </a:lnTo>
                  <a:lnTo>
                    <a:pt x="1345406" y="1193006"/>
                  </a:lnTo>
                  <a:lnTo>
                    <a:pt x="1350168" y="1152525"/>
                  </a:lnTo>
                  <a:lnTo>
                    <a:pt x="1302543" y="1150144"/>
                  </a:lnTo>
                  <a:lnTo>
                    <a:pt x="1350168" y="1000125"/>
                  </a:lnTo>
                  <a:lnTo>
                    <a:pt x="1397793" y="1000125"/>
                  </a:lnTo>
                  <a:lnTo>
                    <a:pt x="1454943" y="857250"/>
                  </a:lnTo>
                  <a:lnTo>
                    <a:pt x="1512093" y="862012"/>
                  </a:lnTo>
                  <a:lnTo>
                    <a:pt x="1533525" y="766762"/>
                  </a:lnTo>
                  <a:lnTo>
                    <a:pt x="1497806" y="704850"/>
                  </a:lnTo>
                  <a:lnTo>
                    <a:pt x="1457325" y="757237"/>
                  </a:lnTo>
                  <a:lnTo>
                    <a:pt x="1400175" y="733425"/>
                  </a:lnTo>
                  <a:lnTo>
                    <a:pt x="1359693" y="738187"/>
                  </a:lnTo>
                  <a:lnTo>
                    <a:pt x="1323975" y="661987"/>
                  </a:lnTo>
                  <a:lnTo>
                    <a:pt x="1376362" y="609600"/>
                  </a:lnTo>
                  <a:lnTo>
                    <a:pt x="1095375" y="423862"/>
                  </a:lnTo>
                  <a:lnTo>
                    <a:pt x="1126331" y="364331"/>
                  </a:lnTo>
                  <a:lnTo>
                    <a:pt x="1169193" y="366712"/>
                  </a:lnTo>
                  <a:lnTo>
                    <a:pt x="1123950" y="273844"/>
                  </a:lnTo>
                  <a:lnTo>
                    <a:pt x="1112043" y="54769"/>
                  </a:lnTo>
                  <a:lnTo>
                    <a:pt x="1021556" y="57150"/>
                  </a:lnTo>
                  <a:lnTo>
                    <a:pt x="983456" y="88106"/>
                  </a:lnTo>
                  <a:lnTo>
                    <a:pt x="923925" y="40481"/>
                  </a:lnTo>
                  <a:lnTo>
                    <a:pt x="792956" y="114300"/>
                  </a:lnTo>
                  <a:lnTo>
                    <a:pt x="711993" y="102394"/>
                  </a:lnTo>
                  <a:lnTo>
                    <a:pt x="726281" y="66675"/>
                  </a:lnTo>
                  <a:lnTo>
                    <a:pt x="483393" y="0"/>
                  </a:lnTo>
                  <a:close/>
                </a:path>
              </a:pathLst>
            </a:custGeom>
            <a:solidFill>
              <a:srgbClr val="44546A">
                <a:lumMod val="40000"/>
                <a:lumOff val="60000"/>
              </a:srgbClr>
            </a:solidFill>
            <a:ln w="3175" cap="rnd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27" name="Freeform: Shape 370">
              <a:extLst>
                <a:ext uri="{FF2B5EF4-FFF2-40B4-BE49-F238E27FC236}">
                  <a16:creationId xmlns:a16="http://schemas.microsoft.com/office/drawing/2014/main" xmlns="" id="{6D43A511-C6FC-408D-897E-5F6BE65A9982}"/>
                </a:ext>
              </a:extLst>
            </p:cNvPr>
            <p:cNvSpPr/>
            <p:nvPr/>
          </p:nvSpPr>
          <p:spPr>
            <a:xfrm>
              <a:off x="5810624" y="3230573"/>
              <a:ext cx="1241229" cy="1581806"/>
            </a:xfrm>
            <a:custGeom>
              <a:avLst/>
              <a:gdLst>
                <a:gd name="connsiteX0" fmla="*/ 185738 w 1969294"/>
                <a:gd name="connsiteY0" fmla="*/ 288131 h 2390775"/>
                <a:gd name="connsiteX1" fmla="*/ 207169 w 1969294"/>
                <a:gd name="connsiteY1" fmla="*/ 371475 h 2390775"/>
                <a:gd name="connsiteX2" fmla="*/ 214313 w 1969294"/>
                <a:gd name="connsiteY2" fmla="*/ 495300 h 2390775"/>
                <a:gd name="connsiteX3" fmla="*/ 171450 w 1969294"/>
                <a:gd name="connsiteY3" fmla="*/ 585787 h 2390775"/>
                <a:gd name="connsiteX4" fmla="*/ 214313 w 1969294"/>
                <a:gd name="connsiteY4" fmla="*/ 631031 h 2390775"/>
                <a:gd name="connsiteX5" fmla="*/ 197644 w 1969294"/>
                <a:gd name="connsiteY5" fmla="*/ 683418 h 2390775"/>
                <a:gd name="connsiteX6" fmla="*/ 157163 w 1969294"/>
                <a:gd name="connsiteY6" fmla="*/ 731043 h 2390775"/>
                <a:gd name="connsiteX7" fmla="*/ 161925 w 1969294"/>
                <a:gd name="connsiteY7" fmla="*/ 752475 h 2390775"/>
                <a:gd name="connsiteX8" fmla="*/ 173832 w 1969294"/>
                <a:gd name="connsiteY8" fmla="*/ 785812 h 2390775"/>
                <a:gd name="connsiteX9" fmla="*/ 221457 w 1969294"/>
                <a:gd name="connsiteY9" fmla="*/ 790575 h 2390775"/>
                <a:gd name="connsiteX10" fmla="*/ 223838 w 1969294"/>
                <a:gd name="connsiteY10" fmla="*/ 821531 h 2390775"/>
                <a:gd name="connsiteX11" fmla="*/ 216694 w 1969294"/>
                <a:gd name="connsiteY11" fmla="*/ 847725 h 2390775"/>
                <a:gd name="connsiteX12" fmla="*/ 214313 w 1969294"/>
                <a:gd name="connsiteY12" fmla="*/ 892968 h 2390775"/>
                <a:gd name="connsiteX13" fmla="*/ 192882 w 1969294"/>
                <a:gd name="connsiteY13" fmla="*/ 926306 h 2390775"/>
                <a:gd name="connsiteX14" fmla="*/ 228600 w 1969294"/>
                <a:gd name="connsiteY14" fmla="*/ 942975 h 2390775"/>
                <a:gd name="connsiteX15" fmla="*/ 254794 w 1969294"/>
                <a:gd name="connsiteY15" fmla="*/ 959643 h 2390775"/>
                <a:gd name="connsiteX16" fmla="*/ 338138 w 1969294"/>
                <a:gd name="connsiteY16" fmla="*/ 971550 h 2390775"/>
                <a:gd name="connsiteX17" fmla="*/ 338138 w 1969294"/>
                <a:gd name="connsiteY17" fmla="*/ 1045368 h 2390775"/>
                <a:gd name="connsiteX18" fmla="*/ 342900 w 1969294"/>
                <a:gd name="connsiteY18" fmla="*/ 1083468 h 2390775"/>
                <a:gd name="connsiteX19" fmla="*/ 300038 w 1969294"/>
                <a:gd name="connsiteY19" fmla="*/ 1135856 h 2390775"/>
                <a:gd name="connsiteX20" fmla="*/ 192882 w 1969294"/>
                <a:gd name="connsiteY20" fmla="*/ 1123950 h 2390775"/>
                <a:gd name="connsiteX21" fmla="*/ 159544 w 1969294"/>
                <a:gd name="connsiteY21" fmla="*/ 1243012 h 2390775"/>
                <a:gd name="connsiteX22" fmla="*/ 152400 w 1969294"/>
                <a:gd name="connsiteY22" fmla="*/ 1293018 h 2390775"/>
                <a:gd name="connsiteX23" fmla="*/ 95250 w 1969294"/>
                <a:gd name="connsiteY23" fmla="*/ 1371600 h 2390775"/>
                <a:gd name="connsiteX24" fmla="*/ 90488 w 1969294"/>
                <a:gd name="connsiteY24" fmla="*/ 1421606 h 2390775"/>
                <a:gd name="connsiteX25" fmla="*/ 9525 w 1969294"/>
                <a:gd name="connsiteY25" fmla="*/ 1426368 h 2390775"/>
                <a:gd name="connsiteX26" fmla="*/ 0 w 1969294"/>
                <a:gd name="connsiteY26" fmla="*/ 1533525 h 2390775"/>
                <a:gd name="connsiteX27" fmla="*/ 119063 w 1969294"/>
                <a:gd name="connsiteY27" fmla="*/ 1685925 h 2390775"/>
                <a:gd name="connsiteX28" fmla="*/ 135732 w 1969294"/>
                <a:gd name="connsiteY28" fmla="*/ 1612106 h 2390775"/>
                <a:gd name="connsiteX29" fmla="*/ 197644 w 1969294"/>
                <a:gd name="connsiteY29" fmla="*/ 1533525 h 2390775"/>
                <a:gd name="connsiteX30" fmla="*/ 238125 w 1969294"/>
                <a:gd name="connsiteY30" fmla="*/ 1543050 h 2390775"/>
                <a:gd name="connsiteX31" fmla="*/ 240507 w 1969294"/>
                <a:gd name="connsiteY31" fmla="*/ 1559718 h 2390775"/>
                <a:gd name="connsiteX32" fmla="*/ 228600 w 1969294"/>
                <a:gd name="connsiteY32" fmla="*/ 1600200 h 2390775"/>
                <a:gd name="connsiteX33" fmla="*/ 266700 w 1969294"/>
                <a:gd name="connsiteY33" fmla="*/ 1609725 h 2390775"/>
                <a:gd name="connsiteX34" fmla="*/ 292894 w 1969294"/>
                <a:gd name="connsiteY34" fmla="*/ 1654968 h 2390775"/>
                <a:gd name="connsiteX35" fmla="*/ 326232 w 1969294"/>
                <a:gd name="connsiteY35" fmla="*/ 1659731 h 2390775"/>
                <a:gd name="connsiteX36" fmla="*/ 328613 w 1969294"/>
                <a:gd name="connsiteY36" fmla="*/ 1714500 h 2390775"/>
                <a:gd name="connsiteX37" fmla="*/ 266700 w 1969294"/>
                <a:gd name="connsiteY37" fmla="*/ 1714500 h 2390775"/>
                <a:gd name="connsiteX38" fmla="*/ 271463 w 1969294"/>
                <a:gd name="connsiteY38" fmla="*/ 1743075 h 2390775"/>
                <a:gd name="connsiteX39" fmla="*/ 216694 w 1969294"/>
                <a:gd name="connsiteY39" fmla="*/ 1802606 h 2390775"/>
                <a:gd name="connsiteX40" fmla="*/ 228600 w 1969294"/>
                <a:gd name="connsiteY40" fmla="*/ 1835943 h 2390775"/>
                <a:gd name="connsiteX41" fmla="*/ 307182 w 1969294"/>
                <a:gd name="connsiteY41" fmla="*/ 1838325 h 2390775"/>
                <a:gd name="connsiteX42" fmla="*/ 311944 w 1969294"/>
                <a:gd name="connsiteY42" fmla="*/ 1893093 h 2390775"/>
                <a:gd name="connsiteX43" fmla="*/ 345282 w 1969294"/>
                <a:gd name="connsiteY43" fmla="*/ 1895475 h 2390775"/>
                <a:gd name="connsiteX44" fmla="*/ 376238 w 1969294"/>
                <a:gd name="connsiteY44" fmla="*/ 1943100 h 2390775"/>
                <a:gd name="connsiteX45" fmla="*/ 466725 w 1969294"/>
                <a:gd name="connsiteY45" fmla="*/ 1928812 h 2390775"/>
                <a:gd name="connsiteX46" fmla="*/ 531019 w 1969294"/>
                <a:gd name="connsiteY46" fmla="*/ 1897856 h 2390775"/>
                <a:gd name="connsiteX47" fmla="*/ 552450 w 1969294"/>
                <a:gd name="connsiteY47" fmla="*/ 1921668 h 2390775"/>
                <a:gd name="connsiteX48" fmla="*/ 576263 w 1969294"/>
                <a:gd name="connsiteY48" fmla="*/ 1881187 h 2390775"/>
                <a:gd name="connsiteX49" fmla="*/ 650082 w 1969294"/>
                <a:gd name="connsiteY49" fmla="*/ 1840706 h 2390775"/>
                <a:gd name="connsiteX50" fmla="*/ 666750 w 1969294"/>
                <a:gd name="connsiteY50" fmla="*/ 1857375 h 2390775"/>
                <a:gd name="connsiteX51" fmla="*/ 754857 w 1969294"/>
                <a:gd name="connsiteY51" fmla="*/ 1969293 h 2390775"/>
                <a:gd name="connsiteX52" fmla="*/ 816769 w 1969294"/>
                <a:gd name="connsiteY52" fmla="*/ 1969293 h 2390775"/>
                <a:gd name="connsiteX53" fmla="*/ 871538 w 1969294"/>
                <a:gd name="connsiteY53" fmla="*/ 1909762 h 2390775"/>
                <a:gd name="connsiteX54" fmla="*/ 928688 w 1969294"/>
                <a:gd name="connsiteY54" fmla="*/ 1945481 h 2390775"/>
                <a:gd name="connsiteX55" fmla="*/ 881063 w 1969294"/>
                <a:gd name="connsiteY55" fmla="*/ 2005012 h 2390775"/>
                <a:gd name="connsiteX56" fmla="*/ 881063 w 1969294"/>
                <a:gd name="connsiteY56" fmla="*/ 2043112 h 2390775"/>
                <a:gd name="connsiteX57" fmla="*/ 864394 w 1969294"/>
                <a:gd name="connsiteY57" fmla="*/ 2074068 h 2390775"/>
                <a:gd name="connsiteX58" fmla="*/ 904875 w 1969294"/>
                <a:gd name="connsiteY58" fmla="*/ 2112168 h 2390775"/>
                <a:gd name="connsiteX59" fmla="*/ 957263 w 1969294"/>
                <a:gd name="connsiteY59" fmla="*/ 2114550 h 2390775"/>
                <a:gd name="connsiteX60" fmla="*/ 992982 w 1969294"/>
                <a:gd name="connsiteY60" fmla="*/ 2159793 h 2390775"/>
                <a:gd name="connsiteX61" fmla="*/ 1033463 w 1969294"/>
                <a:gd name="connsiteY61" fmla="*/ 2119312 h 2390775"/>
                <a:gd name="connsiteX62" fmla="*/ 1100138 w 1969294"/>
                <a:gd name="connsiteY62" fmla="*/ 2095500 h 2390775"/>
                <a:gd name="connsiteX63" fmla="*/ 1100138 w 1969294"/>
                <a:gd name="connsiteY63" fmla="*/ 2040731 h 2390775"/>
                <a:gd name="connsiteX64" fmla="*/ 1135857 w 1969294"/>
                <a:gd name="connsiteY64" fmla="*/ 2028825 h 2390775"/>
                <a:gd name="connsiteX65" fmla="*/ 1145382 w 1969294"/>
                <a:gd name="connsiteY65" fmla="*/ 2000250 h 2390775"/>
                <a:gd name="connsiteX66" fmla="*/ 1152525 w 1969294"/>
                <a:gd name="connsiteY66" fmla="*/ 2000250 h 2390775"/>
                <a:gd name="connsiteX67" fmla="*/ 1159669 w 1969294"/>
                <a:gd name="connsiteY67" fmla="*/ 1974056 h 2390775"/>
                <a:gd name="connsiteX68" fmla="*/ 1262063 w 1969294"/>
                <a:gd name="connsiteY68" fmla="*/ 1997868 h 2390775"/>
                <a:gd name="connsiteX69" fmla="*/ 1285875 w 1969294"/>
                <a:gd name="connsiteY69" fmla="*/ 2019300 h 2390775"/>
                <a:gd name="connsiteX70" fmla="*/ 1266825 w 1969294"/>
                <a:gd name="connsiteY70" fmla="*/ 2055018 h 2390775"/>
                <a:gd name="connsiteX71" fmla="*/ 1254919 w 1969294"/>
                <a:gd name="connsiteY71" fmla="*/ 2093118 h 2390775"/>
                <a:gd name="connsiteX72" fmla="*/ 1254919 w 1969294"/>
                <a:gd name="connsiteY72" fmla="*/ 2093118 h 2390775"/>
                <a:gd name="connsiteX73" fmla="*/ 1264444 w 1969294"/>
                <a:gd name="connsiteY73" fmla="*/ 2159793 h 2390775"/>
                <a:gd name="connsiteX74" fmla="*/ 1252538 w 1969294"/>
                <a:gd name="connsiteY74" fmla="*/ 2205037 h 2390775"/>
                <a:gd name="connsiteX75" fmla="*/ 1247775 w 1969294"/>
                <a:gd name="connsiteY75" fmla="*/ 2266950 h 2390775"/>
                <a:gd name="connsiteX76" fmla="*/ 1388269 w 1969294"/>
                <a:gd name="connsiteY76" fmla="*/ 2266950 h 2390775"/>
                <a:gd name="connsiteX77" fmla="*/ 1426369 w 1969294"/>
                <a:gd name="connsiteY77" fmla="*/ 2328862 h 2390775"/>
                <a:gd name="connsiteX78" fmla="*/ 1419225 w 1969294"/>
                <a:gd name="connsiteY78" fmla="*/ 2366962 h 2390775"/>
                <a:gd name="connsiteX79" fmla="*/ 1481138 w 1969294"/>
                <a:gd name="connsiteY79" fmla="*/ 2390775 h 2390775"/>
                <a:gd name="connsiteX80" fmla="*/ 1574007 w 1969294"/>
                <a:gd name="connsiteY80" fmla="*/ 2381250 h 2390775"/>
                <a:gd name="connsiteX81" fmla="*/ 1650207 w 1969294"/>
                <a:gd name="connsiteY81" fmla="*/ 2388393 h 2390775"/>
                <a:gd name="connsiteX82" fmla="*/ 1731169 w 1969294"/>
                <a:gd name="connsiteY82" fmla="*/ 2121693 h 2390775"/>
                <a:gd name="connsiteX83" fmla="*/ 1626394 w 1969294"/>
                <a:gd name="connsiteY83" fmla="*/ 2095500 h 2390775"/>
                <a:gd name="connsiteX84" fmla="*/ 1614488 w 1969294"/>
                <a:gd name="connsiteY84" fmla="*/ 2035968 h 2390775"/>
                <a:gd name="connsiteX85" fmla="*/ 1566863 w 1969294"/>
                <a:gd name="connsiteY85" fmla="*/ 2035968 h 2390775"/>
                <a:gd name="connsiteX86" fmla="*/ 1566863 w 1969294"/>
                <a:gd name="connsiteY86" fmla="*/ 1997868 h 2390775"/>
                <a:gd name="connsiteX87" fmla="*/ 1597819 w 1969294"/>
                <a:gd name="connsiteY87" fmla="*/ 1959768 h 2390775"/>
                <a:gd name="connsiteX88" fmla="*/ 1607344 w 1969294"/>
                <a:gd name="connsiteY88" fmla="*/ 1833562 h 2390775"/>
                <a:gd name="connsiteX89" fmla="*/ 1688307 w 1969294"/>
                <a:gd name="connsiteY89" fmla="*/ 1847850 h 2390775"/>
                <a:gd name="connsiteX90" fmla="*/ 1721644 w 1969294"/>
                <a:gd name="connsiteY90" fmla="*/ 1866900 h 2390775"/>
                <a:gd name="connsiteX91" fmla="*/ 1759744 w 1969294"/>
                <a:gd name="connsiteY91" fmla="*/ 1869281 h 2390775"/>
                <a:gd name="connsiteX92" fmla="*/ 1764507 w 1969294"/>
                <a:gd name="connsiteY92" fmla="*/ 1835943 h 2390775"/>
                <a:gd name="connsiteX93" fmla="*/ 1814513 w 1969294"/>
                <a:gd name="connsiteY93" fmla="*/ 1838325 h 2390775"/>
                <a:gd name="connsiteX94" fmla="*/ 1888332 w 1969294"/>
                <a:gd name="connsiteY94" fmla="*/ 1778793 h 2390775"/>
                <a:gd name="connsiteX95" fmla="*/ 1897857 w 1969294"/>
                <a:gd name="connsiteY95" fmla="*/ 1683543 h 2390775"/>
                <a:gd name="connsiteX96" fmla="*/ 1766888 w 1969294"/>
                <a:gd name="connsiteY96" fmla="*/ 1647825 h 2390775"/>
                <a:gd name="connsiteX97" fmla="*/ 1719263 w 1969294"/>
                <a:gd name="connsiteY97" fmla="*/ 1540668 h 2390775"/>
                <a:gd name="connsiteX98" fmla="*/ 1678782 w 1969294"/>
                <a:gd name="connsiteY98" fmla="*/ 1578768 h 2390775"/>
                <a:gd name="connsiteX99" fmla="*/ 1559719 w 1969294"/>
                <a:gd name="connsiteY99" fmla="*/ 1588293 h 2390775"/>
                <a:gd name="connsiteX100" fmla="*/ 1638300 w 1969294"/>
                <a:gd name="connsiteY100" fmla="*/ 1502568 h 2390775"/>
                <a:gd name="connsiteX101" fmla="*/ 1635919 w 1969294"/>
                <a:gd name="connsiteY101" fmla="*/ 1154906 h 2390775"/>
                <a:gd name="connsiteX102" fmla="*/ 1731169 w 1969294"/>
                <a:gd name="connsiteY102" fmla="*/ 1154906 h 2390775"/>
                <a:gd name="connsiteX103" fmla="*/ 1731169 w 1969294"/>
                <a:gd name="connsiteY103" fmla="*/ 1012031 h 2390775"/>
                <a:gd name="connsiteX104" fmla="*/ 1800225 w 1969294"/>
                <a:gd name="connsiteY104" fmla="*/ 995362 h 2390775"/>
                <a:gd name="connsiteX105" fmla="*/ 1795463 w 1969294"/>
                <a:gd name="connsiteY105" fmla="*/ 964406 h 2390775"/>
                <a:gd name="connsiteX106" fmla="*/ 1735932 w 1969294"/>
                <a:gd name="connsiteY106" fmla="*/ 966787 h 2390775"/>
                <a:gd name="connsiteX107" fmla="*/ 1685925 w 1969294"/>
                <a:gd name="connsiteY107" fmla="*/ 909637 h 2390775"/>
                <a:gd name="connsiteX108" fmla="*/ 1633538 w 1969294"/>
                <a:gd name="connsiteY108" fmla="*/ 909637 h 2390775"/>
                <a:gd name="connsiteX109" fmla="*/ 1624013 w 1969294"/>
                <a:gd name="connsiteY109" fmla="*/ 728662 h 2390775"/>
                <a:gd name="connsiteX110" fmla="*/ 1512094 w 1969294"/>
                <a:gd name="connsiteY110" fmla="*/ 702468 h 2390775"/>
                <a:gd name="connsiteX111" fmla="*/ 1495425 w 1969294"/>
                <a:gd name="connsiteY111" fmla="*/ 652462 h 2390775"/>
                <a:gd name="connsiteX112" fmla="*/ 1650207 w 1969294"/>
                <a:gd name="connsiteY112" fmla="*/ 664368 h 2390775"/>
                <a:gd name="connsiteX113" fmla="*/ 1807369 w 1969294"/>
                <a:gd name="connsiteY113" fmla="*/ 716756 h 2390775"/>
                <a:gd name="connsiteX114" fmla="*/ 1812132 w 1969294"/>
                <a:gd name="connsiteY114" fmla="*/ 628650 h 2390775"/>
                <a:gd name="connsiteX115" fmla="*/ 1905000 w 1969294"/>
                <a:gd name="connsiteY115" fmla="*/ 640556 h 2390775"/>
                <a:gd name="connsiteX116" fmla="*/ 1912144 w 1969294"/>
                <a:gd name="connsiteY116" fmla="*/ 607218 h 2390775"/>
                <a:gd name="connsiteX117" fmla="*/ 1943100 w 1969294"/>
                <a:gd name="connsiteY117" fmla="*/ 597693 h 2390775"/>
                <a:gd name="connsiteX118" fmla="*/ 1966913 w 1969294"/>
                <a:gd name="connsiteY118" fmla="*/ 557212 h 2390775"/>
                <a:gd name="connsiteX119" fmla="*/ 1943100 w 1969294"/>
                <a:gd name="connsiteY119" fmla="*/ 521493 h 2390775"/>
                <a:gd name="connsiteX120" fmla="*/ 1969294 w 1969294"/>
                <a:gd name="connsiteY120" fmla="*/ 554831 h 2390775"/>
                <a:gd name="connsiteX121" fmla="*/ 1938338 w 1969294"/>
                <a:gd name="connsiteY121" fmla="*/ 602456 h 2390775"/>
                <a:gd name="connsiteX122" fmla="*/ 1878807 w 1969294"/>
                <a:gd name="connsiteY122" fmla="*/ 597693 h 2390775"/>
                <a:gd name="connsiteX123" fmla="*/ 1833563 w 1969294"/>
                <a:gd name="connsiteY123" fmla="*/ 552450 h 2390775"/>
                <a:gd name="connsiteX124" fmla="*/ 1824038 w 1969294"/>
                <a:gd name="connsiteY124" fmla="*/ 526256 h 2390775"/>
                <a:gd name="connsiteX125" fmla="*/ 1790700 w 1969294"/>
                <a:gd name="connsiteY125" fmla="*/ 504825 h 2390775"/>
                <a:gd name="connsiteX126" fmla="*/ 1790700 w 1969294"/>
                <a:gd name="connsiteY126" fmla="*/ 461962 h 2390775"/>
                <a:gd name="connsiteX127" fmla="*/ 1771650 w 1969294"/>
                <a:gd name="connsiteY127" fmla="*/ 450056 h 2390775"/>
                <a:gd name="connsiteX128" fmla="*/ 1754982 w 1969294"/>
                <a:gd name="connsiteY128" fmla="*/ 509587 h 2390775"/>
                <a:gd name="connsiteX129" fmla="*/ 1657350 w 1969294"/>
                <a:gd name="connsiteY129" fmla="*/ 502443 h 2390775"/>
                <a:gd name="connsiteX130" fmla="*/ 1616869 w 1969294"/>
                <a:gd name="connsiteY130" fmla="*/ 528637 h 2390775"/>
                <a:gd name="connsiteX131" fmla="*/ 1574007 w 1969294"/>
                <a:gd name="connsiteY131" fmla="*/ 509587 h 2390775"/>
                <a:gd name="connsiteX132" fmla="*/ 1528763 w 1969294"/>
                <a:gd name="connsiteY132" fmla="*/ 521493 h 2390775"/>
                <a:gd name="connsiteX133" fmla="*/ 1504950 w 1969294"/>
                <a:gd name="connsiteY133" fmla="*/ 504825 h 2390775"/>
                <a:gd name="connsiteX134" fmla="*/ 1466850 w 1969294"/>
                <a:gd name="connsiteY134" fmla="*/ 561975 h 2390775"/>
                <a:gd name="connsiteX135" fmla="*/ 1440657 w 1969294"/>
                <a:gd name="connsiteY135" fmla="*/ 528637 h 2390775"/>
                <a:gd name="connsiteX136" fmla="*/ 1409700 w 1969294"/>
                <a:gd name="connsiteY136" fmla="*/ 554831 h 2390775"/>
                <a:gd name="connsiteX137" fmla="*/ 1354932 w 1969294"/>
                <a:gd name="connsiteY137" fmla="*/ 516731 h 2390775"/>
                <a:gd name="connsiteX138" fmla="*/ 1354932 w 1969294"/>
                <a:gd name="connsiteY138" fmla="*/ 490537 h 2390775"/>
                <a:gd name="connsiteX139" fmla="*/ 1390650 w 1969294"/>
                <a:gd name="connsiteY139" fmla="*/ 483393 h 2390775"/>
                <a:gd name="connsiteX140" fmla="*/ 1412082 w 1969294"/>
                <a:gd name="connsiteY140" fmla="*/ 404812 h 2390775"/>
                <a:gd name="connsiteX141" fmla="*/ 1362075 w 1969294"/>
                <a:gd name="connsiteY141" fmla="*/ 402431 h 2390775"/>
                <a:gd name="connsiteX142" fmla="*/ 1359694 w 1969294"/>
                <a:gd name="connsiteY142" fmla="*/ 321468 h 2390775"/>
                <a:gd name="connsiteX143" fmla="*/ 1269207 w 1969294"/>
                <a:gd name="connsiteY143" fmla="*/ 326231 h 2390775"/>
                <a:gd name="connsiteX144" fmla="*/ 1262063 w 1969294"/>
                <a:gd name="connsiteY144" fmla="*/ 259556 h 2390775"/>
                <a:gd name="connsiteX145" fmla="*/ 1193007 w 1969294"/>
                <a:gd name="connsiteY145" fmla="*/ 254793 h 2390775"/>
                <a:gd name="connsiteX146" fmla="*/ 1123950 w 1969294"/>
                <a:gd name="connsiteY146" fmla="*/ 219075 h 2390775"/>
                <a:gd name="connsiteX147" fmla="*/ 1114425 w 1969294"/>
                <a:gd name="connsiteY147" fmla="*/ 328612 h 2390775"/>
                <a:gd name="connsiteX148" fmla="*/ 1033463 w 1969294"/>
                <a:gd name="connsiteY148" fmla="*/ 309562 h 2390775"/>
                <a:gd name="connsiteX149" fmla="*/ 959644 w 1969294"/>
                <a:gd name="connsiteY149" fmla="*/ 247650 h 2390775"/>
                <a:gd name="connsiteX150" fmla="*/ 919163 w 1969294"/>
                <a:gd name="connsiteY150" fmla="*/ 266700 h 2390775"/>
                <a:gd name="connsiteX151" fmla="*/ 857250 w 1969294"/>
                <a:gd name="connsiteY151" fmla="*/ 219075 h 2390775"/>
                <a:gd name="connsiteX152" fmla="*/ 900113 w 1969294"/>
                <a:gd name="connsiteY152" fmla="*/ 130968 h 2390775"/>
                <a:gd name="connsiteX153" fmla="*/ 897732 w 1969294"/>
                <a:gd name="connsiteY153" fmla="*/ 100012 h 2390775"/>
                <a:gd name="connsiteX154" fmla="*/ 921544 w 1969294"/>
                <a:gd name="connsiteY154" fmla="*/ 73818 h 2390775"/>
                <a:gd name="connsiteX155" fmla="*/ 969169 w 1969294"/>
                <a:gd name="connsiteY155" fmla="*/ 42862 h 2390775"/>
                <a:gd name="connsiteX156" fmla="*/ 873919 w 1969294"/>
                <a:gd name="connsiteY156" fmla="*/ 0 h 2390775"/>
                <a:gd name="connsiteX157" fmla="*/ 819150 w 1969294"/>
                <a:gd name="connsiteY157" fmla="*/ 14287 h 2390775"/>
                <a:gd name="connsiteX158" fmla="*/ 838200 w 1969294"/>
                <a:gd name="connsiteY158" fmla="*/ 54768 h 2390775"/>
                <a:gd name="connsiteX159" fmla="*/ 831057 w 1969294"/>
                <a:gd name="connsiteY159" fmla="*/ 80962 h 2390775"/>
                <a:gd name="connsiteX160" fmla="*/ 776288 w 1969294"/>
                <a:gd name="connsiteY160" fmla="*/ 52387 h 2390775"/>
                <a:gd name="connsiteX161" fmla="*/ 723900 w 1969294"/>
                <a:gd name="connsiteY161" fmla="*/ 76200 h 2390775"/>
                <a:gd name="connsiteX162" fmla="*/ 659607 w 1969294"/>
                <a:gd name="connsiteY162" fmla="*/ 61912 h 2390775"/>
                <a:gd name="connsiteX163" fmla="*/ 626269 w 1969294"/>
                <a:gd name="connsiteY163" fmla="*/ 116681 h 2390775"/>
                <a:gd name="connsiteX164" fmla="*/ 652463 w 1969294"/>
                <a:gd name="connsiteY164" fmla="*/ 192881 h 2390775"/>
                <a:gd name="connsiteX165" fmla="*/ 578644 w 1969294"/>
                <a:gd name="connsiteY165" fmla="*/ 204787 h 2390775"/>
                <a:gd name="connsiteX166" fmla="*/ 516732 w 1969294"/>
                <a:gd name="connsiteY166" fmla="*/ 216693 h 2390775"/>
                <a:gd name="connsiteX167" fmla="*/ 564357 w 1969294"/>
                <a:gd name="connsiteY167" fmla="*/ 157162 h 2390775"/>
                <a:gd name="connsiteX168" fmla="*/ 571500 w 1969294"/>
                <a:gd name="connsiteY168" fmla="*/ 80962 h 2390775"/>
                <a:gd name="connsiteX169" fmla="*/ 461963 w 1969294"/>
                <a:gd name="connsiteY169" fmla="*/ 33337 h 2390775"/>
                <a:gd name="connsiteX170" fmla="*/ 371475 w 1969294"/>
                <a:gd name="connsiteY170" fmla="*/ 83343 h 2390775"/>
                <a:gd name="connsiteX171" fmla="*/ 300038 w 1969294"/>
                <a:gd name="connsiteY171" fmla="*/ 85725 h 2390775"/>
                <a:gd name="connsiteX172" fmla="*/ 242888 w 1969294"/>
                <a:gd name="connsiteY172" fmla="*/ 154781 h 2390775"/>
                <a:gd name="connsiteX173" fmla="*/ 257175 w 1969294"/>
                <a:gd name="connsiteY173" fmla="*/ 233362 h 2390775"/>
                <a:gd name="connsiteX174" fmla="*/ 185738 w 1969294"/>
                <a:gd name="connsiteY174" fmla="*/ 288131 h 239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</a:cxnLst>
              <a:rect l="l" t="t" r="r" b="b"/>
              <a:pathLst>
                <a:path w="1969294" h="2390775">
                  <a:moveTo>
                    <a:pt x="185738" y="288131"/>
                  </a:moveTo>
                  <a:lnTo>
                    <a:pt x="207169" y="371475"/>
                  </a:lnTo>
                  <a:lnTo>
                    <a:pt x="214313" y="495300"/>
                  </a:lnTo>
                  <a:lnTo>
                    <a:pt x="171450" y="585787"/>
                  </a:lnTo>
                  <a:lnTo>
                    <a:pt x="214313" y="631031"/>
                  </a:lnTo>
                  <a:lnTo>
                    <a:pt x="197644" y="683418"/>
                  </a:lnTo>
                  <a:lnTo>
                    <a:pt x="157163" y="731043"/>
                  </a:lnTo>
                  <a:lnTo>
                    <a:pt x="161925" y="752475"/>
                  </a:lnTo>
                  <a:lnTo>
                    <a:pt x="173832" y="785812"/>
                  </a:lnTo>
                  <a:lnTo>
                    <a:pt x="221457" y="790575"/>
                  </a:lnTo>
                  <a:lnTo>
                    <a:pt x="223838" y="821531"/>
                  </a:lnTo>
                  <a:lnTo>
                    <a:pt x="216694" y="847725"/>
                  </a:lnTo>
                  <a:lnTo>
                    <a:pt x="214313" y="892968"/>
                  </a:lnTo>
                  <a:lnTo>
                    <a:pt x="192882" y="926306"/>
                  </a:lnTo>
                  <a:lnTo>
                    <a:pt x="228600" y="942975"/>
                  </a:lnTo>
                  <a:lnTo>
                    <a:pt x="254794" y="959643"/>
                  </a:lnTo>
                  <a:lnTo>
                    <a:pt x="338138" y="971550"/>
                  </a:lnTo>
                  <a:lnTo>
                    <a:pt x="338138" y="1045368"/>
                  </a:lnTo>
                  <a:lnTo>
                    <a:pt x="342900" y="1083468"/>
                  </a:lnTo>
                  <a:lnTo>
                    <a:pt x="300038" y="1135856"/>
                  </a:lnTo>
                  <a:lnTo>
                    <a:pt x="192882" y="1123950"/>
                  </a:lnTo>
                  <a:lnTo>
                    <a:pt x="159544" y="1243012"/>
                  </a:lnTo>
                  <a:lnTo>
                    <a:pt x="152400" y="1293018"/>
                  </a:lnTo>
                  <a:lnTo>
                    <a:pt x="95250" y="1371600"/>
                  </a:lnTo>
                  <a:lnTo>
                    <a:pt x="90488" y="1421606"/>
                  </a:lnTo>
                  <a:lnTo>
                    <a:pt x="9525" y="1426368"/>
                  </a:lnTo>
                  <a:lnTo>
                    <a:pt x="0" y="1533525"/>
                  </a:lnTo>
                  <a:lnTo>
                    <a:pt x="119063" y="1685925"/>
                  </a:lnTo>
                  <a:lnTo>
                    <a:pt x="135732" y="1612106"/>
                  </a:lnTo>
                  <a:lnTo>
                    <a:pt x="197644" y="1533525"/>
                  </a:lnTo>
                  <a:lnTo>
                    <a:pt x="238125" y="1543050"/>
                  </a:lnTo>
                  <a:lnTo>
                    <a:pt x="240507" y="1559718"/>
                  </a:lnTo>
                  <a:lnTo>
                    <a:pt x="228600" y="1600200"/>
                  </a:lnTo>
                  <a:lnTo>
                    <a:pt x="266700" y="1609725"/>
                  </a:lnTo>
                  <a:lnTo>
                    <a:pt x="292894" y="1654968"/>
                  </a:lnTo>
                  <a:lnTo>
                    <a:pt x="326232" y="1659731"/>
                  </a:lnTo>
                  <a:cubicBezTo>
                    <a:pt x="327026" y="1677987"/>
                    <a:pt x="327819" y="1696244"/>
                    <a:pt x="328613" y="1714500"/>
                  </a:cubicBezTo>
                  <a:lnTo>
                    <a:pt x="266700" y="1714500"/>
                  </a:lnTo>
                  <a:lnTo>
                    <a:pt x="271463" y="1743075"/>
                  </a:lnTo>
                  <a:lnTo>
                    <a:pt x="216694" y="1802606"/>
                  </a:lnTo>
                  <a:lnTo>
                    <a:pt x="228600" y="1835943"/>
                  </a:lnTo>
                  <a:lnTo>
                    <a:pt x="307182" y="1838325"/>
                  </a:lnTo>
                  <a:lnTo>
                    <a:pt x="311944" y="1893093"/>
                  </a:lnTo>
                  <a:lnTo>
                    <a:pt x="345282" y="1895475"/>
                  </a:lnTo>
                  <a:lnTo>
                    <a:pt x="376238" y="1943100"/>
                  </a:lnTo>
                  <a:lnTo>
                    <a:pt x="466725" y="1928812"/>
                  </a:lnTo>
                  <a:lnTo>
                    <a:pt x="531019" y="1897856"/>
                  </a:lnTo>
                  <a:lnTo>
                    <a:pt x="552450" y="1921668"/>
                  </a:lnTo>
                  <a:lnTo>
                    <a:pt x="576263" y="1881187"/>
                  </a:lnTo>
                  <a:lnTo>
                    <a:pt x="650082" y="1840706"/>
                  </a:lnTo>
                  <a:lnTo>
                    <a:pt x="666750" y="1857375"/>
                  </a:lnTo>
                  <a:lnTo>
                    <a:pt x="754857" y="1969293"/>
                  </a:lnTo>
                  <a:lnTo>
                    <a:pt x="816769" y="1969293"/>
                  </a:lnTo>
                  <a:lnTo>
                    <a:pt x="871538" y="1909762"/>
                  </a:lnTo>
                  <a:lnTo>
                    <a:pt x="928688" y="1945481"/>
                  </a:lnTo>
                  <a:lnTo>
                    <a:pt x="881063" y="2005012"/>
                  </a:lnTo>
                  <a:lnTo>
                    <a:pt x="881063" y="2043112"/>
                  </a:lnTo>
                  <a:lnTo>
                    <a:pt x="864394" y="2074068"/>
                  </a:lnTo>
                  <a:lnTo>
                    <a:pt x="904875" y="2112168"/>
                  </a:lnTo>
                  <a:lnTo>
                    <a:pt x="957263" y="2114550"/>
                  </a:lnTo>
                  <a:lnTo>
                    <a:pt x="992982" y="2159793"/>
                  </a:lnTo>
                  <a:lnTo>
                    <a:pt x="1033463" y="2119312"/>
                  </a:lnTo>
                  <a:lnTo>
                    <a:pt x="1100138" y="2095500"/>
                  </a:lnTo>
                  <a:lnTo>
                    <a:pt x="1100138" y="2040731"/>
                  </a:lnTo>
                  <a:lnTo>
                    <a:pt x="1135857" y="2028825"/>
                  </a:lnTo>
                  <a:lnTo>
                    <a:pt x="1145382" y="2000250"/>
                  </a:lnTo>
                  <a:lnTo>
                    <a:pt x="1152525" y="2000250"/>
                  </a:lnTo>
                  <a:lnTo>
                    <a:pt x="1159669" y="1974056"/>
                  </a:lnTo>
                  <a:lnTo>
                    <a:pt x="1262063" y="1997868"/>
                  </a:lnTo>
                  <a:lnTo>
                    <a:pt x="1285875" y="2019300"/>
                  </a:lnTo>
                  <a:lnTo>
                    <a:pt x="1266825" y="2055018"/>
                  </a:lnTo>
                  <a:lnTo>
                    <a:pt x="1254919" y="2093118"/>
                  </a:lnTo>
                  <a:lnTo>
                    <a:pt x="1254919" y="2093118"/>
                  </a:lnTo>
                  <a:lnTo>
                    <a:pt x="1264444" y="2159793"/>
                  </a:lnTo>
                  <a:lnTo>
                    <a:pt x="1252538" y="2205037"/>
                  </a:lnTo>
                  <a:lnTo>
                    <a:pt x="1247775" y="2266950"/>
                  </a:lnTo>
                  <a:lnTo>
                    <a:pt x="1388269" y="2266950"/>
                  </a:lnTo>
                  <a:lnTo>
                    <a:pt x="1426369" y="2328862"/>
                  </a:lnTo>
                  <a:lnTo>
                    <a:pt x="1419225" y="2366962"/>
                  </a:lnTo>
                  <a:lnTo>
                    <a:pt x="1481138" y="2390775"/>
                  </a:lnTo>
                  <a:lnTo>
                    <a:pt x="1574007" y="2381250"/>
                  </a:lnTo>
                  <a:lnTo>
                    <a:pt x="1650207" y="2388393"/>
                  </a:lnTo>
                  <a:lnTo>
                    <a:pt x="1731169" y="2121693"/>
                  </a:lnTo>
                  <a:lnTo>
                    <a:pt x="1626394" y="2095500"/>
                  </a:lnTo>
                  <a:lnTo>
                    <a:pt x="1614488" y="2035968"/>
                  </a:lnTo>
                  <a:lnTo>
                    <a:pt x="1566863" y="2035968"/>
                  </a:lnTo>
                  <a:lnTo>
                    <a:pt x="1566863" y="1997868"/>
                  </a:lnTo>
                  <a:lnTo>
                    <a:pt x="1597819" y="1959768"/>
                  </a:lnTo>
                  <a:lnTo>
                    <a:pt x="1607344" y="1833562"/>
                  </a:lnTo>
                  <a:lnTo>
                    <a:pt x="1688307" y="1847850"/>
                  </a:lnTo>
                  <a:lnTo>
                    <a:pt x="1721644" y="1866900"/>
                  </a:lnTo>
                  <a:lnTo>
                    <a:pt x="1759744" y="1869281"/>
                  </a:lnTo>
                  <a:lnTo>
                    <a:pt x="1764507" y="1835943"/>
                  </a:lnTo>
                  <a:lnTo>
                    <a:pt x="1814513" y="1838325"/>
                  </a:lnTo>
                  <a:lnTo>
                    <a:pt x="1888332" y="1778793"/>
                  </a:lnTo>
                  <a:lnTo>
                    <a:pt x="1897857" y="1683543"/>
                  </a:lnTo>
                  <a:lnTo>
                    <a:pt x="1766888" y="1647825"/>
                  </a:lnTo>
                  <a:lnTo>
                    <a:pt x="1719263" y="1540668"/>
                  </a:lnTo>
                  <a:lnTo>
                    <a:pt x="1678782" y="1578768"/>
                  </a:lnTo>
                  <a:lnTo>
                    <a:pt x="1559719" y="1588293"/>
                  </a:lnTo>
                  <a:lnTo>
                    <a:pt x="1638300" y="1502568"/>
                  </a:lnTo>
                  <a:cubicBezTo>
                    <a:pt x="1637506" y="1386681"/>
                    <a:pt x="1636713" y="1270793"/>
                    <a:pt x="1635919" y="1154906"/>
                  </a:cubicBezTo>
                  <a:lnTo>
                    <a:pt x="1731169" y="1154906"/>
                  </a:lnTo>
                  <a:lnTo>
                    <a:pt x="1731169" y="1012031"/>
                  </a:lnTo>
                  <a:lnTo>
                    <a:pt x="1800225" y="995362"/>
                  </a:lnTo>
                  <a:lnTo>
                    <a:pt x="1795463" y="964406"/>
                  </a:lnTo>
                  <a:lnTo>
                    <a:pt x="1735932" y="966787"/>
                  </a:lnTo>
                  <a:lnTo>
                    <a:pt x="1685925" y="909637"/>
                  </a:lnTo>
                  <a:lnTo>
                    <a:pt x="1633538" y="909637"/>
                  </a:lnTo>
                  <a:lnTo>
                    <a:pt x="1624013" y="728662"/>
                  </a:lnTo>
                  <a:lnTo>
                    <a:pt x="1512094" y="702468"/>
                  </a:lnTo>
                  <a:lnTo>
                    <a:pt x="1495425" y="652462"/>
                  </a:lnTo>
                  <a:lnTo>
                    <a:pt x="1650207" y="664368"/>
                  </a:lnTo>
                  <a:lnTo>
                    <a:pt x="1807369" y="716756"/>
                  </a:lnTo>
                  <a:lnTo>
                    <a:pt x="1812132" y="628650"/>
                  </a:lnTo>
                  <a:lnTo>
                    <a:pt x="1905000" y="640556"/>
                  </a:lnTo>
                  <a:lnTo>
                    <a:pt x="1912144" y="607218"/>
                  </a:lnTo>
                  <a:lnTo>
                    <a:pt x="1943100" y="597693"/>
                  </a:lnTo>
                  <a:lnTo>
                    <a:pt x="1966913" y="557212"/>
                  </a:lnTo>
                  <a:lnTo>
                    <a:pt x="1943100" y="521493"/>
                  </a:lnTo>
                  <a:lnTo>
                    <a:pt x="1969294" y="554831"/>
                  </a:lnTo>
                  <a:lnTo>
                    <a:pt x="1938338" y="602456"/>
                  </a:lnTo>
                  <a:lnTo>
                    <a:pt x="1878807" y="597693"/>
                  </a:lnTo>
                  <a:lnTo>
                    <a:pt x="1833563" y="552450"/>
                  </a:lnTo>
                  <a:lnTo>
                    <a:pt x="1824038" y="526256"/>
                  </a:lnTo>
                  <a:lnTo>
                    <a:pt x="1790700" y="504825"/>
                  </a:lnTo>
                  <a:lnTo>
                    <a:pt x="1790700" y="461962"/>
                  </a:lnTo>
                  <a:lnTo>
                    <a:pt x="1771650" y="450056"/>
                  </a:lnTo>
                  <a:lnTo>
                    <a:pt x="1754982" y="509587"/>
                  </a:lnTo>
                  <a:lnTo>
                    <a:pt x="1657350" y="502443"/>
                  </a:lnTo>
                  <a:lnTo>
                    <a:pt x="1616869" y="528637"/>
                  </a:lnTo>
                  <a:lnTo>
                    <a:pt x="1574007" y="509587"/>
                  </a:lnTo>
                  <a:lnTo>
                    <a:pt x="1528763" y="521493"/>
                  </a:lnTo>
                  <a:lnTo>
                    <a:pt x="1504950" y="504825"/>
                  </a:lnTo>
                  <a:lnTo>
                    <a:pt x="1466850" y="561975"/>
                  </a:lnTo>
                  <a:lnTo>
                    <a:pt x="1440657" y="528637"/>
                  </a:lnTo>
                  <a:lnTo>
                    <a:pt x="1409700" y="554831"/>
                  </a:lnTo>
                  <a:lnTo>
                    <a:pt x="1354932" y="516731"/>
                  </a:lnTo>
                  <a:lnTo>
                    <a:pt x="1354932" y="490537"/>
                  </a:lnTo>
                  <a:lnTo>
                    <a:pt x="1390650" y="483393"/>
                  </a:lnTo>
                  <a:lnTo>
                    <a:pt x="1412082" y="404812"/>
                  </a:lnTo>
                  <a:lnTo>
                    <a:pt x="1362075" y="402431"/>
                  </a:lnTo>
                  <a:cubicBezTo>
                    <a:pt x="1361281" y="375443"/>
                    <a:pt x="1360488" y="348456"/>
                    <a:pt x="1359694" y="321468"/>
                  </a:cubicBezTo>
                  <a:lnTo>
                    <a:pt x="1269207" y="326231"/>
                  </a:lnTo>
                  <a:lnTo>
                    <a:pt x="1262063" y="259556"/>
                  </a:lnTo>
                  <a:lnTo>
                    <a:pt x="1193007" y="254793"/>
                  </a:lnTo>
                  <a:lnTo>
                    <a:pt x="1123950" y="219075"/>
                  </a:lnTo>
                  <a:lnTo>
                    <a:pt x="1114425" y="328612"/>
                  </a:lnTo>
                  <a:lnTo>
                    <a:pt x="1033463" y="309562"/>
                  </a:lnTo>
                  <a:lnTo>
                    <a:pt x="959644" y="247650"/>
                  </a:lnTo>
                  <a:lnTo>
                    <a:pt x="919163" y="266700"/>
                  </a:lnTo>
                  <a:lnTo>
                    <a:pt x="857250" y="219075"/>
                  </a:lnTo>
                  <a:lnTo>
                    <a:pt x="900113" y="130968"/>
                  </a:lnTo>
                  <a:lnTo>
                    <a:pt x="897732" y="100012"/>
                  </a:lnTo>
                  <a:lnTo>
                    <a:pt x="921544" y="73818"/>
                  </a:lnTo>
                  <a:lnTo>
                    <a:pt x="969169" y="42862"/>
                  </a:lnTo>
                  <a:lnTo>
                    <a:pt x="873919" y="0"/>
                  </a:lnTo>
                  <a:lnTo>
                    <a:pt x="819150" y="14287"/>
                  </a:lnTo>
                  <a:lnTo>
                    <a:pt x="838200" y="54768"/>
                  </a:lnTo>
                  <a:lnTo>
                    <a:pt x="831057" y="80962"/>
                  </a:lnTo>
                  <a:lnTo>
                    <a:pt x="776288" y="52387"/>
                  </a:lnTo>
                  <a:lnTo>
                    <a:pt x="723900" y="76200"/>
                  </a:lnTo>
                  <a:lnTo>
                    <a:pt x="659607" y="61912"/>
                  </a:lnTo>
                  <a:lnTo>
                    <a:pt x="626269" y="116681"/>
                  </a:lnTo>
                  <a:lnTo>
                    <a:pt x="652463" y="192881"/>
                  </a:lnTo>
                  <a:lnTo>
                    <a:pt x="578644" y="204787"/>
                  </a:lnTo>
                  <a:lnTo>
                    <a:pt x="516732" y="216693"/>
                  </a:lnTo>
                  <a:lnTo>
                    <a:pt x="564357" y="157162"/>
                  </a:lnTo>
                  <a:lnTo>
                    <a:pt x="571500" y="80962"/>
                  </a:lnTo>
                  <a:lnTo>
                    <a:pt x="461963" y="33337"/>
                  </a:lnTo>
                  <a:lnTo>
                    <a:pt x="371475" y="83343"/>
                  </a:lnTo>
                  <a:lnTo>
                    <a:pt x="300038" y="85725"/>
                  </a:lnTo>
                  <a:lnTo>
                    <a:pt x="242888" y="154781"/>
                  </a:lnTo>
                  <a:lnTo>
                    <a:pt x="257175" y="233362"/>
                  </a:lnTo>
                  <a:lnTo>
                    <a:pt x="185738" y="288131"/>
                  </a:lnTo>
                  <a:close/>
                </a:path>
              </a:pathLst>
            </a:custGeom>
            <a:solidFill>
              <a:srgbClr val="5B9BD5">
                <a:lumMod val="20000"/>
                <a:lumOff val="8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97" charset="-128"/>
                <a:cs typeface="Calibri" panose="020F0502020204030204" pitchFamily="34" charset="0"/>
              </a:endParaRPr>
            </a:p>
          </p:txBody>
        </p:sp>
        <p:sp>
          <p:nvSpPr>
            <p:cNvPr id="328" name="Freeform: Shape 371">
              <a:extLst>
                <a:ext uri="{FF2B5EF4-FFF2-40B4-BE49-F238E27FC236}">
                  <a16:creationId xmlns:a16="http://schemas.microsoft.com/office/drawing/2014/main" xmlns="" id="{CE46DE24-76E9-442F-9BA2-59FDFEF47F4A}"/>
                </a:ext>
              </a:extLst>
            </p:cNvPr>
            <p:cNvSpPr/>
            <p:nvPr/>
          </p:nvSpPr>
          <p:spPr>
            <a:xfrm>
              <a:off x="6275397" y="2658139"/>
              <a:ext cx="1440846" cy="1306618"/>
            </a:xfrm>
            <a:custGeom>
              <a:avLst/>
              <a:gdLst>
                <a:gd name="connsiteX0" fmla="*/ 1806575 w 2286000"/>
                <a:gd name="connsiteY0" fmla="*/ 273050 h 1974850"/>
                <a:gd name="connsiteX1" fmla="*/ 1863725 w 2286000"/>
                <a:gd name="connsiteY1" fmla="*/ 317500 h 1974850"/>
                <a:gd name="connsiteX2" fmla="*/ 1917700 w 2286000"/>
                <a:gd name="connsiteY2" fmla="*/ 317500 h 1974850"/>
                <a:gd name="connsiteX3" fmla="*/ 1917700 w 2286000"/>
                <a:gd name="connsiteY3" fmla="*/ 374650 h 1974850"/>
                <a:gd name="connsiteX4" fmla="*/ 1876425 w 2286000"/>
                <a:gd name="connsiteY4" fmla="*/ 396875 h 1974850"/>
                <a:gd name="connsiteX5" fmla="*/ 1812925 w 2286000"/>
                <a:gd name="connsiteY5" fmla="*/ 492125 h 1974850"/>
                <a:gd name="connsiteX6" fmla="*/ 1822450 w 2286000"/>
                <a:gd name="connsiteY6" fmla="*/ 536575 h 1974850"/>
                <a:gd name="connsiteX7" fmla="*/ 1860550 w 2286000"/>
                <a:gd name="connsiteY7" fmla="*/ 546100 h 1974850"/>
                <a:gd name="connsiteX8" fmla="*/ 1831975 w 2286000"/>
                <a:gd name="connsiteY8" fmla="*/ 676275 h 1974850"/>
                <a:gd name="connsiteX9" fmla="*/ 1851025 w 2286000"/>
                <a:gd name="connsiteY9" fmla="*/ 733425 h 1974850"/>
                <a:gd name="connsiteX10" fmla="*/ 1879600 w 2286000"/>
                <a:gd name="connsiteY10" fmla="*/ 733425 h 1974850"/>
                <a:gd name="connsiteX11" fmla="*/ 1895475 w 2286000"/>
                <a:gd name="connsiteY11" fmla="*/ 787400 h 1974850"/>
                <a:gd name="connsiteX12" fmla="*/ 1974850 w 2286000"/>
                <a:gd name="connsiteY12" fmla="*/ 781050 h 1974850"/>
                <a:gd name="connsiteX13" fmla="*/ 2044700 w 2286000"/>
                <a:gd name="connsiteY13" fmla="*/ 806450 h 1974850"/>
                <a:gd name="connsiteX14" fmla="*/ 2143125 w 2286000"/>
                <a:gd name="connsiteY14" fmla="*/ 736600 h 1974850"/>
                <a:gd name="connsiteX15" fmla="*/ 2190750 w 2286000"/>
                <a:gd name="connsiteY15" fmla="*/ 771525 h 1974850"/>
                <a:gd name="connsiteX16" fmla="*/ 2184400 w 2286000"/>
                <a:gd name="connsiteY16" fmla="*/ 892175 h 1974850"/>
                <a:gd name="connsiteX17" fmla="*/ 2212975 w 2286000"/>
                <a:gd name="connsiteY17" fmla="*/ 942975 h 1974850"/>
                <a:gd name="connsiteX18" fmla="*/ 2178050 w 2286000"/>
                <a:gd name="connsiteY18" fmla="*/ 962025 h 1974850"/>
                <a:gd name="connsiteX19" fmla="*/ 2247900 w 2286000"/>
                <a:gd name="connsiteY19" fmla="*/ 1028700 h 1974850"/>
                <a:gd name="connsiteX20" fmla="*/ 2251075 w 2286000"/>
                <a:gd name="connsiteY20" fmla="*/ 1092200 h 1974850"/>
                <a:gd name="connsiteX21" fmla="*/ 2286000 w 2286000"/>
                <a:gd name="connsiteY21" fmla="*/ 1158875 h 1974850"/>
                <a:gd name="connsiteX22" fmla="*/ 2276475 w 2286000"/>
                <a:gd name="connsiteY22" fmla="*/ 1263650 h 1974850"/>
                <a:gd name="connsiteX23" fmla="*/ 2238375 w 2286000"/>
                <a:gd name="connsiteY23" fmla="*/ 1270000 h 1974850"/>
                <a:gd name="connsiteX24" fmla="*/ 2238375 w 2286000"/>
                <a:gd name="connsiteY24" fmla="*/ 1327150 h 1974850"/>
                <a:gd name="connsiteX25" fmla="*/ 2117725 w 2286000"/>
                <a:gd name="connsiteY25" fmla="*/ 1311275 h 1974850"/>
                <a:gd name="connsiteX26" fmla="*/ 2108200 w 2286000"/>
                <a:gd name="connsiteY26" fmla="*/ 1365250 h 1974850"/>
                <a:gd name="connsiteX27" fmla="*/ 2171700 w 2286000"/>
                <a:gd name="connsiteY27" fmla="*/ 1400175 h 1974850"/>
                <a:gd name="connsiteX28" fmla="*/ 2159000 w 2286000"/>
                <a:gd name="connsiteY28" fmla="*/ 1466850 h 1974850"/>
                <a:gd name="connsiteX29" fmla="*/ 2066925 w 2286000"/>
                <a:gd name="connsiteY29" fmla="*/ 1495425 h 1974850"/>
                <a:gd name="connsiteX30" fmla="*/ 2028825 w 2286000"/>
                <a:gd name="connsiteY30" fmla="*/ 1492250 h 1974850"/>
                <a:gd name="connsiteX31" fmla="*/ 1997075 w 2286000"/>
                <a:gd name="connsiteY31" fmla="*/ 1568450 h 1974850"/>
                <a:gd name="connsiteX32" fmla="*/ 1914525 w 2286000"/>
                <a:gd name="connsiteY32" fmla="*/ 1549400 h 1974850"/>
                <a:gd name="connsiteX33" fmla="*/ 1882775 w 2286000"/>
                <a:gd name="connsiteY33" fmla="*/ 1549400 h 1974850"/>
                <a:gd name="connsiteX34" fmla="*/ 1851025 w 2286000"/>
                <a:gd name="connsiteY34" fmla="*/ 1590675 h 1974850"/>
                <a:gd name="connsiteX35" fmla="*/ 1844675 w 2286000"/>
                <a:gd name="connsiteY35" fmla="*/ 1635125 h 1974850"/>
                <a:gd name="connsiteX36" fmla="*/ 1866900 w 2286000"/>
                <a:gd name="connsiteY36" fmla="*/ 1666875 h 1974850"/>
                <a:gd name="connsiteX37" fmla="*/ 1784350 w 2286000"/>
                <a:gd name="connsiteY37" fmla="*/ 1809750 h 1974850"/>
                <a:gd name="connsiteX38" fmla="*/ 1708150 w 2286000"/>
                <a:gd name="connsiteY38" fmla="*/ 1797050 h 1974850"/>
                <a:gd name="connsiteX39" fmla="*/ 1625600 w 2286000"/>
                <a:gd name="connsiteY39" fmla="*/ 1844675 h 1974850"/>
                <a:gd name="connsiteX40" fmla="*/ 1593850 w 2286000"/>
                <a:gd name="connsiteY40" fmla="*/ 1930400 h 1974850"/>
                <a:gd name="connsiteX41" fmla="*/ 1549400 w 2286000"/>
                <a:gd name="connsiteY41" fmla="*/ 1939925 h 1974850"/>
                <a:gd name="connsiteX42" fmla="*/ 1473200 w 2286000"/>
                <a:gd name="connsiteY42" fmla="*/ 1927225 h 1974850"/>
                <a:gd name="connsiteX43" fmla="*/ 1352550 w 2286000"/>
                <a:gd name="connsiteY43" fmla="*/ 1927225 h 1974850"/>
                <a:gd name="connsiteX44" fmla="*/ 1266825 w 2286000"/>
                <a:gd name="connsiteY44" fmla="*/ 1955800 h 1974850"/>
                <a:gd name="connsiteX45" fmla="*/ 1162050 w 2286000"/>
                <a:gd name="connsiteY45" fmla="*/ 1946275 h 1974850"/>
                <a:gd name="connsiteX46" fmla="*/ 1108075 w 2286000"/>
                <a:gd name="connsiteY46" fmla="*/ 1974850 h 1974850"/>
                <a:gd name="connsiteX47" fmla="*/ 1063625 w 2286000"/>
                <a:gd name="connsiteY47" fmla="*/ 1968500 h 1974850"/>
                <a:gd name="connsiteX48" fmla="*/ 977900 w 2286000"/>
                <a:gd name="connsiteY48" fmla="*/ 1936750 h 1974850"/>
                <a:gd name="connsiteX49" fmla="*/ 739775 w 2286000"/>
                <a:gd name="connsiteY49" fmla="*/ 1860550 h 1974850"/>
                <a:gd name="connsiteX50" fmla="*/ 603250 w 2286000"/>
                <a:gd name="connsiteY50" fmla="*/ 1803400 h 1974850"/>
                <a:gd name="connsiteX51" fmla="*/ 565150 w 2286000"/>
                <a:gd name="connsiteY51" fmla="*/ 1762125 h 1974850"/>
                <a:gd name="connsiteX52" fmla="*/ 492125 w 2286000"/>
                <a:gd name="connsiteY52" fmla="*/ 1724025 h 1974850"/>
                <a:gd name="connsiteX53" fmla="*/ 409575 w 2286000"/>
                <a:gd name="connsiteY53" fmla="*/ 1555750 h 1974850"/>
                <a:gd name="connsiteX54" fmla="*/ 415925 w 2286000"/>
                <a:gd name="connsiteY54" fmla="*/ 1492250 h 1974850"/>
                <a:gd name="connsiteX55" fmla="*/ 393700 w 2286000"/>
                <a:gd name="connsiteY55" fmla="*/ 1463675 h 1974850"/>
                <a:gd name="connsiteX56" fmla="*/ 307975 w 2286000"/>
                <a:gd name="connsiteY56" fmla="*/ 1463675 h 1974850"/>
                <a:gd name="connsiteX57" fmla="*/ 209550 w 2286000"/>
                <a:gd name="connsiteY57" fmla="*/ 1425575 h 1974850"/>
                <a:gd name="connsiteX58" fmla="*/ 114300 w 2286000"/>
                <a:gd name="connsiteY58" fmla="*/ 1447800 h 1974850"/>
                <a:gd name="connsiteX59" fmla="*/ 69850 w 2286000"/>
                <a:gd name="connsiteY59" fmla="*/ 1444625 h 1974850"/>
                <a:gd name="connsiteX60" fmla="*/ 69850 w 2286000"/>
                <a:gd name="connsiteY60" fmla="*/ 1295400 h 1974850"/>
                <a:gd name="connsiteX61" fmla="*/ 76200 w 2286000"/>
                <a:gd name="connsiteY61" fmla="*/ 1139825 h 1974850"/>
                <a:gd name="connsiteX62" fmla="*/ 31750 w 2286000"/>
                <a:gd name="connsiteY62" fmla="*/ 1098550 h 1974850"/>
                <a:gd name="connsiteX63" fmla="*/ 63500 w 2286000"/>
                <a:gd name="connsiteY63" fmla="*/ 1009650 h 1974850"/>
                <a:gd name="connsiteX64" fmla="*/ 104775 w 2286000"/>
                <a:gd name="connsiteY64" fmla="*/ 946150 h 1974850"/>
                <a:gd name="connsiteX65" fmla="*/ 95250 w 2286000"/>
                <a:gd name="connsiteY65" fmla="*/ 866775 h 1974850"/>
                <a:gd name="connsiteX66" fmla="*/ 69850 w 2286000"/>
                <a:gd name="connsiteY66" fmla="*/ 774700 h 1974850"/>
                <a:gd name="connsiteX67" fmla="*/ 69850 w 2286000"/>
                <a:gd name="connsiteY67" fmla="*/ 714375 h 1974850"/>
                <a:gd name="connsiteX68" fmla="*/ 0 w 2286000"/>
                <a:gd name="connsiteY68" fmla="*/ 663575 h 1974850"/>
                <a:gd name="connsiteX69" fmla="*/ 63500 w 2286000"/>
                <a:gd name="connsiteY69" fmla="*/ 577850 h 1974850"/>
                <a:gd name="connsiteX70" fmla="*/ 44450 w 2286000"/>
                <a:gd name="connsiteY70" fmla="*/ 527050 h 1974850"/>
                <a:gd name="connsiteX71" fmla="*/ 44450 w 2286000"/>
                <a:gd name="connsiteY71" fmla="*/ 488950 h 1974850"/>
                <a:gd name="connsiteX72" fmla="*/ 92075 w 2286000"/>
                <a:gd name="connsiteY72" fmla="*/ 428625 h 1974850"/>
                <a:gd name="connsiteX73" fmla="*/ 92075 w 2286000"/>
                <a:gd name="connsiteY73" fmla="*/ 307975 h 1974850"/>
                <a:gd name="connsiteX74" fmla="*/ 136525 w 2286000"/>
                <a:gd name="connsiteY74" fmla="*/ 222250 h 1974850"/>
                <a:gd name="connsiteX75" fmla="*/ 273050 w 2286000"/>
                <a:gd name="connsiteY75" fmla="*/ 123825 h 1974850"/>
                <a:gd name="connsiteX76" fmla="*/ 314325 w 2286000"/>
                <a:gd name="connsiteY76" fmla="*/ 101600 h 1974850"/>
                <a:gd name="connsiteX77" fmla="*/ 479425 w 2286000"/>
                <a:gd name="connsiteY77" fmla="*/ 111125 h 1974850"/>
                <a:gd name="connsiteX78" fmla="*/ 517525 w 2286000"/>
                <a:gd name="connsiteY78" fmla="*/ 76200 h 1974850"/>
                <a:gd name="connsiteX79" fmla="*/ 596900 w 2286000"/>
                <a:gd name="connsiteY79" fmla="*/ 25400 h 1974850"/>
                <a:gd name="connsiteX80" fmla="*/ 742950 w 2286000"/>
                <a:gd name="connsiteY80" fmla="*/ 34925 h 1974850"/>
                <a:gd name="connsiteX81" fmla="*/ 882650 w 2286000"/>
                <a:gd name="connsiteY81" fmla="*/ 12700 h 1974850"/>
                <a:gd name="connsiteX82" fmla="*/ 981075 w 2286000"/>
                <a:gd name="connsiteY82" fmla="*/ 0 h 1974850"/>
                <a:gd name="connsiteX83" fmla="*/ 1057275 w 2286000"/>
                <a:gd name="connsiteY83" fmla="*/ 44450 h 1974850"/>
                <a:gd name="connsiteX84" fmla="*/ 1139825 w 2286000"/>
                <a:gd name="connsiteY84" fmla="*/ 66675 h 1974850"/>
                <a:gd name="connsiteX85" fmla="*/ 1222375 w 2286000"/>
                <a:gd name="connsiteY85" fmla="*/ 57150 h 1974850"/>
                <a:gd name="connsiteX86" fmla="*/ 1323975 w 2286000"/>
                <a:gd name="connsiteY86" fmla="*/ 92075 h 1974850"/>
                <a:gd name="connsiteX87" fmla="*/ 1352550 w 2286000"/>
                <a:gd name="connsiteY87" fmla="*/ 155575 h 1974850"/>
                <a:gd name="connsiteX88" fmla="*/ 1463675 w 2286000"/>
                <a:gd name="connsiteY88" fmla="*/ 146050 h 1974850"/>
                <a:gd name="connsiteX89" fmla="*/ 1546225 w 2286000"/>
                <a:gd name="connsiteY89" fmla="*/ 161925 h 1974850"/>
                <a:gd name="connsiteX90" fmla="*/ 1597025 w 2286000"/>
                <a:gd name="connsiteY90" fmla="*/ 200025 h 1974850"/>
                <a:gd name="connsiteX91" fmla="*/ 1673225 w 2286000"/>
                <a:gd name="connsiteY91" fmla="*/ 228600 h 1974850"/>
                <a:gd name="connsiteX92" fmla="*/ 1692275 w 2286000"/>
                <a:gd name="connsiteY92" fmla="*/ 288925 h 1974850"/>
                <a:gd name="connsiteX93" fmla="*/ 1806575 w 2286000"/>
                <a:gd name="connsiteY93" fmla="*/ 273050 h 197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86000" h="1974850">
                  <a:moveTo>
                    <a:pt x="1806575" y="273050"/>
                  </a:moveTo>
                  <a:lnTo>
                    <a:pt x="1863725" y="317500"/>
                  </a:lnTo>
                  <a:lnTo>
                    <a:pt x="1917700" y="317500"/>
                  </a:lnTo>
                  <a:lnTo>
                    <a:pt x="1917700" y="374650"/>
                  </a:lnTo>
                  <a:lnTo>
                    <a:pt x="1876425" y="396875"/>
                  </a:lnTo>
                  <a:lnTo>
                    <a:pt x="1812925" y="492125"/>
                  </a:lnTo>
                  <a:lnTo>
                    <a:pt x="1822450" y="536575"/>
                  </a:lnTo>
                  <a:lnTo>
                    <a:pt x="1860550" y="546100"/>
                  </a:lnTo>
                  <a:lnTo>
                    <a:pt x="1831975" y="676275"/>
                  </a:lnTo>
                  <a:lnTo>
                    <a:pt x="1851025" y="733425"/>
                  </a:lnTo>
                  <a:lnTo>
                    <a:pt x="1879600" y="733425"/>
                  </a:lnTo>
                  <a:lnTo>
                    <a:pt x="1895475" y="787400"/>
                  </a:lnTo>
                  <a:lnTo>
                    <a:pt x="1974850" y="781050"/>
                  </a:lnTo>
                  <a:lnTo>
                    <a:pt x="2044700" y="806450"/>
                  </a:lnTo>
                  <a:lnTo>
                    <a:pt x="2143125" y="736600"/>
                  </a:lnTo>
                  <a:lnTo>
                    <a:pt x="2190750" y="771525"/>
                  </a:lnTo>
                  <a:lnTo>
                    <a:pt x="2184400" y="892175"/>
                  </a:lnTo>
                  <a:lnTo>
                    <a:pt x="2212975" y="942975"/>
                  </a:lnTo>
                  <a:lnTo>
                    <a:pt x="2178050" y="962025"/>
                  </a:lnTo>
                  <a:lnTo>
                    <a:pt x="2247900" y="1028700"/>
                  </a:lnTo>
                  <a:lnTo>
                    <a:pt x="2251075" y="1092200"/>
                  </a:lnTo>
                  <a:lnTo>
                    <a:pt x="2286000" y="1158875"/>
                  </a:lnTo>
                  <a:lnTo>
                    <a:pt x="2276475" y="1263650"/>
                  </a:lnTo>
                  <a:lnTo>
                    <a:pt x="2238375" y="1270000"/>
                  </a:lnTo>
                  <a:lnTo>
                    <a:pt x="2238375" y="1327150"/>
                  </a:lnTo>
                  <a:lnTo>
                    <a:pt x="2117725" y="1311275"/>
                  </a:lnTo>
                  <a:lnTo>
                    <a:pt x="2108200" y="1365250"/>
                  </a:lnTo>
                  <a:lnTo>
                    <a:pt x="2171700" y="1400175"/>
                  </a:lnTo>
                  <a:lnTo>
                    <a:pt x="2159000" y="1466850"/>
                  </a:lnTo>
                  <a:lnTo>
                    <a:pt x="2066925" y="1495425"/>
                  </a:lnTo>
                  <a:lnTo>
                    <a:pt x="2028825" y="1492250"/>
                  </a:lnTo>
                  <a:lnTo>
                    <a:pt x="1997075" y="1568450"/>
                  </a:lnTo>
                  <a:lnTo>
                    <a:pt x="1914525" y="1549400"/>
                  </a:lnTo>
                  <a:lnTo>
                    <a:pt x="1882775" y="1549400"/>
                  </a:lnTo>
                  <a:lnTo>
                    <a:pt x="1851025" y="1590675"/>
                  </a:lnTo>
                  <a:lnTo>
                    <a:pt x="1844675" y="1635125"/>
                  </a:lnTo>
                  <a:lnTo>
                    <a:pt x="1866900" y="1666875"/>
                  </a:lnTo>
                  <a:lnTo>
                    <a:pt x="1784350" y="1809750"/>
                  </a:lnTo>
                  <a:lnTo>
                    <a:pt x="1708150" y="1797050"/>
                  </a:lnTo>
                  <a:lnTo>
                    <a:pt x="1625600" y="1844675"/>
                  </a:lnTo>
                  <a:lnTo>
                    <a:pt x="1593850" y="1930400"/>
                  </a:lnTo>
                  <a:lnTo>
                    <a:pt x="1549400" y="1939925"/>
                  </a:lnTo>
                  <a:lnTo>
                    <a:pt x="1473200" y="1927225"/>
                  </a:lnTo>
                  <a:lnTo>
                    <a:pt x="1352550" y="1927225"/>
                  </a:lnTo>
                  <a:lnTo>
                    <a:pt x="1266825" y="1955800"/>
                  </a:lnTo>
                  <a:lnTo>
                    <a:pt x="1162050" y="1946275"/>
                  </a:lnTo>
                  <a:lnTo>
                    <a:pt x="1108075" y="1974850"/>
                  </a:lnTo>
                  <a:lnTo>
                    <a:pt x="1063625" y="1968500"/>
                  </a:lnTo>
                  <a:lnTo>
                    <a:pt x="977900" y="1936750"/>
                  </a:lnTo>
                  <a:lnTo>
                    <a:pt x="739775" y="1860550"/>
                  </a:lnTo>
                  <a:lnTo>
                    <a:pt x="603250" y="1803400"/>
                  </a:lnTo>
                  <a:lnTo>
                    <a:pt x="565150" y="1762125"/>
                  </a:lnTo>
                  <a:lnTo>
                    <a:pt x="492125" y="1724025"/>
                  </a:lnTo>
                  <a:lnTo>
                    <a:pt x="409575" y="1555750"/>
                  </a:lnTo>
                  <a:lnTo>
                    <a:pt x="415925" y="1492250"/>
                  </a:lnTo>
                  <a:lnTo>
                    <a:pt x="393700" y="1463675"/>
                  </a:lnTo>
                  <a:lnTo>
                    <a:pt x="307975" y="1463675"/>
                  </a:lnTo>
                  <a:lnTo>
                    <a:pt x="209550" y="1425575"/>
                  </a:lnTo>
                  <a:lnTo>
                    <a:pt x="114300" y="1447800"/>
                  </a:lnTo>
                  <a:lnTo>
                    <a:pt x="69850" y="1444625"/>
                  </a:lnTo>
                  <a:lnTo>
                    <a:pt x="69850" y="1295400"/>
                  </a:lnTo>
                  <a:lnTo>
                    <a:pt x="76200" y="1139825"/>
                  </a:lnTo>
                  <a:lnTo>
                    <a:pt x="31750" y="1098550"/>
                  </a:lnTo>
                  <a:lnTo>
                    <a:pt x="63500" y="1009650"/>
                  </a:lnTo>
                  <a:lnTo>
                    <a:pt x="104775" y="946150"/>
                  </a:lnTo>
                  <a:lnTo>
                    <a:pt x="95250" y="866775"/>
                  </a:lnTo>
                  <a:lnTo>
                    <a:pt x="69850" y="774700"/>
                  </a:lnTo>
                  <a:lnTo>
                    <a:pt x="69850" y="714375"/>
                  </a:lnTo>
                  <a:lnTo>
                    <a:pt x="0" y="663575"/>
                  </a:lnTo>
                  <a:lnTo>
                    <a:pt x="63500" y="577850"/>
                  </a:lnTo>
                  <a:lnTo>
                    <a:pt x="44450" y="527050"/>
                  </a:lnTo>
                  <a:lnTo>
                    <a:pt x="44450" y="488950"/>
                  </a:lnTo>
                  <a:lnTo>
                    <a:pt x="92075" y="428625"/>
                  </a:lnTo>
                  <a:lnTo>
                    <a:pt x="92075" y="307975"/>
                  </a:lnTo>
                  <a:lnTo>
                    <a:pt x="136525" y="222250"/>
                  </a:lnTo>
                  <a:lnTo>
                    <a:pt x="273050" y="123825"/>
                  </a:lnTo>
                  <a:lnTo>
                    <a:pt x="314325" y="101600"/>
                  </a:lnTo>
                  <a:lnTo>
                    <a:pt x="479425" y="111125"/>
                  </a:lnTo>
                  <a:lnTo>
                    <a:pt x="517525" y="76200"/>
                  </a:lnTo>
                  <a:lnTo>
                    <a:pt x="596900" y="25400"/>
                  </a:lnTo>
                  <a:lnTo>
                    <a:pt x="742950" y="34925"/>
                  </a:lnTo>
                  <a:lnTo>
                    <a:pt x="882650" y="12700"/>
                  </a:lnTo>
                  <a:lnTo>
                    <a:pt x="981075" y="0"/>
                  </a:lnTo>
                  <a:lnTo>
                    <a:pt x="1057275" y="44450"/>
                  </a:lnTo>
                  <a:lnTo>
                    <a:pt x="1139825" y="66675"/>
                  </a:lnTo>
                  <a:lnTo>
                    <a:pt x="1222375" y="57150"/>
                  </a:lnTo>
                  <a:lnTo>
                    <a:pt x="1323975" y="92075"/>
                  </a:lnTo>
                  <a:lnTo>
                    <a:pt x="1352550" y="155575"/>
                  </a:lnTo>
                  <a:lnTo>
                    <a:pt x="1463675" y="146050"/>
                  </a:lnTo>
                  <a:lnTo>
                    <a:pt x="1546225" y="161925"/>
                  </a:lnTo>
                  <a:lnTo>
                    <a:pt x="1597025" y="200025"/>
                  </a:lnTo>
                  <a:lnTo>
                    <a:pt x="1673225" y="228600"/>
                  </a:lnTo>
                  <a:lnTo>
                    <a:pt x="1692275" y="288925"/>
                  </a:lnTo>
                  <a:lnTo>
                    <a:pt x="1806575" y="273050"/>
                  </a:lnTo>
                  <a:close/>
                </a:path>
              </a:pathLst>
            </a:custGeom>
            <a:gradFill>
              <a:gsLst>
                <a:gs pos="0">
                  <a:srgbClr val="6AD5E0"/>
                </a:gs>
                <a:gs pos="99000">
                  <a:srgbClr val="0CC3D1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29" name="Freeform: Shape 372">
              <a:extLst>
                <a:ext uri="{FF2B5EF4-FFF2-40B4-BE49-F238E27FC236}">
                  <a16:creationId xmlns:a16="http://schemas.microsoft.com/office/drawing/2014/main" xmlns="" id="{A2A66574-7DBE-4111-9889-3A5CDC961387}"/>
                </a:ext>
              </a:extLst>
            </p:cNvPr>
            <p:cNvSpPr/>
            <p:nvPr/>
          </p:nvSpPr>
          <p:spPr>
            <a:xfrm>
              <a:off x="6410976" y="2888687"/>
              <a:ext cx="966568" cy="836593"/>
            </a:xfrm>
            <a:custGeom>
              <a:avLst/>
              <a:gdLst>
                <a:gd name="connsiteX0" fmla="*/ 504825 w 1533525"/>
                <a:gd name="connsiteY0" fmla="*/ 383382 h 1264444"/>
                <a:gd name="connsiteX1" fmla="*/ 347663 w 1533525"/>
                <a:gd name="connsiteY1" fmla="*/ 292894 h 1264444"/>
                <a:gd name="connsiteX2" fmla="*/ 288132 w 1533525"/>
                <a:gd name="connsiteY2" fmla="*/ 347663 h 1264444"/>
                <a:gd name="connsiteX3" fmla="*/ 209550 w 1533525"/>
                <a:gd name="connsiteY3" fmla="*/ 326232 h 1264444"/>
                <a:gd name="connsiteX4" fmla="*/ 173832 w 1533525"/>
                <a:gd name="connsiteY4" fmla="*/ 392907 h 1264444"/>
                <a:gd name="connsiteX5" fmla="*/ 130969 w 1533525"/>
                <a:gd name="connsiteY5" fmla="*/ 400050 h 1264444"/>
                <a:gd name="connsiteX6" fmla="*/ 85725 w 1533525"/>
                <a:gd name="connsiteY6" fmla="*/ 438150 h 1264444"/>
                <a:gd name="connsiteX7" fmla="*/ 90488 w 1533525"/>
                <a:gd name="connsiteY7" fmla="*/ 526257 h 1264444"/>
                <a:gd name="connsiteX8" fmla="*/ 33338 w 1533525"/>
                <a:gd name="connsiteY8" fmla="*/ 526257 h 1264444"/>
                <a:gd name="connsiteX9" fmla="*/ 28575 w 1533525"/>
                <a:gd name="connsiteY9" fmla="*/ 569119 h 1264444"/>
                <a:gd name="connsiteX10" fmla="*/ 0 w 1533525"/>
                <a:gd name="connsiteY10" fmla="*/ 583407 h 1264444"/>
                <a:gd name="connsiteX11" fmla="*/ 38100 w 1533525"/>
                <a:gd name="connsiteY11" fmla="*/ 671513 h 1264444"/>
                <a:gd name="connsiteX12" fmla="*/ 21432 w 1533525"/>
                <a:gd name="connsiteY12" fmla="*/ 685800 h 1264444"/>
                <a:gd name="connsiteX13" fmla="*/ 71438 w 1533525"/>
                <a:gd name="connsiteY13" fmla="*/ 666750 h 1264444"/>
                <a:gd name="connsiteX14" fmla="*/ 171450 w 1533525"/>
                <a:gd name="connsiteY14" fmla="*/ 723900 h 1264444"/>
                <a:gd name="connsiteX15" fmla="*/ 128588 w 1533525"/>
                <a:gd name="connsiteY15" fmla="*/ 747713 h 1264444"/>
                <a:gd name="connsiteX16" fmla="*/ 95250 w 1533525"/>
                <a:gd name="connsiteY16" fmla="*/ 785813 h 1264444"/>
                <a:gd name="connsiteX17" fmla="*/ 100013 w 1533525"/>
                <a:gd name="connsiteY17" fmla="*/ 802482 h 1264444"/>
                <a:gd name="connsiteX18" fmla="*/ 54769 w 1533525"/>
                <a:gd name="connsiteY18" fmla="*/ 888207 h 1264444"/>
                <a:gd name="connsiteX19" fmla="*/ 111919 w 1533525"/>
                <a:gd name="connsiteY19" fmla="*/ 928688 h 1264444"/>
                <a:gd name="connsiteX20" fmla="*/ 157163 w 1533525"/>
                <a:gd name="connsiteY20" fmla="*/ 912019 h 1264444"/>
                <a:gd name="connsiteX21" fmla="*/ 238125 w 1533525"/>
                <a:gd name="connsiteY21" fmla="*/ 976313 h 1264444"/>
                <a:gd name="connsiteX22" fmla="*/ 314325 w 1533525"/>
                <a:gd name="connsiteY22" fmla="*/ 995363 h 1264444"/>
                <a:gd name="connsiteX23" fmla="*/ 323850 w 1533525"/>
                <a:gd name="connsiteY23" fmla="*/ 885825 h 1264444"/>
                <a:gd name="connsiteX24" fmla="*/ 402432 w 1533525"/>
                <a:gd name="connsiteY24" fmla="*/ 923925 h 1264444"/>
                <a:gd name="connsiteX25" fmla="*/ 466725 w 1533525"/>
                <a:gd name="connsiteY25" fmla="*/ 928688 h 1264444"/>
                <a:gd name="connsiteX26" fmla="*/ 471488 w 1533525"/>
                <a:gd name="connsiteY26" fmla="*/ 995363 h 1264444"/>
                <a:gd name="connsiteX27" fmla="*/ 557213 w 1533525"/>
                <a:gd name="connsiteY27" fmla="*/ 997744 h 1264444"/>
                <a:gd name="connsiteX28" fmla="*/ 564357 w 1533525"/>
                <a:gd name="connsiteY28" fmla="*/ 1071563 h 1264444"/>
                <a:gd name="connsiteX29" fmla="*/ 614363 w 1533525"/>
                <a:gd name="connsiteY29" fmla="*/ 1078707 h 1264444"/>
                <a:gd name="connsiteX30" fmla="*/ 590550 w 1533525"/>
                <a:gd name="connsiteY30" fmla="*/ 1154907 h 1264444"/>
                <a:gd name="connsiteX31" fmla="*/ 561975 w 1533525"/>
                <a:gd name="connsiteY31" fmla="*/ 1164432 h 1264444"/>
                <a:gd name="connsiteX32" fmla="*/ 552450 w 1533525"/>
                <a:gd name="connsiteY32" fmla="*/ 1185863 h 1264444"/>
                <a:gd name="connsiteX33" fmla="*/ 602457 w 1533525"/>
                <a:gd name="connsiteY33" fmla="*/ 1209675 h 1264444"/>
                <a:gd name="connsiteX34" fmla="*/ 611982 w 1533525"/>
                <a:gd name="connsiteY34" fmla="*/ 1216819 h 1264444"/>
                <a:gd name="connsiteX35" fmla="*/ 645319 w 1533525"/>
                <a:gd name="connsiteY35" fmla="*/ 1200150 h 1264444"/>
                <a:gd name="connsiteX36" fmla="*/ 669132 w 1533525"/>
                <a:gd name="connsiteY36" fmla="*/ 1231107 h 1264444"/>
                <a:gd name="connsiteX37" fmla="*/ 709613 w 1533525"/>
                <a:gd name="connsiteY37" fmla="*/ 1176338 h 1264444"/>
                <a:gd name="connsiteX38" fmla="*/ 731044 w 1533525"/>
                <a:gd name="connsiteY38" fmla="*/ 1185863 h 1264444"/>
                <a:gd name="connsiteX39" fmla="*/ 766763 w 1533525"/>
                <a:gd name="connsiteY39" fmla="*/ 1176338 h 1264444"/>
                <a:gd name="connsiteX40" fmla="*/ 809625 w 1533525"/>
                <a:gd name="connsiteY40" fmla="*/ 1193007 h 1264444"/>
                <a:gd name="connsiteX41" fmla="*/ 854869 w 1533525"/>
                <a:gd name="connsiteY41" fmla="*/ 1173957 h 1264444"/>
                <a:gd name="connsiteX42" fmla="*/ 909638 w 1533525"/>
                <a:gd name="connsiteY42" fmla="*/ 1183482 h 1264444"/>
                <a:gd name="connsiteX43" fmla="*/ 954882 w 1533525"/>
                <a:gd name="connsiteY43" fmla="*/ 1176338 h 1264444"/>
                <a:gd name="connsiteX44" fmla="*/ 969169 w 1533525"/>
                <a:gd name="connsiteY44" fmla="*/ 1119188 h 1264444"/>
                <a:gd name="connsiteX45" fmla="*/ 990600 w 1533525"/>
                <a:gd name="connsiteY45" fmla="*/ 1131094 h 1264444"/>
                <a:gd name="connsiteX46" fmla="*/ 990600 w 1533525"/>
                <a:gd name="connsiteY46" fmla="*/ 1173957 h 1264444"/>
                <a:gd name="connsiteX47" fmla="*/ 1023938 w 1533525"/>
                <a:gd name="connsiteY47" fmla="*/ 1197769 h 1264444"/>
                <a:gd name="connsiteX48" fmla="*/ 1038225 w 1533525"/>
                <a:gd name="connsiteY48" fmla="*/ 1223963 h 1264444"/>
                <a:gd name="connsiteX49" fmla="*/ 1085850 w 1533525"/>
                <a:gd name="connsiteY49" fmla="*/ 1264444 h 1264444"/>
                <a:gd name="connsiteX50" fmla="*/ 1138238 w 1533525"/>
                <a:gd name="connsiteY50" fmla="*/ 1264444 h 1264444"/>
                <a:gd name="connsiteX51" fmla="*/ 1166813 w 1533525"/>
                <a:gd name="connsiteY51" fmla="*/ 1221582 h 1264444"/>
                <a:gd name="connsiteX52" fmla="*/ 1138238 w 1533525"/>
                <a:gd name="connsiteY52" fmla="*/ 1190625 h 1264444"/>
                <a:gd name="connsiteX53" fmla="*/ 1126332 w 1533525"/>
                <a:gd name="connsiteY53" fmla="*/ 1100138 h 1264444"/>
                <a:gd name="connsiteX54" fmla="*/ 1209675 w 1533525"/>
                <a:gd name="connsiteY54" fmla="*/ 1040607 h 1264444"/>
                <a:gd name="connsiteX55" fmla="*/ 1178719 w 1533525"/>
                <a:gd name="connsiteY55" fmla="*/ 983457 h 1264444"/>
                <a:gd name="connsiteX56" fmla="*/ 1421607 w 1533525"/>
                <a:gd name="connsiteY56" fmla="*/ 1059657 h 1264444"/>
                <a:gd name="connsiteX57" fmla="*/ 1443038 w 1533525"/>
                <a:gd name="connsiteY57" fmla="*/ 954882 h 1264444"/>
                <a:gd name="connsiteX58" fmla="*/ 1393032 w 1533525"/>
                <a:gd name="connsiteY58" fmla="*/ 938213 h 1264444"/>
                <a:gd name="connsiteX59" fmla="*/ 1459707 w 1533525"/>
                <a:gd name="connsiteY59" fmla="*/ 864394 h 1264444"/>
                <a:gd name="connsiteX60" fmla="*/ 1500188 w 1533525"/>
                <a:gd name="connsiteY60" fmla="*/ 866775 h 1264444"/>
                <a:gd name="connsiteX61" fmla="*/ 1512094 w 1533525"/>
                <a:gd name="connsiteY61" fmla="*/ 852488 h 1264444"/>
                <a:gd name="connsiteX62" fmla="*/ 1459707 w 1533525"/>
                <a:gd name="connsiteY62" fmla="*/ 745332 h 1264444"/>
                <a:gd name="connsiteX63" fmla="*/ 1512094 w 1533525"/>
                <a:gd name="connsiteY63" fmla="*/ 683419 h 1264444"/>
                <a:gd name="connsiteX64" fmla="*/ 1488282 w 1533525"/>
                <a:gd name="connsiteY64" fmla="*/ 650082 h 1264444"/>
                <a:gd name="connsiteX65" fmla="*/ 1533525 w 1533525"/>
                <a:gd name="connsiteY65" fmla="*/ 564357 h 1264444"/>
                <a:gd name="connsiteX66" fmla="*/ 1438275 w 1533525"/>
                <a:gd name="connsiteY66" fmla="*/ 533400 h 1264444"/>
                <a:gd name="connsiteX67" fmla="*/ 1488282 w 1533525"/>
                <a:gd name="connsiteY67" fmla="*/ 400050 h 1264444"/>
                <a:gd name="connsiteX68" fmla="*/ 1402557 w 1533525"/>
                <a:gd name="connsiteY68" fmla="*/ 400050 h 1264444"/>
                <a:gd name="connsiteX69" fmla="*/ 1397794 w 1533525"/>
                <a:gd name="connsiteY69" fmla="*/ 326232 h 1264444"/>
                <a:gd name="connsiteX70" fmla="*/ 1435894 w 1533525"/>
                <a:gd name="connsiteY70" fmla="*/ 280988 h 1264444"/>
                <a:gd name="connsiteX71" fmla="*/ 1335882 w 1533525"/>
                <a:gd name="connsiteY71" fmla="*/ 130969 h 1264444"/>
                <a:gd name="connsiteX72" fmla="*/ 1295400 w 1533525"/>
                <a:gd name="connsiteY72" fmla="*/ 90488 h 1264444"/>
                <a:gd name="connsiteX73" fmla="*/ 1045369 w 1533525"/>
                <a:gd name="connsiteY73" fmla="*/ 97632 h 1264444"/>
                <a:gd name="connsiteX74" fmla="*/ 1040607 w 1533525"/>
                <a:gd name="connsiteY74" fmla="*/ 57150 h 1264444"/>
                <a:gd name="connsiteX75" fmla="*/ 990600 w 1533525"/>
                <a:gd name="connsiteY75" fmla="*/ 64294 h 1264444"/>
                <a:gd name="connsiteX76" fmla="*/ 923925 w 1533525"/>
                <a:gd name="connsiteY76" fmla="*/ 0 h 1264444"/>
                <a:gd name="connsiteX77" fmla="*/ 695325 w 1533525"/>
                <a:gd name="connsiteY77" fmla="*/ 9525 h 1264444"/>
                <a:gd name="connsiteX78" fmla="*/ 623888 w 1533525"/>
                <a:gd name="connsiteY78" fmla="*/ 109538 h 1264444"/>
                <a:gd name="connsiteX79" fmla="*/ 550069 w 1533525"/>
                <a:gd name="connsiteY79" fmla="*/ 69057 h 1264444"/>
                <a:gd name="connsiteX80" fmla="*/ 383382 w 1533525"/>
                <a:gd name="connsiteY80" fmla="*/ 119063 h 1264444"/>
                <a:gd name="connsiteX81" fmla="*/ 504825 w 1533525"/>
                <a:gd name="connsiteY81" fmla="*/ 383382 h 1264444"/>
                <a:gd name="connsiteX0" fmla="*/ 504825 w 1533525"/>
                <a:gd name="connsiteY0" fmla="*/ 383382 h 1264444"/>
                <a:gd name="connsiteX1" fmla="*/ 347663 w 1533525"/>
                <a:gd name="connsiteY1" fmla="*/ 292894 h 1264444"/>
                <a:gd name="connsiteX2" fmla="*/ 288132 w 1533525"/>
                <a:gd name="connsiteY2" fmla="*/ 347663 h 1264444"/>
                <a:gd name="connsiteX3" fmla="*/ 209550 w 1533525"/>
                <a:gd name="connsiteY3" fmla="*/ 326232 h 1264444"/>
                <a:gd name="connsiteX4" fmla="*/ 173832 w 1533525"/>
                <a:gd name="connsiteY4" fmla="*/ 392907 h 1264444"/>
                <a:gd name="connsiteX5" fmla="*/ 130969 w 1533525"/>
                <a:gd name="connsiteY5" fmla="*/ 400050 h 1264444"/>
                <a:gd name="connsiteX6" fmla="*/ 85725 w 1533525"/>
                <a:gd name="connsiteY6" fmla="*/ 438150 h 1264444"/>
                <a:gd name="connsiteX7" fmla="*/ 90488 w 1533525"/>
                <a:gd name="connsiteY7" fmla="*/ 526257 h 1264444"/>
                <a:gd name="connsiteX8" fmla="*/ 33338 w 1533525"/>
                <a:gd name="connsiteY8" fmla="*/ 526257 h 1264444"/>
                <a:gd name="connsiteX9" fmla="*/ 28575 w 1533525"/>
                <a:gd name="connsiteY9" fmla="*/ 569119 h 1264444"/>
                <a:gd name="connsiteX10" fmla="*/ 0 w 1533525"/>
                <a:gd name="connsiteY10" fmla="*/ 583407 h 1264444"/>
                <a:gd name="connsiteX11" fmla="*/ 38100 w 1533525"/>
                <a:gd name="connsiteY11" fmla="*/ 671513 h 1264444"/>
                <a:gd name="connsiteX12" fmla="*/ 21432 w 1533525"/>
                <a:gd name="connsiteY12" fmla="*/ 685800 h 1264444"/>
                <a:gd name="connsiteX13" fmla="*/ 71438 w 1533525"/>
                <a:gd name="connsiteY13" fmla="*/ 666750 h 1264444"/>
                <a:gd name="connsiteX14" fmla="*/ 171450 w 1533525"/>
                <a:gd name="connsiteY14" fmla="*/ 723900 h 1264444"/>
                <a:gd name="connsiteX15" fmla="*/ 128588 w 1533525"/>
                <a:gd name="connsiteY15" fmla="*/ 747713 h 1264444"/>
                <a:gd name="connsiteX16" fmla="*/ 95250 w 1533525"/>
                <a:gd name="connsiteY16" fmla="*/ 785813 h 1264444"/>
                <a:gd name="connsiteX17" fmla="*/ 100013 w 1533525"/>
                <a:gd name="connsiteY17" fmla="*/ 802482 h 1264444"/>
                <a:gd name="connsiteX18" fmla="*/ 54769 w 1533525"/>
                <a:gd name="connsiteY18" fmla="*/ 888207 h 1264444"/>
                <a:gd name="connsiteX19" fmla="*/ 111919 w 1533525"/>
                <a:gd name="connsiteY19" fmla="*/ 928688 h 1264444"/>
                <a:gd name="connsiteX20" fmla="*/ 157163 w 1533525"/>
                <a:gd name="connsiteY20" fmla="*/ 912019 h 1264444"/>
                <a:gd name="connsiteX21" fmla="*/ 238125 w 1533525"/>
                <a:gd name="connsiteY21" fmla="*/ 976313 h 1264444"/>
                <a:gd name="connsiteX22" fmla="*/ 314325 w 1533525"/>
                <a:gd name="connsiteY22" fmla="*/ 995363 h 1264444"/>
                <a:gd name="connsiteX23" fmla="*/ 323850 w 1533525"/>
                <a:gd name="connsiteY23" fmla="*/ 885825 h 1264444"/>
                <a:gd name="connsiteX24" fmla="*/ 402432 w 1533525"/>
                <a:gd name="connsiteY24" fmla="*/ 923925 h 1264444"/>
                <a:gd name="connsiteX25" fmla="*/ 466725 w 1533525"/>
                <a:gd name="connsiteY25" fmla="*/ 928688 h 1264444"/>
                <a:gd name="connsiteX26" fmla="*/ 471488 w 1533525"/>
                <a:gd name="connsiteY26" fmla="*/ 995363 h 1264444"/>
                <a:gd name="connsiteX27" fmla="*/ 557213 w 1533525"/>
                <a:gd name="connsiteY27" fmla="*/ 997744 h 1264444"/>
                <a:gd name="connsiteX28" fmla="*/ 564357 w 1533525"/>
                <a:gd name="connsiteY28" fmla="*/ 1071563 h 1264444"/>
                <a:gd name="connsiteX29" fmla="*/ 614363 w 1533525"/>
                <a:gd name="connsiteY29" fmla="*/ 1078707 h 1264444"/>
                <a:gd name="connsiteX30" fmla="*/ 590550 w 1533525"/>
                <a:gd name="connsiteY30" fmla="*/ 1154907 h 1264444"/>
                <a:gd name="connsiteX31" fmla="*/ 561975 w 1533525"/>
                <a:gd name="connsiteY31" fmla="*/ 1164432 h 1264444"/>
                <a:gd name="connsiteX32" fmla="*/ 552450 w 1533525"/>
                <a:gd name="connsiteY32" fmla="*/ 1185863 h 1264444"/>
                <a:gd name="connsiteX33" fmla="*/ 602457 w 1533525"/>
                <a:gd name="connsiteY33" fmla="*/ 1209675 h 1264444"/>
                <a:gd name="connsiteX34" fmla="*/ 611982 w 1533525"/>
                <a:gd name="connsiteY34" fmla="*/ 1216819 h 1264444"/>
                <a:gd name="connsiteX35" fmla="*/ 645319 w 1533525"/>
                <a:gd name="connsiteY35" fmla="*/ 1200150 h 1264444"/>
                <a:gd name="connsiteX36" fmla="*/ 669132 w 1533525"/>
                <a:gd name="connsiteY36" fmla="*/ 1231107 h 1264444"/>
                <a:gd name="connsiteX37" fmla="*/ 709613 w 1533525"/>
                <a:gd name="connsiteY37" fmla="*/ 1176338 h 1264444"/>
                <a:gd name="connsiteX38" fmla="*/ 731044 w 1533525"/>
                <a:gd name="connsiteY38" fmla="*/ 1185863 h 1264444"/>
                <a:gd name="connsiteX39" fmla="*/ 766763 w 1533525"/>
                <a:gd name="connsiteY39" fmla="*/ 1176338 h 1264444"/>
                <a:gd name="connsiteX40" fmla="*/ 809625 w 1533525"/>
                <a:gd name="connsiteY40" fmla="*/ 1193007 h 1264444"/>
                <a:gd name="connsiteX41" fmla="*/ 854869 w 1533525"/>
                <a:gd name="connsiteY41" fmla="*/ 1173957 h 1264444"/>
                <a:gd name="connsiteX42" fmla="*/ 909638 w 1533525"/>
                <a:gd name="connsiteY42" fmla="*/ 1183482 h 1264444"/>
                <a:gd name="connsiteX43" fmla="*/ 954882 w 1533525"/>
                <a:gd name="connsiteY43" fmla="*/ 1176338 h 1264444"/>
                <a:gd name="connsiteX44" fmla="*/ 969169 w 1533525"/>
                <a:gd name="connsiteY44" fmla="*/ 1119188 h 1264444"/>
                <a:gd name="connsiteX45" fmla="*/ 990600 w 1533525"/>
                <a:gd name="connsiteY45" fmla="*/ 1131094 h 1264444"/>
                <a:gd name="connsiteX46" fmla="*/ 990600 w 1533525"/>
                <a:gd name="connsiteY46" fmla="*/ 1173957 h 1264444"/>
                <a:gd name="connsiteX47" fmla="*/ 1023938 w 1533525"/>
                <a:gd name="connsiteY47" fmla="*/ 1197769 h 1264444"/>
                <a:gd name="connsiteX48" fmla="*/ 1038225 w 1533525"/>
                <a:gd name="connsiteY48" fmla="*/ 1223963 h 1264444"/>
                <a:gd name="connsiteX49" fmla="*/ 1085850 w 1533525"/>
                <a:gd name="connsiteY49" fmla="*/ 1264444 h 1264444"/>
                <a:gd name="connsiteX50" fmla="*/ 1138238 w 1533525"/>
                <a:gd name="connsiteY50" fmla="*/ 1264444 h 1264444"/>
                <a:gd name="connsiteX51" fmla="*/ 1166813 w 1533525"/>
                <a:gd name="connsiteY51" fmla="*/ 1221582 h 1264444"/>
                <a:gd name="connsiteX52" fmla="*/ 1138238 w 1533525"/>
                <a:gd name="connsiteY52" fmla="*/ 1190625 h 1264444"/>
                <a:gd name="connsiteX53" fmla="*/ 1126332 w 1533525"/>
                <a:gd name="connsiteY53" fmla="*/ 1100138 h 1264444"/>
                <a:gd name="connsiteX54" fmla="*/ 1209675 w 1533525"/>
                <a:gd name="connsiteY54" fmla="*/ 1040607 h 1264444"/>
                <a:gd name="connsiteX55" fmla="*/ 1178719 w 1533525"/>
                <a:gd name="connsiteY55" fmla="*/ 983457 h 1264444"/>
                <a:gd name="connsiteX56" fmla="*/ 1421607 w 1533525"/>
                <a:gd name="connsiteY56" fmla="*/ 1059657 h 1264444"/>
                <a:gd name="connsiteX57" fmla="*/ 1443038 w 1533525"/>
                <a:gd name="connsiteY57" fmla="*/ 954882 h 1264444"/>
                <a:gd name="connsiteX58" fmla="*/ 1393032 w 1533525"/>
                <a:gd name="connsiteY58" fmla="*/ 938213 h 1264444"/>
                <a:gd name="connsiteX59" fmla="*/ 1459707 w 1533525"/>
                <a:gd name="connsiteY59" fmla="*/ 864394 h 1264444"/>
                <a:gd name="connsiteX60" fmla="*/ 1500188 w 1533525"/>
                <a:gd name="connsiteY60" fmla="*/ 866775 h 1264444"/>
                <a:gd name="connsiteX61" fmla="*/ 1512094 w 1533525"/>
                <a:gd name="connsiteY61" fmla="*/ 852488 h 1264444"/>
                <a:gd name="connsiteX62" fmla="*/ 1459707 w 1533525"/>
                <a:gd name="connsiteY62" fmla="*/ 745332 h 1264444"/>
                <a:gd name="connsiteX63" fmla="*/ 1512094 w 1533525"/>
                <a:gd name="connsiteY63" fmla="*/ 683419 h 1264444"/>
                <a:gd name="connsiteX64" fmla="*/ 1488282 w 1533525"/>
                <a:gd name="connsiteY64" fmla="*/ 650082 h 1264444"/>
                <a:gd name="connsiteX65" fmla="*/ 1533525 w 1533525"/>
                <a:gd name="connsiteY65" fmla="*/ 564357 h 1264444"/>
                <a:gd name="connsiteX66" fmla="*/ 1438275 w 1533525"/>
                <a:gd name="connsiteY66" fmla="*/ 533400 h 1264444"/>
                <a:gd name="connsiteX67" fmla="*/ 1488282 w 1533525"/>
                <a:gd name="connsiteY67" fmla="*/ 400050 h 1264444"/>
                <a:gd name="connsiteX68" fmla="*/ 1402557 w 1533525"/>
                <a:gd name="connsiteY68" fmla="*/ 400050 h 1264444"/>
                <a:gd name="connsiteX69" fmla="*/ 1397794 w 1533525"/>
                <a:gd name="connsiteY69" fmla="*/ 326232 h 1264444"/>
                <a:gd name="connsiteX70" fmla="*/ 1435894 w 1533525"/>
                <a:gd name="connsiteY70" fmla="*/ 280988 h 1264444"/>
                <a:gd name="connsiteX71" fmla="*/ 1335882 w 1533525"/>
                <a:gd name="connsiteY71" fmla="*/ 130969 h 1264444"/>
                <a:gd name="connsiteX72" fmla="*/ 1295400 w 1533525"/>
                <a:gd name="connsiteY72" fmla="*/ 90488 h 1264444"/>
                <a:gd name="connsiteX73" fmla="*/ 1045369 w 1533525"/>
                <a:gd name="connsiteY73" fmla="*/ 97632 h 1264444"/>
                <a:gd name="connsiteX74" fmla="*/ 1040607 w 1533525"/>
                <a:gd name="connsiteY74" fmla="*/ 57150 h 1264444"/>
                <a:gd name="connsiteX75" fmla="*/ 990600 w 1533525"/>
                <a:gd name="connsiteY75" fmla="*/ 64294 h 1264444"/>
                <a:gd name="connsiteX76" fmla="*/ 923925 w 1533525"/>
                <a:gd name="connsiteY76" fmla="*/ 0 h 1264444"/>
                <a:gd name="connsiteX77" fmla="*/ 695325 w 1533525"/>
                <a:gd name="connsiteY77" fmla="*/ 9525 h 1264444"/>
                <a:gd name="connsiteX78" fmla="*/ 623888 w 1533525"/>
                <a:gd name="connsiteY78" fmla="*/ 109538 h 1264444"/>
                <a:gd name="connsiteX79" fmla="*/ 550069 w 1533525"/>
                <a:gd name="connsiteY79" fmla="*/ 69057 h 1264444"/>
                <a:gd name="connsiteX80" fmla="*/ 383382 w 1533525"/>
                <a:gd name="connsiteY80" fmla="*/ 119063 h 1264444"/>
                <a:gd name="connsiteX81" fmla="*/ 504825 w 1533525"/>
                <a:gd name="connsiteY81" fmla="*/ 383382 h 1264444"/>
                <a:gd name="connsiteX0" fmla="*/ 404812 w 1533525"/>
                <a:gd name="connsiteY0" fmla="*/ 271464 h 1264444"/>
                <a:gd name="connsiteX1" fmla="*/ 347663 w 1533525"/>
                <a:gd name="connsiteY1" fmla="*/ 292894 h 1264444"/>
                <a:gd name="connsiteX2" fmla="*/ 288132 w 1533525"/>
                <a:gd name="connsiteY2" fmla="*/ 347663 h 1264444"/>
                <a:gd name="connsiteX3" fmla="*/ 209550 w 1533525"/>
                <a:gd name="connsiteY3" fmla="*/ 326232 h 1264444"/>
                <a:gd name="connsiteX4" fmla="*/ 173832 w 1533525"/>
                <a:gd name="connsiteY4" fmla="*/ 392907 h 1264444"/>
                <a:gd name="connsiteX5" fmla="*/ 130969 w 1533525"/>
                <a:gd name="connsiteY5" fmla="*/ 400050 h 1264444"/>
                <a:gd name="connsiteX6" fmla="*/ 85725 w 1533525"/>
                <a:gd name="connsiteY6" fmla="*/ 438150 h 1264444"/>
                <a:gd name="connsiteX7" fmla="*/ 90488 w 1533525"/>
                <a:gd name="connsiteY7" fmla="*/ 526257 h 1264444"/>
                <a:gd name="connsiteX8" fmla="*/ 33338 w 1533525"/>
                <a:gd name="connsiteY8" fmla="*/ 526257 h 1264444"/>
                <a:gd name="connsiteX9" fmla="*/ 28575 w 1533525"/>
                <a:gd name="connsiteY9" fmla="*/ 569119 h 1264444"/>
                <a:gd name="connsiteX10" fmla="*/ 0 w 1533525"/>
                <a:gd name="connsiteY10" fmla="*/ 583407 h 1264444"/>
                <a:gd name="connsiteX11" fmla="*/ 38100 w 1533525"/>
                <a:gd name="connsiteY11" fmla="*/ 671513 h 1264444"/>
                <a:gd name="connsiteX12" fmla="*/ 21432 w 1533525"/>
                <a:gd name="connsiteY12" fmla="*/ 685800 h 1264444"/>
                <a:gd name="connsiteX13" fmla="*/ 71438 w 1533525"/>
                <a:gd name="connsiteY13" fmla="*/ 666750 h 1264444"/>
                <a:gd name="connsiteX14" fmla="*/ 171450 w 1533525"/>
                <a:gd name="connsiteY14" fmla="*/ 723900 h 1264444"/>
                <a:gd name="connsiteX15" fmla="*/ 128588 w 1533525"/>
                <a:gd name="connsiteY15" fmla="*/ 747713 h 1264444"/>
                <a:gd name="connsiteX16" fmla="*/ 95250 w 1533525"/>
                <a:gd name="connsiteY16" fmla="*/ 785813 h 1264444"/>
                <a:gd name="connsiteX17" fmla="*/ 100013 w 1533525"/>
                <a:gd name="connsiteY17" fmla="*/ 802482 h 1264444"/>
                <a:gd name="connsiteX18" fmla="*/ 54769 w 1533525"/>
                <a:gd name="connsiteY18" fmla="*/ 888207 h 1264444"/>
                <a:gd name="connsiteX19" fmla="*/ 111919 w 1533525"/>
                <a:gd name="connsiteY19" fmla="*/ 928688 h 1264444"/>
                <a:gd name="connsiteX20" fmla="*/ 157163 w 1533525"/>
                <a:gd name="connsiteY20" fmla="*/ 912019 h 1264444"/>
                <a:gd name="connsiteX21" fmla="*/ 238125 w 1533525"/>
                <a:gd name="connsiteY21" fmla="*/ 976313 h 1264444"/>
                <a:gd name="connsiteX22" fmla="*/ 314325 w 1533525"/>
                <a:gd name="connsiteY22" fmla="*/ 995363 h 1264444"/>
                <a:gd name="connsiteX23" fmla="*/ 323850 w 1533525"/>
                <a:gd name="connsiteY23" fmla="*/ 885825 h 1264444"/>
                <a:gd name="connsiteX24" fmla="*/ 402432 w 1533525"/>
                <a:gd name="connsiteY24" fmla="*/ 923925 h 1264444"/>
                <a:gd name="connsiteX25" fmla="*/ 466725 w 1533525"/>
                <a:gd name="connsiteY25" fmla="*/ 928688 h 1264444"/>
                <a:gd name="connsiteX26" fmla="*/ 471488 w 1533525"/>
                <a:gd name="connsiteY26" fmla="*/ 995363 h 1264444"/>
                <a:gd name="connsiteX27" fmla="*/ 557213 w 1533525"/>
                <a:gd name="connsiteY27" fmla="*/ 997744 h 1264444"/>
                <a:gd name="connsiteX28" fmla="*/ 564357 w 1533525"/>
                <a:gd name="connsiteY28" fmla="*/ 1071563 h 1264444"/>
                <a:gd name="connsiteX29" fmla="*/ 614363 w 1533525"/>
                <a:gd name="connsiteY29" fmla="*/ 1078707 h 1264444"/>
                <a:gd name="connsiteX30" fmla="*/ 590550 w 1533525"/>
                <a:gd name="connsiteY30" fmla="*/ 1154907 h 1264444"/>
                <a:gd name="connsiteX31" fmla="*/ 561975 w 1533525"/>
                <a:gd name="connsiteY31" fmla="*/ 1164432 h 1264444"/>
                <a:gd name="connsiteX32" fmla="*/ 552450 w 1533525"/>
                <a:gd name="connsiteY32" fmla="*/ 1185863 h 1264444"/>
                <a:gd name="connsiteX33" fmla="*/ 602457 w 1533525"/>
                <a:gd name="connsiteY33" fmla="*/ 1209675 h 1264444"/>
                <a:gd name="connsiteX34" fmla="*/ 611982 w 1533525"/>
                <a:gd name="connsiteY34" fmla="*/ 1216819 h 1264444"/>
                <a:gd name="connsiteX35" fmla="*/ 645319 w 1533525"/>
                <a:gd name="connsiteY35" fmla="*/ 1200150 h 1264444"/>
                <a:gd name="connsiteX36" fmla="*/ 669132 w 1533525"/>
                <a:gd name="connsiteY36" fmla="*/ 1231107 h 1264444"/>
                <a:gd name="connsiteX37" fmla="*/ 709613 w 1533525"/>
                <a:gd name="connsiteY37" fmla="*/ 1176338 h 1264444"/>
                <a:gd name="connsiteX38" fmla="*/ 731044 w 1533525"/>
                <a:gd name="connsiteY38" fmla="*/ 1185863 h 1264444"/>
                <a:gd name="connsiteX39" fmla="*/ 766763 w 1533525"/>
                <a:gd name="connsiteY39" fmla="*/ 1176338 h 1264444"/>
                <a:gd name="connsiteX40" fmla="*/ 809625 w 1533525"/>
                <a:gd name="connsiteY40" fmla="*/ 1193007 h 1264444"/>
                <a:gd name="connsiteX41" fmla="*/ 854869 w 1533525"/>
                <a:gd name="connsiteY41" fmla="*/ 1173957 h 1264444"/>
                <a:gd name="connsiteX42" fmla="*/ 909638 w 1533525"/>
                <a:gd name="connsiteY42" fmla="*/ 1183482 h 1264444"/>
                <a:gd name="connsiteX43" fmla="*/ 954882 w 1533525"/>
                <a:gd name="connsiteY43" fmla="*/ 1176338 h 1264444"/>
                <a:gd name="connsiteX44" fmla="*/ 969169 w 1533525"/>
                <a:gd name="connsiteY44" fmla="*/ 1119188 h 1264444"/>
                <a:gd name="connsiteX45" fmla="*/ 990600 w 1533525"/>
                <a:gd name="connsiteY45" fmla="*/ 1131094 h 1264444"/>
                <a:gd name="connsiteX46" fmla="*/ 990600 w 1533525"/>
                <a:gd name="connsiteY46" fmla="*/ 1173957 h 1264444"/>
                <a:gd name="connsiteX47" fmla="*/ 1023938 w 1533525"/>
                <a:gd name="connsiteY47" fmla="*/ 1197769 h 1264444"/>
                <a:gd name="connsiteX48" fmla="*/ 1038225 w 1533525"/>
                <a:gd name="connsiteY48" fmla="*/ 1223963 h 1264444"/>
                <a:gd name="connsiteX49" fmla="*/ 1085850 w 1533525"/>
                <a:gd name="connsiteY49" fmla="*/ 1264444 h 1264444"/>
                <a:gd name="connsiteX50" fmla="*/ 1138238 w 1533525"/>
                <a:gd name="connsiteY50" fmla="*/ 1264444 h 1264444"/>
                <a:gd name="connsiteX51" fmla="*/ 1166813 w 1533525"/>
                <a:gd name="connsiteY51" fmla="*/ 1221582 h 1264444"/>
                <a:gd name="connsiteX52" fmla="*/ 1138238 w 1533525"/>
                <a:gd name="connsiteY52" fmla="*/ 1190625 h 1264444"/>
                <a:gd name="connsiteX53" fmla="*/ 1126332 w 1533525"/>
                <a:gd name="connsiteY53" fmla="*/ 1100138 h 1264444"/>
                <a:gd name="connsiteX54" fmla="*/ 1209675 w 1533525"/>
                <a:gd name="connsiteY54" fmla="*/ 1040607 h 1264444"/>
                <a:gd name="connsiteX55" fmla="*/ 1178719 w 1533525"/>
                <a:gd name="connsiteY55" fmla="*/ 983457 h 1264444"/>
                <a:gd name="connsiteX56" fmla="*/ 1421607 w 1533525"/>
                <a:gd name="connsiteY56" fmla="*/ 1059657 h 1264444"/>
                <a:gd name="connsiteX57" fmla="*/ 1443038 w 1533525"/>
                <a:gd name="connsiteY57" fmla="*/ 954882 h 1264444"/>
                <a:gd name="connsiteX58" fmla="*/ 1393032 w 1533525"/>
                <a:gd name="connsiteY58" fmla="*/ 938213 h 1264444"/>
                <a:gd name="connsiteX59" fmla="*/ 1459707 w 1533525"/>
                <a:gd name="connsiteY59" fmla="*/ 864394 h 1264444"/>
                <a:gd name="connsiteX60" fmla="*/ 1500188 w 1533525"/>
                <a:gd name="connsiteY60" fmla="*/ 866775 h 1264444"/>
                <a:gd name="connsiteX61" fmla="*/ 1512094 w 1533525"/>
                <a:gd name="connsiteY61" fmla="*/ 852488 h 1264444"/>
                <a:gd name="connsiteX62" fmla="*/ 1459707 w 1533525"/>
                <a:gd name="connsiteY62" fmla="*/ 745332 h 1264444"/>
                <a:gd name="connsiteX63" fmla="*/ 1512094 w 1533525"/>
                <a:gd name="connsiteY63" fmla="*/ 683419 h 1264444"/>
                <a:gd name="connsiteX64" fmla="*/ 1488282 w 1533525"/>
                <a:gd name="connsiteY64" fmla="*/ 650082 h 1264444"/>
                <a:gd name="connsiteX65" fmla="*/ 1533525 w 1533525"/>
                <a:gd name="connsiteY65" fmla="*/ 564357 h 1264444"/>
                <a:gd name="connsiteX66" fmla="*/ 1438275 w 1533525"/>
                <a:gd name="connsiteY66" fmla="*/ 533400 h 1264444"/>
                <a:gd name="connsiteX67" fmla="*/ 1488282 w 1533525"/>
                <a:gd name="connsiteY67" fmla="*/ 400050 h 1264444"/>
                <a:gd name="connsiteX68" fmla="*/ 1402557 w 1533525"/>
                <a:gd name="connsiteY68" fmla="*/ 400050 h 1264444"/>
                <a:gd name="connsiteX69" fmla="*/ 1397794 w 1533525"/>
                <a:gd name="connsiteY69" fmla="*/ 326232 h 1264444"/>
                <a:gd name="connsiteX70" fmla="*/ 1435894 w 1533525"/>
                <a:gd name="connsiteY70" fmla="*/ 280988 h 1264444"/>
                <a:gd name="connsiteX71" fmla="*/ 1335882 w 1533525"/>
                <a:gd name="connsiteY71" fmla="*/ 130969 h 1264444"/>
                <a:gd name="connsiteX72" fmla="*/ 1295400 w 1533525"/>
                <a:gd name="connsiteY72" fmla="*/ 90488 h 1264444"/>
                <a:gd name="connsiteX73" fmla="*/ 1045369 w 1533525"/>
                <a:gd name="connsiteY73" fmla="*/ 97632 h 1264444"/>
                <a:gd name="connsiteX74" fmla="*/ 1040607 w 1533525"/>
                <a:gd name="connsiteY74" fmla="*/ 57150 h 1264444"/>
                <a:gd name="connsiteX75" fmla="*/ 990600 w 1533525"/>
                <a:gd name="connsiteY75" fmla="*/ 64294 h 1264444"/>
                <a:gd name="connsiteX76" fmla="*/ 923925 w 1533525"/>
                <a:gd name="connsiteY76" fmla="*/ 0 h 1264444"/>
                <a:gd name="connsiteX77" fmla="*/ 695325 w 1533525"/>
                <a:gd name="connsiteY77" fmla="*/ 9525 h 1264444"/>
                <a:gd name="connsiteX78" fmla="*/ 623888 w 1533525"/>
                <a:gd name="connsiteY78" fmla="*/ 109538 h 1264444"/>
                <a:gd name="connsiteX79" fmla="*/ 550069 w 1533525"/>
                <a:gd name="connsiteY79" fmla="*/ 69057 h 1264444"/>
                <a:gd name="connsiteX80" fmla="*/ 383382 w 1533525"/>
                <a:gd name="connsiteY80" fmla="*/ 119063 h 1264444"/>
                <a:gd name="connsiteX81" fmla="*/ 404812 w 1533525"/>
                <a:gd name="connsiteY81" fmla="*/ 271464 h 12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533525" h="1264444">
                  <a:moveTo>
                    <a:pt x="404812" y="271464"/>
                  </a:moveTo>
                  <a:lnTo>
                    <a:pt x="347663" y="292894"/>
                  </a:lnTo>
                  <a:lnTo>
                    <a:pt x="288132" y="347663"/>
                  </a:lnTo>
                  <a:lnTo>
                    <a:pt x="209550" y="326232"/>
                  </a:lnTo>
                  <a:lnTo>
                    <a:pt x="173832" y="392907"/>
                  </a:lnTo>
                  <a:lnTo>
                    <a:pt x="130969" y="400050"/>
                  </a:lnTo>
                  <a:lnTo>
                    <a:pt x="85725" y="438150"/>
                  </a:lnTo>
                  <a:lnTo>
                    <a:pt x="90488" y="526257"/>
                  </a:lnTo>
                  <a:lnTo>
                    <a:pt x="33338" y="526257"/>
                  </a:lnTo>
                  <a:lnTo>
                    <a:pt x="28575" y="569119"/>
                  </a:lnTo>
                  <a:lnTo>
                    <a:pt x="0" y="583407"/>
                  </a:lnTo>
                  <a:lnTo>
                    <a:pt x="38100" y="671513"/>
                  </a:lnTo>
                  <a:lnTo>
                    <a:pt x="21432" y="685800"/>
                  </a:lnTo>
                  <a:lnTo>
                    <a:pt x="71438" y="666750"/>
                  </a:lnTo>
                  <a:lnTo>
                    <a:pt x="171450" y="723900"/>
                  </a:lnTo>
                  <a:lnTo>
                    <a:pt x="128588" y="747713"/>
                  </a:lnTo>
                  <a:lnTo>
                    <a:pt x="95250" y="785813"/>
                  </a:lnTo>
                  <a:lnTo>
                    <a:pt x="100013" y="802482"/>
                  </a:lnTo>
                  <a:lnTo>
                    <a:pt x="54769" y="888207"/>
                  </a:lnTo>
                  <a:lnTo>
                    <a:pt x="111919" y="928688"/>
                  </a:lnTo>
                  <a:lnTo>
                    <a:pt x="157163" y="912019"/>
                  </a:lnTo>
                  <a:lnTo>
                    <a:pt x="238125" y="976313"/>
                  </a:lnTo>
                  <a:lnTo>
                    <a:pt x="314325" y="995363"/>
                  </a:lnTo>
                  <a:lnTo>
                    <a:pt x="323850" y="885825"/>
                  </a:lnTo>
                  <a:lnTo>
                    <a:pt x="402432" y="923925"/>
                  </a:lnTo>
                  <a:lnTo>
                    <a:pt x="466725" y="928688"/>
                  </a:lnTo>
                  <a:lnTo>
                    <a:pt x="471488" y="995363"/>
                  </a:lnTo>
                  <a:lnTo>
                    <a:pt x="557213" y="997744"/>
                  </a:lnTo>
                  <a:lnTo>
                    <a:pt x="564357" y="1071563"/>
                  </a:lnTo>
                  <a:lnTo>
                    <a:pt x="614363" y="1078707"/>
                  </a:lnTo>
                  <a:lnTo>
                    <a:pt x="590550" y="1154907"/>
                  </a:lnTo>
                  <a:lnTo>
                    <a:pt x="561975" y="1164432"/>
                  </a:lnTo>
                  <a:lnTo>
                    <a:pt x="552450" y="1185863"/>
                  </a:lnTo>
                  <a:lnTo>
                    <a:pt x="602457" y="1209675"/>
                  </a:lnTo>
                  <a:lnTo>
                    <a:pt x="611982" y="1216819"/>
                  </a:lnTo>
                  <a:lnTo>
                    <a:pt x="645319" y="1200150"/>
                  </a:lnTo>
                  <a:lnTo>
                    <a:pt x="669132" y="1231107"/>
                  </a:lnTo>
                  <a:lnTo>
                    <a:pt x="709613" y="1176338"/>
                  </a:lnTo>
                  <a:lnTo>
                    <a:pt x="731044" y="1185863"/>
                  </a:lnTo>
                  <a:lnTo>
                    <a:pt x="766763" y="1176338"/>
                  </a:lnTo>
                  <a:lnTo>
                    <a:pt x="809625" y="1193007"/>
                  </a:lnTo>
                  <a:lnTo>
                    <a:pt x="854869" y="1173957"/>
                  </a:lnTo>
                  <a:lnTo>
                    <a:pt x="909638" y="1183482"/>
                  </a:lnTo>
                  <a:lnTo>
                    <a:pt x="954882" y="1176338"/>
                  </a:lnTo>
                  <a:lnTo>
                    <a:pt x="969169" y="1119188"/>
                  </a:lnTo>
                  <a:lnTo>
                    <a:pt x="990600" y="1131094"/>
                  </a:lnTo>
                  <a:lnTo>
                    <a:pt x="990600" y="1173957"/>
                  </a:lnTo>
                  <a:lnTo>
                    <a:pt x="1023938" y="1197769"/>
                  </a:lnTo>
                  <a:lnTo>
                    <a:pt x="1038225" y="1223963"/>
                  </a:lnTo>
                  <a:lnTo>
                    <a:pt x="1085850" y="1264444"/>
                  </a:lnTo>
                  <a:lnTo>
                    <a:pt x="1138238" y="1264444"/>
                  </a:lnTo>
                  <a:lnTo>
                    <a:pt x="1166813" y="1221582"/>
                  </a:lnTo>
                  <a:lnTo>
                    <a:pt x="1138238" y="1190625"/>
                  </a:lnTo>
                  <a:lnTo>
                    <a:pt x="1126332" y="1100138"/>
                  </a:lnTo>
                  <a:lnTo>
                    <a:pt x="1209675" y="1040607"/>
                  </a:lnTo>
                  <a:lnTo>
                    <a:pt x="1178719" y="983457"/>
                  </a:lnTo>
                  <a:lnTo>
                    <a:pt x="1421607" y="1059657"/>
                  </a:lnTo>
                  <a:lnTo>
                    <a:pt x="1443038" y="954882"/>
                  </a:lnTo>
                  <a:lnTo>
                    <a:pt x="1393032" y="938213"/>
                  </a:lnTo>
                  <a:lnTo>
                    <a:pt x="1459707" y="864394"/>
                  </a:lnTo>
                  <a:lnTo>
                    <a:pt x="1500188" y="866775"/>
                  </a:lnTo>
                  <a:lnTo>
                    <a:pt x="1512094" y="852488"/>
                  </a:lnTo>
                  <a:lnTo>
                    <a:pt x="1459707" y="745332"/>
                  </a:lnTo>
                  <a:lnTo>
                    <a:pt x="1512094" y="683419"/>
                  </a:lnTo>
                  <a:lnTo>
                    <a:pt x="1488282" y="650082"/>
                  </a:lnTo>
                  <a:lnTo>
                    <a:pt x="1533525" y="564357"/>
                  </a:lnTo>
                  <a:lnTo>
                    <a:pt x="1438275" y="533400"/>
                  </a:lnTo>
                  <a:lnTo>
                    <a:pt x="1488282" y="400050"/>
                  </a:lnTo>
                  <a:lnTo>
                    <a:pt x="1402557" y="400050"/>
                  </a:lnTo>
                  <a:lnTo>
                    <a:pt x="1397794" y="326232"/>
                  </a:lnTo>
                  <a:lnTo>
                    <a:pt x="1435894" y="280988"/>
                  </a:lnTo>
                  <a:lnTo>
                    <a:pt x="1335882" y="130969"/>
                  </a:lnTo>
                  <a:lnTo>
                    <a:pt x="1295400" y="90488"/>
                  </a:lnTo>
                  <a:lnTo>
                    <a:pt x="1045369" y="97632"/>
                  </a:lnTo>
                  <a:lnTo>
                    <a:pt x="1040607" y="57150"/>
                  </a:lnTo>
                  <a:lnTo>
                    <a:pt x="990600" y="64294"/>
                  </a:lnTo>
                  <a:lnTo>
                    <a:pt x="923925" y="0"/>
                  </a:lnTo>
                  <a:lnTo>
                    <a:pt x="695325" y="9525"/>
                  </a:lnTo>
                  <a:lnTo>
                    <a:pt x="623888" y="109538"/>
                  </a:lnTo>
                  <a:lnTo>
                    <a:pt x="550069" y="69057"/>
                  </a:lnTo>
                  <a:lnTo>
                    <a:pt x="383382" y="119063"/>
                  </a:lnTo>
                  <a:lnTo>
                    <a:pt x="404812" y="271464"/>
                  </a:lnTo>
                  <a:close/>
                </a:path>
              </a:pathLst>
            </a:custGeom>
            <a:gradFill>
              <a:gsLst>
                <a:gs pos="0">
                  <a:srgbClr val="41EC8E"/>
                </a:gs>
                <a:gs pos="100000">
                  <a:srgbClr val="3AF8CF"/>
                </a:gs>
              </a:gsLst>
              <a:lin ang="10800000" scaled="1"/>
            </a:gradFill>
            <a:ln w="22225" cap="rnd" cmpd="dbl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97" charset="-128"/>
                <a:cs typeface="Calibri" panose="020F0502020204030204" pitchFamily="34" charset="0"/>
              </a:endParaRPr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xmlns="" id="{7ABF177F-DE47-4648-AB8C-C20B6D61834A}"/>
                </a:ext>
              </a:extLst>
            </p:cNvPr>
            <p:cNvSpPr txBox="1"/>
            <p:nvPr/>
          </p:nvSpPr>
          <p:spPr>
            <a:xfrm>
              <a:off x="7949112" y="3348858"/>
              <a:ext cx="109536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WHITEFIELD &amp; BROOKEFIELD</a:t>
              </a:r>
              <a:endParaRPr kumimoji="0" lang="en-IN" sz="500" b="1" i="0" u="none" strike="noStrike" kern="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xmlns="" id="{29777A31-A77A-4DBC-8285-919360CF27FA}"/>
                </a:ext>
              </a:extLst>
            </p:cNvPr>
            <p:cNvSpPr txBox="1"/>
            <p:nvPr/>
          </p:nvSpPr>
          <p:spPr>
            <a:xfrm>
              <a:off x="6686845" y="2723000"/>
              <a:ext cx="621157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SBD CITY</a:t>
              </a:r>
              <a:endParaRPr kumimoji="0" lang="en-IN" sz="500" b="1" i="0" u="none" strike="noStrike" kern="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xmlns="" id="{0196D48B-30E8-4C54-97DC-F2F26093C094}"/>
                </a:ext>
              </a:extLst>
            </p:cNvPr>
            <p:cNvSpPr txBox="1"/>
            <p:nvPr/>
          </p:nvSpPr>
          <p:spPr>
            <a:xfrm>
              <a:off x="6404655" y="2331714"/>
              <a:ext cx="1029922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NORTH BENGALURU</a:t>
              </a:r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xmlns="" id="{B66A3844-2D70-4A9E-ABCE-EA7915E5A88B}"/>
                </a:ext>
              </a:extLst>
            </p:cNvPr>
            <p:cNvSpPr txBox="1"/>
            <p:nvPr/>
          </p:nvSpPr>
          <p:spPr>
            <a:xfrm>
              <a:off x="5882348" y="3898091"/>
              <a:ext cx="86514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PBD WEST</a:t>
              </a:r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xmlns="" id="{DD596675-9EA7-47B6-B1E3-F67DE37AC37D}"/>
                </a:ext>
              </a:extLst>
            </p:cNvPr>
            <p:cNvSpPr txBox="1"/>
            <p:nvPr/>
          </p:nvSpPr>
          <p:spPr>
            <a:xfrm>
              <a:off x="6965823" y="4129608"/>
              <a:ext cx="104009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SOUTH BENGALURU</a:t>
              </a:r>
              <a:endParaRPr kumimoji="0" lang="en-IN" sz="500" b="1" i="0" u="none" strike="noStrike" kern="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5" name="Freeform: Shape 378">
              <a:extLst>
                <a:ext uri="{FF2B5EF4-FFF2-40B4-BE49-F238E27FC236}">
                  <a16:creationId xmlns:a16="http://schemas.microsoft.com/office/drawing/2014/main" xmlns="" id="{0908DD08-108E-4B1D-9E34-4C215EF25B56}"/>
                </a:ext>
              </a:extLst>
            </p:cNvPr>
            <p:cNvSpPr/>
            <p:nvPr/>
          </p:nvSpPr>
          <p:spPr>
            <a:xfrm>
              <a:off x="7047851" y="2628730"/>
              <a:ext cx="924543" cy="1294015"/>
            </a:xfrm>
            <a:custGeom>
              <a:avLst/>
              <a:gdLst>
                <a:gd name="connsiteX0" fmla="*/ 0 w 1466850"/>
                <a:gd name="connsiteY0" fmla="*/ 19050 h 1955800"/>
                <a:gd name="connsiteX1" fmla="*/ 95250 w 1466850"/>
                <a:gd name="connsiteY1" fmla="*/ 31750 h 1955800"/>
                <a:gd name="connsiteX2" fmla="*/ 127000 w 1466850"/>
                <a:gd name="connsiteY2" fmla="*/ 0 h 1955800"/>
                <a:gd name="connsiteX3" fmla="*/ 273050 w 1466850"/>
                <a:gd name="connsiteY3" fmla="*/ 19050 h 1955800"/>
                <a:gd name="connsiteX4" fmla="*/ 393700 w 1466850"/>
                <a:gd name="connsiteY4" fmla="*/ 25400 h 1955800"/>
                <a:gd name="connsiteX5" fmla="*/ 508000 w 1466850"/>
                <a:gd name="connsiteY5" fmla="*/ 50800 h 1955800"/>
                <a:gd name="connsiteX6" fmla="*/ 565150 w 1466850"/>
                <a:gd name="connsiteY6" fmla="*/ 215900 h 1955800"/>
                <a:gd name="connsiteX7" fmla="*/ 952500 w 1466850"/>
                <a:gd name="connsiteY7" fmla="*/ 425450 h 1955800"/>
                <a:gd name="connsiteX8" fmla="*/ 1003300 w 1466850"/>
                <a:gd name="connsiteY8" fmla="*/ 762000 h 1955800"/>
                <a:gd name="connsiteX9" fmla="*/ 1200150 w 1466850"/>
                <a:gd name="connsiteY9" fmla="*/ 673100 h 1955800"/>
                <a:gd name="connsiteX10" fmla="*/ 1270000 w 1466850"/>
                <a:gd name="connsiteY10" fmla="*/ 685800 h 1955800"/>
                <a:gd name="connsiteX11" fmla="*/ 1447800 w 1466850"/>
                <a:gd name="connsiteY11" fmla="*/ 1162050 h 1955800"/>
                <a:gd name="connsiteX12" fmla="*/ 1466850 w 1466850"/>
                <a:gd name="connsiteY12" fmla="*/ 1365250 h 1955800"/>
                <a:gd name="connsiteX13" fmla="*/ 1428750 w 1466850"/>
                <a:gd name="connsiteY13" fmla="*/ 1549400 h 1955800"/>
                <a:gd name="connsiteX14" fmla="*/ 1371600 w 1466850"/>
                <a:gd name="connsiteY14" fmla="*/ 1638300 h 1955800"/>
                <a:gd name="connsiteX15" fmla="*/ 1257300 w 1466850"/>
                <a:gd name="connsiteY15" fmla="*/ 1746250 h 1955800"/>
                <a:gd name="connsiteX16" fmla="*/ 1193800 w 1466850"/>
                <a:gd name="connsiteY16" fmla="*/ 1828800 h 1955800"/>
                <a:gd name="connsiteX17" fmla="*/ 1079500 w 1466850"/>
                <a:gd name="connsiteY17" fmla="*/ 1866900 h 1955800"/>
                <a:gd name="connsiteX18" fmla="*/ 984250 w 1466850"/>
                <a:gd name="connsiteY18" fmla="*/ 1885950 h 1955800"/>
                <a:gd name="connsiteX19" fmla="*/ 762000 w 1466850"/>
                <a:gd name="connsiteY19" fmla="*/ 1822450 h 1955800"/>
                <a:gd name="connsiteX20" fmla="*/ 641350 w 1466850"/>
                <a:gd name="connsiteY20" fmla="*/ 1936750 h 1955800"/>
                <a:gd name="connsiteX21" fmla="*/ 400050 w 1466850"/>
                <a:gd name="connsiteY21" fmla="*/ 1955800 h 195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66850" h="1955800">
                  <a:moveTo>
                    <a:pt x="0" y="19050"/>
                  </a:moveTo>
                  <a:lnTo>
                    <a:pt x="95250" y="31750"/>
                  </a:lnTo>
                  <a:lnTo>
                    <a:pt x="127000" y="0"/>
                  </a:lnTo>
                  <a:lnTo>
                    <a:pt x="273050" y="19050"/>
                  </a:lnTo>
                  <a:lnTo>
                    <a:pt x="393700" y="25400"/>
                  </a:lnTo>
                  <a:lnTo>
                    <a:pt x="508000" y="50800"/>
                  </a:lnTo>
                  <a:lnTo>
                    <a:pt x="565150" y="215900"/>
                  </a:lnTo>
                  <a:lnTo>
                    <a:pt x="952500" y="425450"/>
                  </a:lnTo>
                  <a:lnTo>
                    <a:pt x="1003300" y="762000"/>
                  </a:lnTo>
                  <a:lnTo>
                    <a:pt x="1200150" y="673100"/>
                  </a:lnTo>
                  <a:lnTo>
                    <a:pt x="1270000" y="685800"/>
                  </a:lnTo>
                  <a:lnTo>
                    <a:pt x="1447800" y="1162050"/>
                  </a:lnTo>
                  <a:lnTo>
                    <a:pt x="1466850" y="1365250"/>
                  </a:lnTo>
                  <a:lnTo>
                    <a:pt x="1428750" y="1549400"/>
                  </a:lnTo>
                  <a:lnTo>
                    <a:pt x="1371600" y="1638300"/>
                  </a:lnTo>
                  <a:lnTo>
                    <a:pt x="1257300" y="1746250"/>
                  </a:lnTo>
                  <a:lnTo>
                    <a:pt x="1193800" y="1828800"/>
                  </a:lnTo>
                  <a:lnTo>
                    <a:pt x="1079500" y="1866900"/>
                  </a:lnTo>
                  <a:lnTo>
                    <a:pt x="984250" y="1885950"/>
                  </a:lnTo>
                  <a:lnTo>
                    <a:pt x="762000" y="1822450"/>
                  </a:lnTo>
                  <a:lnTo>
                    <a:pt x="641350" y="1936750"/>
                  </a:lnTo>
                  <a:lnTo>
                    <a:pt x="400050" y="1955800"/>
                  </a:lnTo>
                </a:path>
              </a:pathLst>
            </a:custGeom>
            <a:noFill/>
            <a:ln w="22225" cap="rnd" cmpd="dbl" algn="ctr">
              <a:noFill/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6" name="Freeform: Shape 379">
              <a:extLst>
                <a:ext uri="{FF2B5EF4-FFF2-40B4-BE49-F238E27FC236}">
                  <a16:creationId xmlns:a16="http://schemas.microsoft.com/office/drawing/2014/main" xmlns="" id="{62A2ED8E-1FA6-46E6-830A-5B5152F3FA59}"/>
                </a:ext>
              </a:extLst>
            </p:cNvPr>
            <p:cNvSpPr/>
            <p:nvPr/>
          </p:nvSpPr>
          <p:spPr>
            <a:xfrm>
              <a:off x="6847733" y="3300945"/>
              <a:ext cx="188110" cy="138644"/>
            </a:xfrm>
            <a:custGeom>
              <a:avLst/>
              <a:gdLst>
                <a:gd name="connsiteX0" fmla="*/ 69850 w 298450"/>
                <a:gd name="connsiteY0" fmla="*/ 0 h 209550"/>
                <a:gd name="connsiteX1" fmla="*/ 215900 w 298450"/>
                <a:gd name="connsiteY1" fmla="*/ 38100 h 209550"/>
                <a:gd name="connsiteX2" fmla="*/ 298450 w 298450"/>
                <a:gd name="connsiteY2" fmla="*/ 133350 h 209550"/>
                <a:gd name="connsiteX3" fmla="*/ 234950 w 298450"/>
                <a:gd name="connsiteY3" fmla="*/ 209550 h 209550"/>
                <a:gd name="connsiteX4" fmla="*/ 0 w 298450"/>
                <a:gd name="connsiteY4" fmla="*/ 171450 h 209550"/>
                <a:gd name="connsiteX5" fmla="*/ 69850 w 298450"/>
                <a:gd name="connsiteY5" fmla="*/ 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450" h="209550">
                  <a:moveTo>
                    <a:pt x="69850" y="0"/>
                  </a:moveTo>
                  <a:lnTo>
                    <a:pt x="215900" y="38100"/>
                  </a:lnTo>
                  <a:lnTo>
                    <a:pt x="298450" y="133350"/>
                  </a:lnTo>
                  <a:lnTo>
                    <a:pt x="234950" y="209550"/>
                  </a:lnTo>
                  <a:lnTo>
                    <a:pt x="0" y="171450"/>
                  </a:lnTo>
                  <a:lnTo>
                    <a:pt x="69850" y="0"/>
                  </a:lnTo>
                  <a:close/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7" name="Freeform: Shape 380">
              <a:extLst>
                <a:ext uri="{FF2B5EF4-FFF2-40B4-BE49-F238E27FC236}">
                  <a16:creationId xmlns:a16="http://schemas.microsoft.com/office/drawing/2014/main" xmlns="" id="{93C05B55-4A3B-4F5F-8CF2-BBD51677477D}"/>
                </a:ext>
              </a:extLst>
            </p:cNvPr>
            <p:cNvSpPr/>
            <p:nvPr/>
          </p:nvSpPr>
          <p:spPr>
            <a:xfrm>
              <a:off x="6895762" y="1359923"/>
              <a:ext cx="536315" cy="1957827"/>
            </a:xfrm>
            <a:custGeom>
              <a:avLst/>
              <a:gdLst>
                <a:gd name="connsiteX0" fmla="*/ 850900 w 850900"/>
                <a:gd name="connsiteY0" fmla="*/ 0 h 2959100"/>
                <a:gd name="connsiteX1" fmla="*/ 546100 w 850900"/>
                <a:gd name="connsiteY1" fmla="*/ 717550 h 2959100"/>
                <a:gd name="connsiteX2" fmla="*/ 463550 w 850900"/>
                <a:gd name="connsiteY2" fmla="*/ 908050 h 2959100"/>
                <a:gd name="connsiteX3" fmla="*/ 323850 w 850900"/>
                <a:gd name="connsiteY3" fmla="*/ 1123950 h 2959100"/>
                <a:gd name="connsiteX4" fmla="*/ 304800 w 850900"/>
                <a:gd name="connsiteY4" fmla="*/ 1708150 h 2959100"/>
                <a:gd name="connsiteX5" fmla="*/ 165100 w 850900"/>
                <a:gd name="connsiteY5" fmla="*/ 2305050 h 2959100"/>
                <a:gd name="connsiteX6" fmla="*/ 171450 w 850900"/>
                <a:gd name="connsiteY6" fmla="*/ 2705100 h 2959100"/>
                <a:gd name="connsiteX7" fmla="*/ 19050 w 850900"/>
                <a:gd name="connsiteY7" fmla="*/ 2882900 h 2959100"/>
                <a:gd name="connsiteX8" fmla="*/ 0 w 850900"/>
                <a:gd name="connsiteY8" fmla="*/ 2959100 h 295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0900" h="2959100">
                  <a:moveTo>
                    <a:pt x="850900" y="0"/>
                  </a:moveTo>
                  <a:lnTo>
                    <a:pt x="546100" y="717550"/>
                  </a:lnTo>
                  <a:lnTo>
                    <a:pt x="463550" y="908050"/>
                  </a:lnTo>
                  <a:lnTo>
                    <a:pt x="323850" y="1123950"/>
                  </a:lnTo>
                  <a:lnTo>
                    <a:pt x="304800" y="1708150"/>
                  </a:lnTo>
                  <a:lnTo>
                    <a:pt x="165100" y="2305050"/>
                  </a:lnTo>
                  <a:lnTo>
                    <a:pt x="171450" y="2705100"/>
                  </a:lnTo>
                  <a:lnTo>
                    <a:pt x="19050" y="2882900"/>
                  </a:lnTo>
                  <a:lnTo>
                    <a:pt x="0" y="295910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8" name="Freeform: Shape 381">
              <a:extLst>
                <a:ext uri="{FF2B5EF4-FFF2-40B4-BE49-F238E27FC236}">
                  <a16:creationId xmlns:a16="http://schemas.microsoft.com/office/drawing/2014/main" xmlns="" id="{8A331F6C-CE7C-45EC-9750-14BDE8255134}"/>
                </a:ext>
              </a:extLst>
            </p:cNvPr>
            <p:cNvSpPr/>
            <p:nvPr/>
          </p:nvSpPr>
          <p:spPr>
            <a:xfrm>
              <a:off x="6847733" y="1259091"/>
              <a:ext cx="248146" cy="848672"/>
            </a:xfrm>
            <a:custGeom>
              <a:avLst/>
              <a:gdLst>
                <a:gd name="connsiteX0" fmla="*/ 0 w 393700"/>
                <a:gd name="connsiteY0" fmla="*/ 0 h 1282700"/>
                <a:gd name="connsiteX1" fmla="*/ 57150 w 393700"/>
                <a:gd name="connsiteY1" fmla="*/ 819150 h 1282700"/>
                <a:gd name="connsiteX2" fmla="*/ 393700 w 393700"/>
                <a:gd name="connsiteY2" fmla="*/ 1282700 h 128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3700" h="1282700">
                  <a:moveTo>
                    <a:pt x="0" y="0"/>
                  </a:moveTo>
                  <a:lnTo>
                    <a:pt x="57150" y="819150"/>
                  </a:lnTo>
                  <a:lnTo>
                    <a:pt x="393700" y="128270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9" name="Freeform: Shape 382">
              <a:extLst>
                <a:ext uri="{FF2B5EF4-FFF2-40B4-BE49-F238E27FC236}">
                  <a16:creationId xmlns:a16="http://schemas.microsoft.com/office/drawing/2014/main" xmlns="" id="{705A3C30-0317-4387-9D2D-D30AE0E3ED3D}"/>
                </a:ext>
              </a:extLst>
            </p:cNvPr>
            <p:cNvSpPr/>
            <p:nvPr/>
          </p:nvSpPr>
          <p:spPr>
            <a:xfrm>
              <a:off x="7043848" y="2414461"/>
              <a:ext cx="1624954" cy="1020927"/>
            </a:xfrm>
            <a:custGeom>
              <a:avLst/>
              <a:gdLst>
                <a:gd name="connsiteX0" fmla="*/ 0 w 2578100"/>
                <a:gd name="connsiteY0" fmla="*/ 1473200 h 1543050"/>
                <a:gd name="connsiteX1" fmla="*/ 82550 w 2578100"/>
                <a:gd name="connsiteY1" fmla="*/ 1543050 h 1543050"/>
                <a:gd name="connsiteX2" fmla="*/ 317500 w 2578100"/>
                <a:gd name="connsiteY2" fmla="*/ 1397000 h 1543050"/>
                <a:gd name="connsiteX3" fmla="*/ 419100 w 2578100"/>
                <a:gd name="connsiteY3" fmla="*/ 1428750 h 1543050"/>
                <a:gd name="connsiteX4" fmla="*/ 552450 w 2578100"/>
                <a:gd name="connsiteY4" fmla="*/ 1282700 h 1543050"/>
                <a:gd name="connsiteX5" fmla="*/ 857250 w 2578100"/>
                <a:gd name="connsiteY5" fmla="*/ 1155700 h 1543050"/>
                <a:gd name="connsiteX6" fmla="*/ 1003300 w 2578100"/>
                <a:gd name="connsiteY6" fmla="*/ 1092200 h 1543050"/>
                <a:gd name="connsiteX7" fmla="*/ 1625600 w 2578100"/>
                <a:gd name="connsiteY7" fmla="*/ 704850 h 1543050"/>
                <a:gd name="connsiteX8" fmla="*/ 2108200 w 2578100"/>
                <a:gd name="connsiteY8" fmla="*/ 361950 h 1543050"/>
                <a:gd name="connsiteX9" fmla="*/ 2578100 w 2578100"/>
                <a:gd name="connsiteY9" fmla="*/ 0 h 154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78100" h="1543050">
                  <a:moveTo>
                    <a:pt x="0" y="1473200"/>
                  </a:moveTo>
                  <a:lnTo>
                    <a:pt x="82550" y="1543050"/>
                  </a:lnTo>
                  <a:lnTo>
                    <a:pt x="317500" y="1397000"/>
                  </a:lnTo>
                  <a:lnTo>
                    <a:pt x="419100" y="1428750"/>
                  </a:lnTo>
                  <a:lnTo>
                    <a:pt x="552450" y="1282700"/>
                  </a:lnTo>
                  <a:lnTo>
                    <a:pt x="857250" y="1155700"/>
                  </a:lnTo>
                  <a:lnTo>
                    <a:pt x="1003300" y="1092200"/>
                  </a:lnTo>
                  <a:lnTo>
                    <a:pt x="1625600" y="704850"/>
                  </a:lnTo>
                  <a:lnTo>
                    <a:pt x="2108200" y="361950"/>
                  </a:lnTo>
                  <a:lnTo>
                    <a:pt x="2578100" y="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40" name="Freeform: Shape 383">
              <a:extLst>
                <a:ext uri="{FF2B5EF4-FFF2-40B4-BE49-F238E27FC236}">
                  <a16:creationId xmlns:a16="http://schemas.microsoft.com/office/drawing/2014/main" xmlns="" id="{7A03E93E-DB09-4FA0-B65D-C5E70FE85F02}"/>
                </a:ext>
              </a:extLst>
            </p:cNvPr>
            <p:cNvSpPr/>
            <p:nvPr/>
          </p:nvSpPr>
          <p:spPr>
            <a:xfrm>
              <a:off x="7684225" y="3876529"/>
              <a:ext cx="872512" cy="499960"/>
            </a:xfrm>
            <a:custGeom>
              <a:avLst/>
              <a:gdLst>
                <a:gd name="connsiteX0" fmla="*/ 0 w 1384300"/>
                <a:gd name="connsiteY0" fmla="*/ 0 h 755650"/>
                <a:gd name="connsiteX1" fmla="*/ 558800 w 1384300"/>
                <a:gd name="connsiteY1" fmla="*/ 292100 h 755650"/>
                <a:gd name="connsiteX2" fmla="*/ 1136650 w 1384300"/>
                <a:gd name="connsiteY2" fmla="*/ 603250 h 755650"/>
                <a:gd name="connsiteX3" fmla="*/ 1384300 w 1384300"/>
                <a:gd name="connsiteY3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300" h="755650">
                  <a:moveTo>
                    <a:pt x="0" y="0"/>
                  </a:moveTo>
                  <a:lnTo>
                    <a:pt x="558800" y="292100"/>
                  </a:lnTo>
                  <a:lnTo>
                    <a:pt x="1136650" y="603250"/>
                  </a:lnTo>
                  <a:lnTo>
                    <a:pt x="1384300" y="75565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41" name="Freeform: Shape 384">
              <a:extLst>
                <a:ext uri="{FF2B5EF4-FFF2-40B4-BE49-F238E27FC236}">
                  <a16:creationId xmlns:a16="http://schemas.microsoft.com/office/drawing/2014/main" xmlns="" id="{24307DCF-1C0B-4024-A098-08EA13FFCE11}"/>
                </a:ext>
              </a:extLst>
            </p:cNvPr>
            <p:cNvSpPr/>
            <p:nvPr/>
          </p:nvSpPr>
          <p:spPr>
            <a:xfrm>
              <a:off x="7147909" y="3695871"/>
              <a:ext cx="672395" cy="1151169"/>
            </a:xfrm>
            <a:custGeom>
              <a:avLst/>
              <a:gdLst>
                <a:gd name="connsiteX0" fmla="*/ 0 w 1066800"/>
                <a:gd name="connsiteY0" fmla="*/ 0 h 1739900"/>
                <a:gd name="connsiteX1" fmla="*/ 107950 w 1066800"/>
                <a:gd name="connsiteY1" fmla="*/ 69850 h 1739900"/>
                <a:gd name="connsiteX2" fmla="*/ 698500 w 1066800"/>
                <a:gd name="connsiteY2" fmla="*/ 1073150 h 1739900"/>
                <a:gd name="connsiteX3" fmla="*/ 977900 w 1066800"/>
                <a:gd name="connsiteY3" fmla="*/ 1549400 h 1739900"/>
                <a:gd name="connsiteX4" fmla="*/ 1066800 w 1066800"/>
                <a:gd name="connsiteY4" fmla="*/ 1739900 h 173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6800" h="1739900">
                  <a:moveTo>
                    <a:pt x="0" y="0"/>
                  </a:moveTo>
                  <a:lnTo>
                    <a:pt x="107950" y="69850"/>
                  </a:lnTo>
                  <a:lnTo>
                    <a:pt x="698500" y="1073150"/>
                  </a:lnTo>
                  <a:lnTo>
                    <a:pt x="977900" y="1549400"/>
                  </a:lnTo>
                  <a:lnTo>
                    <a:pt x="1066800" y="173990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42" name="Freeform: Shape 385">
              <a:extLst>
                <a:ext uri="{FF2B5EF4-FFF2-40B4-BE49-F238E27FC236}">
                  <a16:creationId xmlns:a16="http://schemas.microsoft.com/office/drawing/2014/main" xmlns="" id="{5F2A3664-421F-4297-A4E6-D5D40DA4F60A}"/>
                </a:ext>
              </a:extLst>
            </p:cNvPr>
            <p:cNvSpPr/>
            <p:nvPr/>
          </p:nvSpPr>
          <p:spPr>
            <a:xfrm>
              <a:off x="6367451" y="3511012"/>
              <a:ext cx="584343" cy="1260404"/>
            </a:xfrm>
            <a:custGeom>
              <a:avLst/>
              <a:gdLst>
                <a:gd name="connsiteX0" fmla="*/ 927100 w 927100"/>
                <a:gd name="connsiteY0" fmla="*/ 0 h 1905000"/>
                <a:gd name="connsiteX1" fmla="*/ 901700 w 927100"/>
                <a:gd name="connsiteY1" fmla="*/ 165100 h 1905000"/>
                <a:gd name="connsiteX2" fmla="*/ 800100 w 927100"/>
                <a:gd name="connsiteY2" fmla="*/ 177800 h 1905000"/>
                <a:gd name="connsiteX3" fmla="*/ 831850 w 927100"/>
                <a:gd name="connsiteY3" fmla="*/ 260350 h 1905000"/>
                <a:gd name="connsiteX4" fmla="*/ 882650 w 927100"/>
                <a:gd name="connsiteY4" fmla="*/ 285750 h 1905000"/>
                <a:gd name="connsiteX5" fmla="*/ 831850 w 927100"/>
                <a:gd name="connsiteY5" fmla="*/ 742950 h 1905000"/>
                <a:gd name="connsiteX6" fmla="*/ 660400 w 927100"/>
                <a:gd name="connsiteY6" fmla="*/ 1054100 h 1905000"/>
                <a:gd name="connsiteX7" fmla="*/ 0 w 927100"/>
                <a:gd name="connsiteY7" fmla="*/ 190500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27100" h="1905000">
                  <a:moveTo>
                    <a:pt x="927100" y="0"/>
                  </a:moveTo>
                  <a:lnTo>
                    <a:pt x="901700" y="165100"/>
                  </a:lnTo>
                  <a:lnTo>
                    <a:pt x="800100" y="177800"/>
                  </a:lnTo>
                  <a:lnTo>
                    <a:pt x="831850" y="260350"/>
                  </a:lnTo>
                  <a:lnTo>
                    <a:pt x="882650" y="285750"/>
                  </a:lnTo>
                  <a:lnTo>
                    <a:pt x="831850" y="742950"/>
                  </a:lnTo>
                  <a:lnTo>
                    <a:pt x="660400" y="1054100"/>
                  </a:lnTo>
                  <a:lnTo>
                    <a:pt x="0" y="190500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43" name="Freeform: Shape 386">
              <a:extLst>
                <a:ext uri="{FF2B5EF4-FFF2-40B4-BE49-F238E27FC236}">
                  <a16:creationId xmlns:a16="http://schemas.microsoft.com/office/drawing/2014/main" xmlns="" id="{536FE74D-0161-4B0D-914C-9DA23E4EB500}"/>
                </a:ext>
              </a:extLst>
            </p:cNvPr>
            <p:cNvSpPr/>
            <p:nvPr/>
          </p:nvSpPr>
          <p:spPr>
            <a:xfrm>
              <a:off x="5735079" y="3412805"/>
              <a:ext cx="1119158" cy="938475"/>
            </a:xfrm>
            <a:custGeom>
              <a:avLst/>
              <a:gdLst>
                <a:gd name="connsiteX0" fmla="*/ 1720850 w 1720850"/>
                <a:gd name="connsiteY0" fmla="*/ 0 h 1377950"/>
                <a:gd name="connsiteX1" fmla="*/ 1244600 w 1720850"/>
                <a:gd name="connsiteY1" fmla="*/ 234950 h 1377950"/>
                <a:gd name="connsiteX2" fmla="*/ 1187450 w 1720850"/>
                <a:gd name="connsiteY2" fmla="*/ 393700 h 1377950"/>
                <a:gd name="connsiteX3" fmla="*/ 996950 w 1720850"/>
                <a:gd name="connsiteY3" fmla="*/ 400050 h 1377950"/>
                <a:gd name="connsiteX4" fmla="*/ 425450 w 1720850"/>
                <a:gd name="connsiteY4" fmla="*/ 863600 h 1377950"/>
                <a:gd name="connsiteX5" fmla="*/ 0 w 1720850"/>
                <a:gd name="connsiteY5" fmla="*/ 1377950 h 1377950"/>
                <a:gd name="connsiteX0" fmla="*/ 1775619 w 1775619"/>
                <a:gd name="connsiteY0" fmla="*/ 0 h 1418431"/>
                <a:gd name="connsiteX1" fmla="*/ 1244600 w 1775619"/>
                <a:gd name="connsiteY1" fmla="*/ 275431 h 1418431"/>
                <a:gd name="connsiteX2" fmla="*/ 1187450 w 1775619"/>
                <a:gd name="connsiteY2" fmla="*/ 434181 h 1418431"/>
                <a:gd name="connsiteX3" fmla="*/ 996950 w 1775619"/>
                <a:gd name="connsiteY3" fmla="*/ 440531 h 1418431"/>
                <a:gd name="connsiteX4" fmla="*/ 425450 w 1775619"/>
                <a:gd name="connsiteY4" fmla="*/ 904081 h 1418431"/>
                <a:gd name="connsiteX5" fmla="*/ 0 w 1775619"/>
                <a:gd name="connsiteY5" fmla="*/ 1418431 h 1418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75619" h="1418431">
                  <a:moveTo>
                    <a:pt x="1775619" y="0"/>
                  </a:moveTo>
                  <a:lnTo>
                    <a:pt x="1244600" y="275431"/>
                  </a:lnTo>
                  <a:lnTo>
                    <a:pt x="1187450" y="434181"/>
                  </a:lnTo>
                  <a:lnTo>
                    <a:pt x="996950" y="440531"/>
                  </a:lnTo>
                  <a:lnTo>
                    <a:pt x="425450" y="904081"/>
                  </a:lnTo>
                  <a:lnTo>
                    <a:pt x="0" y="1418431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44" name="Freeform: Shape 387">
              <a:extLst>
                <a:ext uri="{FF2B5EF4-FFF2-40B4-BE49-F238E27FC236}">
                  <a16:creationId xmlns:a16="http://schemas.microsoft.com/office/drawing/2014/main" xmlns="" id="{104181E3-F1E0-480E-BD76-C8A79C8BA63F}"/>
                </a:ext>
              </a:extLst>
            </p:cNvPr>
            <p:cNvSpPr/>
            <p:nvPr/>
          </p:nvSpPr>
          <p:spPr>
            <a:xfrm>
              <a:off x="5715068" y="3116085"/>
              <a:ext cx="1056620" cy="210067"/>
            </a:xfrm>
            <a:custGeom>
              <a:avLst/>
              <a:gdLst>
                <a:gd name="connsiteX0" fmla="*/ 1676400 w 1676400"/>
                <a:gd name="connsiteY0" fmla="*/ 165100 h 317500"/>
                <a:gd name="connsiteX1" fmla="*/ 1600200 w 1676400"/>
                <a:gd name="connsiteY1" fmla="*/ 146050 h 317500"/>
                <a:gd name="connsiteX2" fmla="*/ 1568450 w 1676400"/>
                <a:gd name="connsiteY2" fmla="*/ 317500 h 317500"/>
                <a:gd name="connsiteX3" fmla="*/ 1162050 w 1676400"/>
                <a:gd name="connsiteY3" fmla="*/ 95250 h 317500"/>
                <a:gd name="connsiteX4" fmla="*/ 952500 w 1676400"/>
                <a:gd name="connsiteY4" fmla="*/ 57150 h 317500"/>
                <a:gd name="connsiteX5" fmla="*/ 679450 w 1676400"/>
                <a:gd name="connsiteY5" fmla="*/ 158750 h 317500"/>
                <a:gd name="connsiteX6" fmla="*/ 400050 w 1676400"/>
                <a:gd name="connsiteY6" fmla="*/ 0 h 317500"/>
                <a:gd name="connsiteX7" fmla="*/ 311150 w 1676400"/>
                <a:gd name="connsiteY7" fmla="*/ 6350 h 317500"/>
                <a:gd name="connsiteX8" fmla="*/ 203200 w 1676400"/>
                <a:gd name="connsiteY8" fmla="*/ 101600 h 317500"/>
                <a:gd name="connsiteX9" fmla="*/ 0 w 1676400"/>
                <a:gd name="connsiteY9" fmla="*/ 20955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76400" h="317500">
                  <a:moveTo>
                    <a:pt x="1676400" y="165100"/>
                  </a:moveTo>
                  <a:lnTo>
                    <a:pt x="1600200" y="146050"/>
                  </a:lnTo>
                  <a:lnTo>
                    <a:pt x="1568450" y="317500"/>
                  </a:lnTo>
                  <a:lnTo>
                    <a:pt x="1162050" y="95250"/>
                  </a:lnTo>
                  <a:lnTo>
                    <a:pt x="952500" y="57150"/>
                  </a:lnTo>
                  <a:lnTo>
                    <a:pt x="679450" y="158750"/>
                  </a:lnTo>
                  <a:lnTo>
                    <a:pt x="400050" y="0"/>
                  </a:lnTo>
                  <a:lnTo>
                    <a:pt x="311150" y="6350"/>
                  </a:lnTo>
                  <a:lnTo>
                    <a:pt x="203200" y="101600"/>
                  </a:lnTo>
                  <a:lnTo>
                    <a:pt x="0" y="20955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45" name="Freeform: Shape 389">
              <a:extLst>
                <a:ext uri="{FF2B5EF4-FFF2-40B4-BE49-F238E27FC236}">
                  <a16:creationId xmlns:a16="http://schemas.microsoft.com/office/drawing/2014/main" xmlns="" id="{D0040465-4A24-4CF0-A801-7F74FB271DAA}"/>
                </a:ext>
              </a:extLst>
            </p:cNvPr>
            <p:cNvSpPr/>
            <p:nvPr/>
          </p:nvSpPr>
          <p:spPr>
            <a:xfrm>
              <a:off x="5739082" y="2275817"/>
              <a:ext cx="1024601" cy="705826"/>
            </a:xfrm>
            <a:custGeom>
              <a:avLst/>
              <a:gdLst>
                <a:gd name="connsiteX0" fmla="*/ 1625600 w 1625600"/>
                <a:gd name="connsiteY0" fmla="*/ 1066800 h 1066800"/>
                <a:gd name="connsiteX1" fmla="*/ 1600200 w 1625600"/>
                <a:gd name="connsiteY1" fmla="*/ 984250 h 1066800"/>
                <a:gd name="connsiteX2" fmla="*/ 1600200 w 1625600"/>
                <a:gd name="connsiteY2" fmla="*/ 869950 h 1066800"/>
                <a:gd name="connsiteX3" fmla="*/ 1320800 w 1625600"/>
                <a:gd name="connsiteY3" fmla="*/ 654050 h 1066800"/>
                <a:gd name="connsiteX4" fmla="*/ 381000 w 1625600"/>
                <a:gd name="connsiteY4" fmla="*/ 241300 h 1066800"/>
                <a:gd name="connsiteX5" fmla="*/ 0 w 1625600"/>
                <a:gd name="connsiteY5" fmla="*/ 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5600" h="1066800">
                  <a:moveTo>
                    <a:pt x="1625600" y="1066800"/>
                  </a:moveTo>
                  <a:lnTo>
                    <a:pt x="1600200" y="984250"/>
                  </a:lnTo>
                  <a:lnTo>
                    <a:pt x="1600200" y="869950"/>
                  </a:lnTo>
                  <a:lnTo>
                    <a:pt x="1320800" y="654050"/>
                  </a:lnTo>
                  <a:lnTo>
                    <a:pt x="381000" y="241300"/>
                  </a:lnTo>
                  <a:lnTo>
                    <a:pt x="0" y="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46" name="Freeform: Shape 390">
              <a:extLst>
                <a:ext uri="{FF2B5EF4-FFF2-40B4-BE49-F238E27FC236}">
                  <a16:creationId xmlns:a16="http://schemas.microsoft.com/office/drawing/2014/main" xmlns="" id="{8C1B71B2-1DD7-46EA-92C1-55789E0E79E5}"/>
                </a:ext>
              </a:extLst>
            </p:cNvPr>
            <p:cNvSpPr/>
            <p:nvPr/>
          </p:nvSpPr>
          <p:spPr>
            <a:xfrm>
              <a:off x="7289492" y="3374270"/>
              <a:ext cx="1591434" cy="191359"/>
            </a:xfrm>
            <a:custGeom>
              <a:avLst/>
              <a:gdLst>
                <a:gd name="connsiteX0" fmla="*/ 0 w 2698750"/>
                <a:gd name="connsiteY0" fmla="*/ 0 h 266700"/>
                <a:gd name="connsiteX1" fmla="*/ 76200 w 2698750"/>
                <a:gd name="connsiteY1" fmla="*/ 127000 h 266700"/>
                <a:gd name="connsiteX2" fmla="*/ 298450 w 2698750"/>
                <a:gd name="connsiteY2" fmla="*/ 114300 h 266700"/>
                <a:gd name="connsiteX3" fmla="*/ 838200 w 2698750"/>
                <a:gd name="connsiteY3" fmla="*/ 234950 h 266700"/>
                <a:gd name="connsiteX4" fmla="*/ 1066800 w 2698750"/>
                <a:gd name="connsiteY4" fmla="*/ 184150 h 266700"/>
                <a:gd name="connsiteX5" fmla="*/ 1962150 w 2698750"/>
                <a:gd name="connsiteY5" fmla="*/ 203200 h 266700"/>
                <a:gd name="connsiteX6" fmla="*/ 2698750 w 2698750"/>
                <a:gd name="connsiteY6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8750" h="266700">
                  <a:moveTo>
                    <a:pt x="0" y="0"/>
                  </a:moveTo>
                  <a:lnTo>
                    <a:pt x="76200" y="127000"/>
                  </a:lnTo>
                  <a:lnTo>
                    <a:pt x="298450" y="114300"/>
                  </a:lnTo>
                  <a:lnTo>
                    <a:pt x="838200" y="234950"/>
                  </a:lnTo>
                  <a:lnTo>
                    <a:pt x="1066800" y="184150"/>
                  </a:lnTo>
                  <a:lnTo>
                    <a:pt x="1962150" y="203200"/>
                  </a:lnTo>
                  <a:lnTo>
                    <a:pt x="2698750" y="26670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47" name="Freeform: Shape 391">
              <a:extLst>
                <a:ext uri="{FF2B5EF4-FFF2-40B4-BE49-F238E27FC236}">
                  <a16:creationId xmlns:a16="http://schemas.microsoft.com/office/drawing/2014/main" xmlns="" id="{14846993-DE83-4815-8E4A-E584C4805C1A}"/>
                </a:ext>
              </a:extLst>
            </p:cNvPr>
            <p:cNvSpPr/>
            <p:nvPr/>
          </p:nvSpPr>
          <p:spPr>
            <a:xfrm>
              <a:off x="6739669" y="2910220"/>
              <a:ext cx="576339" cy="789853"/>
            </a:xfrm>
            <a:custGeom>
              <a:avLst/>
              <a:gdLst>
                <a:gd name="connsiteX0" fmla="*/ 25400 w 914400"/>
                <a:gd name="connsiteY0" fmla="*/ 139700 h 1193800"/>
                <a:gd name="connsiteX1" fmla="*/ 25400 w 914400"/>
                <a:gd name="connsiteY1" fmla="*/ 215900 h 1193800"/>
                <a:gd name="connsiteX2" fmla="*/ 0 w 914400"/>
                <a:gd name="connsiteY2" fmla="*/ 260350 h 1193800"/>
                <a:gd name="connsiteX3" fmla="*/ 88900 w 914400"/>
                <a:gd name="connsiteY3" fmla="*/ 412750 h 1193800"/>
                <a:gd name="connsiteX4" fmla="*/ 50800 w 914400"/>
                <a:gd name="connsiteY4" fmla="*/ 476250 h 1193800"/>
                <a:gd name="connsiteX5" fmla="*/ 139700 w 914400"/>
                <a:gd name="connsiteY5" fmla="*/ 546100 h 1193800"/>
                <a:gd name="connsiteX6" fmla="*/ 158750 w 914400"/>
                <a:gd name="connsiteY6" fmla="*/ 698500 h 1193800"/>
                <a:gd name="connsiteX7" fmla="*/ 120650 w 914400"/>
                <a:gd name="connsiteY7" fmla="*/ 800100 h 1193800"/>
                <a:gd name="connsiteX8" fmla="*/ 158750 w 914400"/>
                <a:gd name="connsiteY8" fmla="*/ 857250 h 1193800"/>
                <a:gd name="connsiteX9" fmla="*/ 336550 w 914400"/>
                <a:gd name="connsiteY9" fmla="*/ 920750 h 1193800"/>
                <a:gd name="connsiteX10" fmla="*/ 495300 w 914400"/>
                <a:gd name="connsiteY10" fmla="*/ 977900 h 1193800"/>
                <a:gd name="connsiteX11" fmla="*/ 552450 w 914400"/>
                <a:gd name="connsiteY11" fmla="*/ 1079500 h 1193800"/>
                <a:gd name="connsiteX12" fmla="*/ 590550 w 914400"/>
                <a:gd name="connsiteY12" fmla="*/ 1085850 h 1193800"/>
                <a:gd name="connsiteX13" fmla="*/ 565150 w 914400"/>
                <a:gd name="connsiteY13" fmla="*/ 1181100 h 1193800"/>
                <a:gd name="connsiteX14" fmla="*/ 654050 w 914400"/>
                <a:gd name="connsiteY14" fmla="*/ 1193800 h 1193800"/>
                <a:gd name="connsiteX15" fmla="*/ 711200 w 914400"/>
                <a:gd name="connsiteY15" fmla="*/ 762000 h 1193800"/>
                <a:gd name="connsiteX16" fmla="*/ 876300 w 914400"/>
                <a:gd name="connsiteY16" fmla="*/ 711200 h 1193800"/>
                <a:gd name="connsiteX17" fmla="*/ 914400 w 914400"/>
                <a:gd name="connsiteY17" fmla="*/ 387350 h 1193800"/>
                <a:gd name="connsiteX18" fmla="*/ 717550 w 914400"/>
                <a:gd name="connsiteY18" fmla="*/ 336550 h 1193800"/>
                <a:gd name="connsiteX19" fmla="*/ 546100 w 914400"/>
                <a:gd name="connsiteY19" fmla="*/ 323850 h 1193800"/>
                <a:gd name="connsiteX20" fmla="*/ 476250 w 914400"/>
                <a:gd name="connsiteY20" fmla="*/ 6350 h 1193800"/>
                <a:gd name="connsiteX21" fmla="*/ 393700 w 914400"/>
                <a:gd name="connsiteY21" fmla="*/ 6350 h 1193800"/>
                <a:gd name="connsiteX22" fmla="*/ 228600 w 914400"/>
                <a:gd name="connsiteY22" fmla="*/ 0 h 1193800"/>
                <a:gd name="connsiteX23" fmla="*/ 25400 w 914400"/>
                <a:gd name="connsiteY23" fmla="*/ 139700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14400" h="1193800">
                  <a:moveTo>
                    <a:pt x="25400" y="139700"/>
                  </a:moveTo>
                  <a:lnTo>
                    <a:pt x="25400" y="215900"/>
                  </a:lnTo>
                  <a:lnTo>
                    <a:pt x="0" y="260350"/>
                  </a:lnTo>
                  <a:lnTo>
                    <a:pt x="88900" y="412750"/>
                  </a:lnTo>
                  <a:lnTo>
                    <a:pt x="50800" y="476250"/>
                  </a:lnTo>
                  <a:lnTo>
                    <a:pt x="139700" y="546100"/>
                  </a:lnTo>
                  <a:lnTo>
                    <a:pt x="158750" y="698500"/>
                  </a:lnTo>
                  <a:lnTo>
                    <a:pt x="120650" y="800100"/>
                  </a:lnTo>
                  <a:lnTo>
                    <a:pt x="158750" y="857250"/>
                  </a:lnTo>
                  <a:lnTo>
                    <a:pt x="336550" y="920750"/>
                  </a:lnTo>
                  <a:lnTo>
                    <a:pt x="495300" y="977900"/>
                  </a:lnTo>
                  <a:lnTo>
                    <a:pt x="552450" y="1079500"/>
                  </a:lnTo>
                  <a:lnTo>
                    <a:pt x="590550" y="1085850"/>
                  </a:lnTo>
                  <a:lnTo>
                    <a:pt x="565150" y="1181100"/>
                  </a:lnTo>
                  <a:lnTo>
                    <a:pt x="654050" y="1193800"/>
                  </a:lnTo>
                  <a:lnTo>
                    <a:pt x="711200" y="762000"/>
                  </a:lnTo>
                  <a:lnTo>
                    <a:pt x="876300" y="711200"/>
                  </a:lnTo>
                  <a:lnTo>
                    <a:pt x="914400" y="387350"/>
                  </a:lnTo>
                  <a:lnTo>
                    <a:pt x="717550" y="336550"/>
                  </a:lnTo>
                  <a:lnTo>
                    <a:pt x="546100" y="323850"/>
                  </a:lnTo>
                  <a:lnTo>
                    <a:pt x="476250" y="6350"/>
                  </a:lnTo>
                  <a:lnTo>
                    <a:pt x="393700" y="6350"/>
                  </a:lnTo>
                  <a:lnTo>
                    <a:pt x="228600" y="0"/>
                  </a:lnTo>
                  <a:lnTo>
                    <a:pt x="25400" y="139700"/>
                  </a:lnTo>
                  <a:close/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xmlns="" id="{2D31C265-4FC1-4AB4-9499-34225558D0E8}"/>
                </a:ext>
              </a:extLst>
            </p:cNvPr>
            <p:cNvSpPr txBox="1"/>
            <p:nvPr/>
          </p:nvSpPr>
          <p:spPr>
            <a:xfrm>
              <a:off x="6783445" y="3200638"/>
              <a:ext cx="48002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CBD</a:t>
              </a:r>
              <a:endParaRPr kumimoji="0" lang="en-IN" sz="500" b="1" i="0" u="none" strike="noStrike" kern="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349" name="Group 348">
              <a:extLst>
                <a:ext uri="{FF2B5EF4-FFF2-40B4-BE49-F238E27FC236}">
                  <a16:creationId xmlns:a16="http://schemas.microsoft.com/office/drawing/2014/main" xmlns="" id="{BEBB693E-4418-4DEE-8AA3-0447EDBD5B99}"/>
                </a:ext>
              </a:extLst>
            </p:cNvPr>
            <p:cNvGrpSpPr/>
            <p:nvPr/>
          </p:nvGrpSpPr>
          <p:grpSpPr>
            <a:xfrm>
              <a:off x="7041348" y="2628729"/>
              <a:ext cx="930547" cy="1247798"/>
              <a:chOff x="2536031" y="2076450"/>
              <a:chExt cx="1476375" cy="1885950"/>
            </a:xfrm>
            <a:solidFill>
              <a:srgbClr val="FFC000">
                <a:lumMod val="20000"/>
                <a:lumOff val="80000"/>
              </a:srgbClr>
            </a:solidFill>
          </p:grpSpPr>
          <p:sp>
            <p:nvSpPr>
              <p:cNvPr id="366" name="Freeform: Shape 462">
                <a:extLst>
                  <a:ext uri="{FF2B5EF4-FFF2-40B4-BE49-F238E27FC236}">
                    <a16:creationId xmlns:a16="http://schemas.microsoft.com/office/drawing/2014/main" xmlns="" id="{E055C06A-5C04-426A-B2B2-8C7FAAE76C9E}"/>
                  </a:ext>
                </a:extLst>
              </p:cNvPr>
              <p:cNvSpPr/>
              <p:nvPr/>
            </p:nvSpPr>
            <p:spPr>
              <a:xfrm>
                <a:off x="3481388" y="2738438"/>
                <a:ext cx="531018" cy="716756"/>
              </a:xfrm>
              <a:custGeom>
                <a:avLst/>
                <a:gdLst>
                  <a:gd name="connsiteX0" fmla="*/ 0 w 531018"/>
                  <a:gd name="connsiteY0" fmla="*/ 142875 h 716756"/>
                  <a:gd name="connsiteX1" fmla="*/ 71437 w 531018"/>
                  <a:gd name="connsiteY1" fmla="*/ 92868 h 716756"/>
                  <a:gd name="connsiteX2" fmla="*/ 278606 w 531018"/>
                  <a:gd name="connsiteY2" fmla="*/ 0 h 716756"/>
                  <a:gd name="connsiteX3" fmla="*/ 350043 w 531018"/>
                  <a:gd name="connsiteY3" fmla="*/ 30956 h 716756"/>
                  <a:gd name="connsiteX4" fmla="*/ 511968 w 531018"/>
                  <a:gd name="connsiteY4" fmla="*/ 495300 h 716756"/>
                  <a:gd name="connsiteX5" fmla="*/ 531018 w 531018"/>
                  <a:gd name="connsiteY5" fmla="*/ 671512 h 716756"/>
                  <a:gd name="connsiteX6" fmla="*/ 288131 w 531018"/>
                  <a:gd name="connsiteY6" fmla="*/ 716756 h 716756"/>
                  <a:gd name="connsiteX7" fmla="*/ 71437 w 531018"/>
                  <a:gd name="connsiteY7" fmla="*/ 666750 h 716756"/>
                  <a:gd name="connsiteX8" fmla="*/ 73818 w 531018"/>
                  <a:gd name="connsiteY8" fmla="*/ 640556 h 716756"/>
                  <a:gd name="connsiteX9" fmla="*/ 111918 w 531018"/>
                  <a:gd name="connsiteY9" fmla="*/ 631031 h 716756"/>
                  <a:gd name="connsiteX10" fmla="*/ 121443 w 531018"/>
                  <a:gd name="connsiteY10" fmla="*/ 540543 h 716756"/>
                  <a:gd name="connsiteX11" fmla="*/ 80962 w 531018"/>
                  <a:gd name="connsiteY11" fmla="*/ 469106 h 716756"/>
                  <a:gd name="connsiteX12" fmla="*/ 83343 w 531018"/>
                  <a:gd name="connsiteY12" fmla="*/ 404812 h 716756"/>
                  <a:gd name="connsiteX13" fmla="*/ 11906 w 531018"/>
                  <a:gd name="connsiteY13" fmla="*/ 342900 h 716756"/>
                  <a:gd name="connsiteX14" fmla="*/ 50006 w 531018"/>
                  <a:gd name="connsiteY14" fmla="*/ 319087 h 716756"/>
                  <a:gd name="connsiteX15" fmla="*/ 16668 w 531018"/>
                  <a:gd name="connsiteY15" fmla="*/ 266700 h 716756"/>
                  <a:gd name="connsiteX16" fmla="*/ 0 w 531018"/>
                  <a:gd name="connsiteY16" fmla="*/ 142875 h 716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1018" h="716756">
                    <a:moveTo>
                      <a:pt x="0" y="142875"/>
                    </a:moveTo>
                    <a:lnTo>
                      <a:pt x="71437" y="92868"/>
                    </a:lnTo>
                    <a:lnTo>
                      <a:pt x="278606" y="0"/>
                    </a:lnTo>
                    <a:lnTo>
                      <a:pt x="350043" y="30956"/>
                    </a:lnTo>
                    <a:lnTo>
                      <a:pt x="511968" y="495300"/>
                    </a:lnTo>
                    <a:lnTo>
                      <a:pt x="531018" y="671512"/>
                    </a:lnTo>
                    <a:lnTo>
                      <a:pt x="288131" y="716756"/>
                    </a:lnTo>
                    <a:lnTo>
                      <a:pt x="71437" y="666750"/>
                    </a:lnTo>
                    <a:lnTo>
                      <a:pt x="73818" y="640556"/>
                    </a:lnTo>
                    <a:lnTo>
                      <a:pt x="111918" y="631031"/>
                    </a:lnTo>
                    <a:lnTo>
                      <a:pt x="121443" y="540543"/>
                    </a:lnTo>
                    <a:lnTo>
                      <a:pt x="80962" y="469106"/>
                    </a:lnTo>
                    <a:cubicBezTo>
                      <a:pt x="81756" y="447675"/>
                      <a:pt x="82549" y="426243"/>
                      <a:pt x="83343" y="404812"/>
                    </a:cubicBezTo>
                    <a:lnTo>
                      <a:pt x="11906" y="342900"/>
                    </a:lnTo>
                    <a:lnTo>
                      <a:pt x="50006" y="319087"/>
                    </a:lnTo>
                    <a:lnTo>
                      <a:pt x="16668" y="266700"/>
                    </a:lnTo>
                    <a:lnTo>
                      <a:pt x="0" y="142875"/>
                    </a:lnTo>
                    <a:close/>
                  </a:path>
                </a:pathLst>
              </a:custGeom>
              <a:grpFill/>
              <a:ln w="38100" cap="flat" cmpd="dbl" algn="ctr">
                <a:solidFill>
                  <a:srgbClr val="FFDD7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67" name="Freeform: Shape 463">
                <a:extLst>
                  <a:ext uri="{FF2B5EF4-FFF2-40B4-BE49-F238E27FC236}">
                    <a16:creationId xmlns:a16="http://schemas.microsoft.com/office/drawing/2014/main" xmlns="" id="{6C05F27C-7568-4765-BA75-7717DD0C72E9}"/>
                  </a:ext>
                </a:extLst>
              </p:cNvPr>
              <p:cNvSpPr/>
              <p:nvPr/>
            </p:nvSpPr>
            <p:spPr>
              <a:xfrm>
                <a:off x="3169444" y="3412331"/>
                <a:ext cx="842962" cy="550069"/>
              </a:xfrm>
              <a:custGeom>
                <a:avLst/>
                <a:gdLst>
                  <a:gd name="connsiteX0" fmla="*/ 385762 w 842962"/>
                  <a:gd name="connsiteY0" fmla="*/ 4763 h 550069"/>
                  <a:gd name="connsiteX1" fmla="*/ 388144 w 842962"/>
                  <a:gd name="connsiteY1" fmla="*/ 28575 h 550069"/>
                  <a:gd name="connsiteX2" fmla="*/ 261937 w 842962"/>
                  <a:gd name="connsiteY2" fmla="*/ 11907 h 550069"/>
                  <a:gd name="connsiteX3" fmla="*/ 254794 w 842962"/>
                  <a:gd name="connsiteY3" fmla="*/ 76200 h 550069"/>
                  <a:gd name="connsiteX4" fmla="*/ 319087 w 842962"/>
                  <a:gd name="connsiteY4" fmla="*/ 119063 h 550069"/>
                  <a:gd name="connsiteX5" fmla="*/ 302419 w 842962"/>
                  <a:gd name="connsiteY5" fmla="*/ 164307 h 550069"/>
                  <a:gd name="connsiteX6" fmla="*/ 221456 w 842962"/>
                  <a:gd name="connsiteY6" fmla="*/ 192882 h 550069"/>
                  <a:gd name="connsiteX7" fmla="*/ 176212 w 842962"/>
                  <a:gd name="connsiteY7" fmla="*/ 195263 h 550069"/>
                  <a:gd name="connsiteX8" fmla="*/ 142875 w 842962"/>
                  <a:gd name="connsiteY8" fmla="*/ 269082 h 550069"/>
                  <a:gd name="connsiteX9" fmla="*/ 35719 w 842962"/>
                  <a:gd name="connsiteY9" fmla="*/ 250032 h 550069"/>
                  <a:gd name="connsiteX10" fmla="*/ 0 w 842962"/>
                  <a:gd name="connsiteY10" fmla="*/ 309563 h 550069"/>
                  <a:gd name="connsiteX11" fmla="*/ 295275 w 842962"/>
                  <a:gd name="connsiteY11" fmla="*/ 502444 h 550069"/>
                  <a:gd name="connsiteX12" fmla="*/ 288131 w 842962"/>
                  <a:gd name="connsiteY12" fmla="*/ 531019 h 550069"/>
                  <a:gd name="connsiteX13" fmla="*/ 390525 w 842962"/>
                  <a:gd name="connsiteY13" fmla="*/ 550069 h 550069"/>
                  <a:gd name="connsiteX14" fmla="*/ 583406 w 842962"/>
                  <a:gd name="connsiteY14" fmla="*/ 485775 h 550069"/>
                  <a:gd name="connsiteX15" fmla="*/ 647700 w 842962"/>
                  <a:gd name="connsiteY15" fmla="*/ 395288 h 550069"/>
                  <a:gd name="connsiteX16" fmla="*/ 757237 w 842962"/>
                  <a:gd name="connsiteY16" fmla="*/ 295275 h 550069"/>
                  <a:gd name="connsiteX17" fmla="*/ 802481 w 842962"/>
                  <a:gd name="connsiteY17" fmla="*/ 211932 h 550069"/>
                  <a:gd name="connsiteX18" fmla="*/ 842962 w 842962"/>
                  <a:gd name="connsiteY18" fmla="*/ 28575 h 550069"/>
                  <a:gd name="connsiteX19" fmla="*/ 842962 w 842962"/>
                  <a:gd name="connsiteY19" fmla="*/ 0 h 550069"/>
                  <a:gd name="connsiteX20" fmla="*/ 604837 w 842962"/>
                  <a:gd name="connsiteY20" fmla="*/ 45244 h 550069"/>
                  <a:gd name="connsiteX21" fmla="*/ 385762 w 842962"/>
                  <a:gd name="connsiteY21" fmla="*/ 4763 h 550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42962" h="550069">
                    <a:moveTo>
                      <a:pt x="385762" y="4763"/>
                    </a:moveTo>
                    <a:lnTo>
                      <a:pt x="388144" y="28575"/>
                    </a:lnTo>
                    <a:lnTo>
                      <a:pt x="261937" y="11907"/>
                    </a:lnTo>
                    <a:lnTo>
                      <a:pt x="254794" y="76200"/>
                    </a:lnTo>
                    <a:lnTo>
                      <a:pt x="319087" y="119063"/>
                    </a:lnTo>
                    <a:lnTo>
                      <a:pt x="302419" y="164307"/>
                    </a:lnTo>
                    <a:lnTo>
                      <a:pt x="221456" y="192882"/>
                    </a:lnTo>
                    <a:lnTo>
                      <a:pt x="176212" y="195263"/>
                    </a:lnTo>
                    <a:lnTo>
                      <a:pt x="142875" y="269082"/>
                    </a:lnTo>
                    <a:lnTo>
                      <a:pt x="35719" y="250032"/>
                    </a:lnTo>
                    <a:lnTo>
                      <a:pt x="0" y="309563"/>
                    </a:lnTo>
                    <a:lnTo>
                      <a:pt x="295275" y="502444"/>
                    </a:lnTo>
                    <a:lnTo>
                      <a:pt x="288131" y="531019"/>
                    </a:lnTo>
                    <a:lnTo>
                      <a:pt x="390525" y="550069"/>
                    </a:lnTo>
                    <a:lnTo>
                      <a:pt x="583406" y="485775"/>
                    </a:lnTo>
                    <a:lnTo>
                      <a:pt x="647700" y="395288"/>
                    </a:lnTo>
                    <a:lnTo>
                      <a:pt x="757237" y="295275"/>
                    </a:lnTo>
                    <a:lnTo>
                      <a:pt x="802481" y="211932"/>
                    </a:lnTo>
                    <a:lnTo>
                      <a:pt x="842962" y="28575"/>
                    </a:lnTo>
                    <a:lnTo>
                      <a:pt x="842962" y="0"/>
                    </a:lnTo>
                    <a:lnTo>
                      <a:pt x="604837" y="45244"/>
                    </a:lnTo>
                    <a:lnTo>
                      <a:pt x="385762" y="4763"/>
                    </a:lnTo>
                    <a:close/>
                  </a:path>
                </a:pathLst>
              </a:custGeom>
              <a:grpFill/>
              <a:ln w="38100" cap="flat" cmpd="dbl" algn="ctr">
                <a:solidFill>
                  <a:srgbClr val="FFDD7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68" name="Freeform: Shape 464">
                <a:extLst>
                  <a:ext uri="{FF2B5EF4-FFF2-40B4-BE49-F238E27FC236}">
                    <a16:creationId xmlns:a16="http://schemas.microsoft.com/office/drawing/2014/main" xmlns="" id="{2C5C04FE-C34F-4C13-9118-F8FF8A801C25}"/>
                  </a:ext>
                </a:extLst>
              </p:cNvPr>
              <p:cNvSpPr/>
              <p:nvPr/>
            </p:nvSpPr>
            <p:spPr>
              <a:xfrm>
                <a:off x="2536031" y="2076450"/>
                <a:ext cx="1012032" cy="850106"/>
              </a:xfrm>
              <a:custGeom>
                <a:avLst/>
                <a:gdLst>
                  <a:gd name="connsiteX0" fmla="*/ 21432 w 1012032"/>
                  <a:gd name="connsiteY0" fmla="*/ 23813 h 850106"/>
                  <a:gd name="connsiteX1" fmla="*/ 0 w 1012032"/>
                  <a:gd name="connsiteY1" fmla="*/ 111919 h 850106"/>
                  <a:gd name="connsiteX2" fmla="*/ 40482 w 1012032"/>
                  <a:gd name="connsiteY2" fmla="*/ 123825 h 850106"/>
                  <a:gd name="connsiteX3" fmla="*/ 109538 w 1012032"/>
                  <a:gd name="connsiteY3" fmla="*/ 142875 h 850106"/>
                  <a:gd name="connsiteX4" fmla="*/ 130969 w 1012032"/>
                  <a:gd name="connsiteY4" fmla="*/ 207169 h 850106"/>
                  <a:gd name="connsiteX5" fmla="*/ 252413 w 1012032"/>
                  <a:gd name="connsiteY5" fmla="*/ 192881 h 850106"/>
                  <a:gd name="connsiteX6" fmla="*/ 333375 w 1012032"/>
                  <a:gd name="connsiteY6" fmla="*/ 207169 h 850106"/>
                  <a:gd name="connsiteX7" fmla="*/ 371475 w 1012032"/>
                  <a:gd name="connsiteY7" fmla="*/ 252413 h 850106"/>
                  <a:gd name="connsiteX8" fmla="*/ 459582 w 1012032"/>
                  <a:gd name="connsiteY8" fmla="*/ 276225 h 850106"/>
                  <a:gd name="connsiteX9" fmla="*/ 481013 w 1012032"/>
                  <a:gd name="connsiteY9" fmla="*/ 330994 h 850106"/>
                  <a:gd name="connsiteX10" fmla="*/ 592932 w 1012032"/>
                  <a:gd name="connsiteY10" fmla="*/ 316706 h 850106"/>
                  <a:gd name="connsiteX11" fmla="*/ 647700 w 1012032"/>
                  <a:gd name="connsiteY11" fmla="*/ 371475 h 850106"/>
                  <a:gd name="connsiteX12" fmla="*/ 695325 w 1012032"/>
                  <a:gd name="connsiteY12" fmla="*/ 373856 h 850106"/>
                  <a:gd name="connsiteX13" fmla="*/ 692944 w 1012032"/>
                  <a:gd name="connsiteY13" fmla="*/ 419100 h 850106"/>
                  <a:gd name="connsiteX14" fmla="*/ 645319 w 1012032"/>
                  <a:gd name="connsiteY14" fmla="*/ 440531 h 850106"/>
                  <a:gd name="connsiteX15" fmla="*/ 590550 w 1012032"/>
                  <a:gd name="connsiteY15" fmla="*/ 540544 h 850106"/>
                  <a:gd name="connsiteX16" fmla="*/ 600075 w 1012032"/>
                  <a:gd name="connsiteY16" fmla="*/ 583406 h 850106"/>
                  <a:gd name="connsiteX17" fmla="*/ 645319 w 1012032"/>
                  <a:gd name="connsiteY17" fmla="*/ 604838 h 850106"/>
                  <a:gd name="connsiteX18" fmla="*/ 609600 w 1012032"/>
                  <a:gd name="connsiteY18" fmla="*/ 719138 h 850106"/>
                  <a:gd name="connsiteX19" fmla="*/ 626269 w 1012032"/>
                  <a:gd name="connsiteY19" fmla="*/ 785813 h 850106"/>
                  <a:gd name="connsiteX20" fmla="*/ 659607 w 1012032"/>
                  <a:gd name="connsiteY20" fmla="*/ 781050 h 850106"/>
                  <a:gd name="connsiteX21" fmla="*/ 676275 w 1012032"/>
                  <a:gd name="connsiteY21" fmla="*/ 847725 h 850106"/>
                  <a:gd name="connsiteX22" fmla="*/ 778669 w 1012032"/>
                  <a:gd name="connsiteY22" fmla="*/ 835819 h 850106"/>
                  <a:gd name="connsiteX23" fmla="*/ 816769 w 1012032"/>
                  <a:gd name="connsiteY23" fmla="*/ 850106 h 850106"/>
                  <a:gd name="connsiteX24" fmla="*/ 1012032 w 1012032"/>
                  <a:gd name="connsiteY24" fmla="*/ 757238 h 850106"/>
                  <a:gd name="connsiteX25" fmla="*/ 959644 w 1012032"/>
                  <a:gd name="connsiteY25" fmla="*/ 421481 h 850106"/>
                  <a:gd name="connsiteX26" fmla="*/ 588169 w 1012032"/>
                  <a:gd name="connsiteY26" fmla="*/ 221456 h 850106"/>
                  <a:gd name="connsiteX27" fmla="*/ 516732 w 1012032"/>
                  <a:gd name="connsiteY27" fmla="*/ 42863 h 850106"/>
                  <a:gd name="connsiteX28" fmla="*/ 404813 w 1012032"/>
                  <a:gd name="connsiteY28" fmla="*/ 23813 h 850106"/>
                  <a:gd name="connsiteX29" fmla="*/ 130969 w 1012032"/>
                  <a:gd name="connsiteY29" fmla="*/ 0 h 850106"/>
                  <a:gd name="connsiteX30" fmla="*/ 97632 w 1012032"/>
                  <a:gd name="connsiteY30" fmla="*/ 35719 h 850106"/>
                  <a:gd name="connsiteX31" fmla="*/ 21432 w 1012032"/>
                  <a:gd name="connsiteY31" fmla="*/ 23813 h 850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12032" h="850106">
                    <a:moveTo>
                      <a:pt x="21432" y="23813"/>
                    </a:moveTo>
                    <a:lnTo>
                      <a:pt x="0" y="111919"/>
                    </a:lnTo>
                    <a:lnTo>
                      <a:pt x="40482" y="123825"/>
                    </a:lnTo>
                    <a:lnTo>
                      <a:pt x="109538" y="142875"/>
                    </a:lnTo>
                    <a:lnTo>
                      <a:pt x="130969" y="207169"/>
                    </a:lnTo>
                    <a:lnTo>
                      <a:pt x="252413" y="192881"/>
                    </a:lnTo>
                    <a:lnTo>
                      <a:pt x="333375" y="207169"/>
                    </a:lnTo>
                    <a:lnTo>
                      <a:pt x="371475" y="252413"/>
                    </a:lnTo>
                    <a:lnTo>
                      <a:pt x="459582" y="276225"/>
                    </a:lnTo>
                    <a:lnTo>
                      <a:pt x="481013" y="330994"/>
                    </a:lnTo>
                    <a:lnTo>
                      <a:pt x="592932" y="316706"/>
                    </a:lnTo>
                    <a:lnTo>
                      <a:pt x="647700" y="371475"/>
                    </a:lnTo>
                    <a:lnTo>
                      <a:pt x="695325" y="373856"/>
                    </a:lnTo>
                    <a:lnTo>
                      <a:pt x="692944" y="419100"/>
                    </a:lnTo>
                    <a:lnTo>
                      <a:pt x="645319" y="440531"/>
                    </a:lnTo>
                    <a:lnTo>
                      <a:pt x="590550" y="540544"/>
                    </a:lnTo>
                    <a:lnTo>
                      <a:pt x="600075" y="583406"/>
                    </a:lnTo>
                    <a:lnTo>
                      <a:pt x="645319" y="604838"/>
                    </a:lnTo>
                    <a:lnTo>
                      <a:pt x="609600" y="719138"/>
                    </a:lnTo>
                    <a:lnTo>
                      <a:pt x="626269" y="785813"/>
                    </a:lnTo>
                    <a:lnTo>
                      <a:pt x="659607" y="781050"/>
                    </a:lnTo>
                    <a:lnTo>
                      <a:pt x="676275" y="847725"/>
                    </a:lnTo>
                    <a:lnTo>
                      <a:pt x="778669" y="835819"/>
                    </a:lnTo>
                    <a:lnTo>
                      <a:pt x="816769" y="850106"/>
                    </a:lnTo>
                    <a:lnTo>
                      <a:pt x="1012032" y="757238"/>
                    </a:lnTo>
                    <a:lnTo>
                      <a:pt x="959644" y="421481"/>
                    </a:lnTo>
                    <a:lnTo>
                      <a:pt x="588169" y="221456"/>
                    </a:lnTo>
                    <a:lnTo>
                      <a:pt x="516732" y="42863"/>
                    </a:lnTo>
                    <a:lnTo>
                      <a:pt x="404813" y="23813"/>
                    </a:lnTo>
                    <a:lnTo>
                      <a:pt x="130969" y="0"/>
                    </a:lnTo>
                    <a:lnTo>
                      <a:pt x="97632" y="35719"/>
                    </a:lnTo>
                    <a:lnTo>
                      <a:pt x="21432" y="23813"/>
                    </a:lnTo>
                    <a:close/>
                  </a:path>
                </a:pathLst>
              </a:custGeom>
              <a:grpFill/>
              <a:ln w="38100" cap="flat" cmpd="dbl" algn="ctr">
                <a:solidFill>
                  <a:srgbClr val="FFDD7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xmlns="" id="{CBCEB85A-93A8-4D0C-85F0-3A357F0BBC62}"/>
                </a:ext>
              </a:extLst>
            </p:cNvPr>
            <p:cNvSpPr txBox="1"/>
            <p:nvPr/>
          </p:nvSpPr>
          <p:spPr>
            <a:xfrm>
              <a:off x="7285171" y="3631203"/>
              <a:ext cx="86514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ORR Z1</a:t>
              </a:r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xmlns="" id="{285861A3-D776-42A7-8F44-41CF7B6A4652}"/>
                </a:ext>
              </a:extLst>
            </p:cNvPr>
            <p:cNvSpPr txBox="1"/>
            <p:nvPr/>
          </p:nvSpPr>
          <p:spPr>
            <a:xfrm>
              <a:off x="7369438" y="3257921"/>
              <a:ext cx="86514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ORR Z2</a:t>
              </a:r>
            </a:p>
          </p:txBody>
        </p:sp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xmlns="" id="{5BCE2EF7-D750-4B9E-8FE6-4E952ABE4D00}"/>
                </a:ext>
              </a:extLst>
            </p:cNvPr>
            <p:cNvSpPr txBox="1"/>
            <p:nvPr/>
          </p:nvSpPr>
          <p:spPr>
            <a:xfrm>
              <a:off x="7100381" y="2895598"/>
              <a:ext cx="86514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ORR Z3</a:t>
              </a: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xmlns="" id="{DDDCB217-609F-4739-AFC2-DA2529EDA4A8}"/>
                </a:ext>
              </a:extLst>
            </p:cNvPr>
            <p:cNvSpPr txBox="1"/>
            <p:nvPr/>
          </p:nvSpPr>
          <p:spPr>
            <a:xfrm>
              <a:off x="7317708" y="1390786"/>
              <a:ext cx="93476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Bengaluru International Airport</a:t>
              </a:r>
              <a:endParaRPr kumimoji="0" lang="en-IN" sz="500" b="1" i="0" u="none" strike="noStrike" kern="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xmlns="" id="{9B4C09FC-948B-403A-B46B-D40BC18CA0B0}"/>
                </a:ext>
              </a:extLst>
            </p:cNvPr>
            <p:cNvSpPr/>
            <p:nvPr/>
          </p:nvSpPr>
          <p:spPr>
            <a:xfrm rot="1800000">
              <a:off x="8091699" y="4139126"/>
              <a:ext cx="580607" cy="1692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Sarjapura Road</a:t>
              </a: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xmlns="" id="{0F5FD78A-C80B-46CE-B1F4-528B8A686FCE}"/>
                </a:ext>
              </a:extLst>
            </p:cNvPr>
            <p:cNvSpPr/>
            <p:nvPr/>
          </p:nvSpPr>
          <p:spPr>
            <a:xfrm rot="280192">
              <a:off x="8508927" y="3426507"/>
              <a:ext cx="556563" cy="1692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Old Airport Rd</a:t>
              </a: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xmlns="" id="{AFBDDF2D-E31F-4367-B167-E68E0A6AACBA}"/>
                </a:ext>
              </a:extLst>
            </p:cNvPr>
            <p:cNvSpPr/>
            <p:nvPr/>
          </p:nvSpPr>
          <p:spPr>
            <a:xfrm rot="19499335">
              <a:off x="8169203" y="2453192"/>
              <a:ext cx="569387" cy="1692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Old Madras Rd</a:t>
              </a: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xmlns="" id="{0CCF6D29-D199-46CA-9C14-DE8EFEB0EA87}"/>
                </a:ext>
              </a:extLst>
            </p:cNvPr>
            <p:cNvSpPr/>
            <p:nvPr/>
          </p:nvSpPr>
          <p:spPr>
            <a:xfrm rot="17547985">
              <a:off x="6876060" y="1480889"/>
              <a:ext cx="867545" cy="1692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Towards Hyderabad NH44</a:t>
              </a:r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xmlns="" id="{49038FF5-AFED-4C7E-BF3B-89E780B92560}"/>
                </a:ext>
              </a:extLst>
            </p:cNvPr>
            <p:cNvSpPr/>
            <p:nvPr/>
          </p:nvSpPr>
          <p:spPr>
            <a:xfrm rot="15959839">
              <a:off x="6495544" y="1421388"/>
              <a:ext cx="652743" cy="1692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Doddaballapur Rd</a:t>
              </a:r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xmlns="" id="{DF6BAC6A-20D7-41A2-BE7F-44950EE91659}"/>
                </a:ext>
              </a:extLst>
            </p:cNvPr>
            <p:cNvSpPr/>
            <p:nvPr/>
          </p:nvSpPr>
          <p:spPr>
            <a:xfrm rot="1703405">
              <a:off x="5704101" y="2254199"/>
              <a:ext cx="468397" cy="1692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Tumkur Rd</a:t>
              </a: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xmlns="" id="{10D9EFEE-2908-4844-9C40-0F56373096BF}"/>
                </a:ext>
              </a:extLst>
            </p:cNvPr>
            <p:cNvSpPr/>
            <p:nvPr/>
          </p:nvSpPr>
          <p:spPr>
            <a:xfrm rot="19779239">
              <a:off x="5556680" y="3065003"/>
              <a:ext cx="461985" cy="1692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Magadi Rd</a:t>
              </a: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xmlns="" id="{513DD8E4-A286-4E8A-853A-0F904B7EA23E}"/>
                </a:ext>
              </a:extLst>
            </p:cNvPr>
            <p:cNvSpPr/>
            <p:nvPr/>
          </p:nvSpPr>
          <p:spPr>
            <a:xfrm rot="18558941">
              <a:off x="5530002" y="4139126"/>
              <a:ext cx="465192" cy="1692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Mysore Rd</a:t>
              </a: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xmlns="" id="{0E18FE89-E770-44A5-824A-34B6A71879E3}"/>
                </a:ext>
              </a:extLst>
            </p:cNvPr>
            <p:cNvSpPr/>
            <p:nvPr/>
          </p:nvSpPr>
          <p:spPr>
            <a:xfrm rot="18558941">
              <a:off x="6072300" y="4630967"/>
              <a:ext cx="575799" cy="1692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Kanakapura Rd</a:t>
              </a: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xmlns="" id="{45E9570C-9D77-4BAD-ABD5-2262EBFDA377}"/>
                </a:ext>
              </a:extLst>
            </p:cNvPr>
            <p:cNvSpPr/>
            <p:nvPr/>
          </p:nvSpPr>
          <p:spPr>
            <a:xfrm rot="3720091">
              <a:off x="7592789" y="4612371"/>
              <a:ext cx="423514" cy="1692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Hosur Rd</a:t>
              </a:r>
            </a:p>
          </p:txBody>
        </p:sp>
        <p:pic>
          <p:nvPicPr>
            <p:cNvPr id="364" name="Picture 8" descr="Arrow, compass, direction, gps, map, navigation, north icon">
              <a:extLst>
                <a:ext uri="{FF2B5EF4-FFF2-40B4-BE49-F238E27FC236}">
                  <a16:creationId xmlns:a16="http://schemas.microsoft.com/office/drawing/2014/main" xmlns="" id="{F93CCA99-713C-478E-BCE4-3EEA8F3AAB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3065" y="1480699"/>
              <a:ext cx="268950" cy="2823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5" name="Picture 2" descr="Airport icon - Free download on Iconfinder">
              <a:extLst>
                <a:ext uri="{FF2B5EF4-FFF2-40B4-BE49-F238E27FC236}">
                  <a16:creationId xmlns:a16="http://schemas.microsoft.com/office/drawing/2014/main" xmlns="" id="{9C3EE33E-21FA-43CF-8DD7-2D1DC98FD5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54226" y="1272100"/>
              <a:ext cx="130864" cy="1373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/>
          <p:cNvGrpSpPr/>
          <p:nvPr/>
        </p:nvGrpSpPr>
        <p:grpSpPr>
          <a:xfrm>
            <a:off x="10180959" y="1179159"/>
            <a:ext cx="1256157" cy="501190"/>
            <a:chOff x="4948695" y="797512"/>
            <a:chExt cx="1256157" cy="501190"/>
          </a:xfrm>
        </p:grpSpPr>
        <p:sp>
          <p:nvSpPr>
            <p:cNvPr id="304" name="object 4"/>
            <p:cNvSpPr txBox="1"/>
            <p:nvPr/>
          </p:nvSpPr>
          <p:spPr>
            <a:xfrm>
              <a:off x="5428882" y="797512"/>
              <a:ext cx="775970" cy="412750"/>
            </a:xfrm>
            <a:prstGeom prst="rect">
              <a:avLst/>
            </a:prstGeom>
          </p:spPr>
          <p:txBody>
            <a:bodyPr vert="horz" wrap="square" lIns="0" tIns="2095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65"/>
                </a:spcBef>
              </a:pPr>
              <a:r>
                <a:rPr sz="1000" b="1" i="1" spc="-10" dirty="0">
                  <a:latin typeface="Trebuchet MS"/>
                  <a:cs typeface="Trebuchet MS"/>
                </a:rPr>
                <a:t>Stock</a:t>
              </a:r>
              <a:endParaRPr sz="1000" dirty="0">
                <a:latin typeface="Trebuchet MS"/>
                <a:cs typeface="Trebuchet MS"/>
              </a:endParaRPr>
            </a:p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b="1" spc="-70" dirty="0">
                  <a:solidFill>
                    <a:srgbClr val="242739"/>
                  </a:solidFill>
                  <a:latin typeface="Verdana"/>
                  <a:cs typeface="Verdana"/>
                </a:rPr>
                <a:t>22</a:t>
              </a:r>
              <a:r>
                <a:rPr lang="en-US" sz="1400" b="1" spc="-70" dirty="0">
                  <a:solidFill>
                    <a:srgbClr val="242739"/>
                  </a:solidFill>
                  <a:latin typeface="Verdana"/>
                  <a:cs typeface="Verdana"/>
                </a:rPr>
                <a:t>4</a:t>
              </a:r>
              <a:r>
                <a:rPr sz="1400" b="1" spc="-155" dirty="0">
                  <a:solidFill>
                    <a:srgbClr val="242739"/>
                  </a:solidFill>
                  <a:latin typeface="Verdana"/>
                  <a:cs typeface="Verdana"/>
                </a:rPr>
                <a:t> </a:t>
              </a:r>
              <a:r>
                <a:rPr sz="1000" dirty="0">
                  <a:solidFill>
                    <a:srgbClr val="242739"/>
                  </a:solidFill>
                  <a:latin typeface="Trebuchet MS"/>
                  <a:cs typeface="Trebuchet MS"/>
                </a:rPr>
                <a:t>Mn</a:t>
              </a:r>
              <a:r>
                <a:rPr sz="1000" spc="20" dirty="0">
                  <a:solidFill>
                    <a:srgbClr val="242739"/>
                  </a:solidFill>
                  <a:latin typeface="Trebuchet MS"/>
                  <a:cs typeface="Trebuchet MS"/>
                </a:rPr>
                <a:t> </a:t>
              </a:r>
              <a:r>
                <a:rPr sz="1000" spc="-25" dirty="0">
                  <a:solidFill>
                    <a:srgbClr val="242739"/>
                  </a:solidFill>
                  <a:latin typeface="Trebuchet MS"/>
                  <a:cs typeface="Trebuchet MS"/>
                </a:rPr>
                <a:t>Sft</a:t>
              </a:r>
              <a:endParaRPr sz="1000" dirty="0">
                <a:latin typeface="Trebuchet MS"/>
                <a:cs typeface="Trebuchet MS"/>
              </a:endParaRPr>
            </a:p>
          </p:txBody>
        </p:sp>
        <p:sp>
          <p:nvSpPr>
            <p:cNvPr id="306" name="object 6"/>
            <p:cNvSpPr/>
            <p:nvPr/>
          </p:nvSpPr>
          <p:spPr>
            <a:xfrm>
              <a:off x="4948695" y="873252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598" y="0"/>
                  </a:moveTo>
                  <a:lnTo>
                    <a:pt x="163832" y="5611"/>
                  </a:lnTo>
                  <a:lnTo>
                    <a:pt x="119076" y="21598"/>
                  </a:lnTo>
                  <a:lnTo>
                    <a:pt x="79603" y="46686"/>
                  </a:lnTo>
                  <a:lnTo>
                    <a:pt x="46686" y="79603"/>
                  </a:lnTo>
                  <a:lnTo>
                    <a:pt x="21598" y="119076"/>
                  </a:lnTo>
                  <a:lnTo>
                    <a:pt x="5611" y="163832"/>
                  </a:lnTo>
                  <a:lnTo>
                    <a:pt x="0" y="212598"/>
                  </a:lnTo>
                  <a:lnTo>
                    <a:pt x="5611" y="261363"/>
                  </a:lnTo>
                  <a:lnTo>
                    <a:pt x="21598" y="306119"/>
                  </a:lnTo>
                  <a:lnTo>
                    <a:pt x="46686" y="345592"/>
                  </a:lnTo>
                  <a:lnTo>
                    <a:pt x="79603" y="378509"/>
                  </a:lnTo>
                  <a:lnTo>
                    <a:pt x="119076" y="403597"/>
                  </a:lnTo>
                  <a:lnTo>
                    <a:pt x="163832" y="419584"/>
                  </a:lnTo>
                  <a:lnTo>
                    <a:pt x="212598" y="425196"/>
                  </a:lnTo>
                  <a:lnTo>
                    <a:pt x="261363" y="419584"/>
                  </a:lnTo>
                  <a:lnTo>
                    <a:pt x="306119" y="403597"/>
                  </a:lnTo>
                  <a:lnTo>
                    <a:pt x="345592" y="378509"/>
                  </a:lnTo>
                  <a:lnTo>
                    <a:pt x="378509" y="345592"/>
                  </a:lnTo>
                  <a:lnTo>
                    <a:pt x="403597" y="306119"/>
                  </a:lnTo>
                  <a:lnTo>
                    <a:pt x="419584" y="261363"/>
                  </a:lnTo>
                  <a:lnTo>
                    <a:pt x="425196" y="212598"/>
                  </a:lnTo>
                  <a:lnTo>
                    <a:pt x="419584" y="163832"/>
                  </a:lnTo>
                  <a:lnTo>
                    <a:pt x="403597" y="119076"/>
                  </a:lnTo>
                  <a:lnTo>
                    <a:pt x="378509" y="79603"/>
                  </a:lnTo>
                  <a:lnTo>
                    <a:pt x="345592" y="46686"/>
                  </a:lnTo>
                  <a:lnTo>
                    <a:pt x="306119" y="21598"/>
                  </a:lnTo>
                  <a:lnTo>
                    <a:pt x="261363" y="5611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CB3D3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grpSp>
          <p:nvGrpSpPr>
            <p:cNvPr id="369" name="Group 368"/>
            <p:cNvGrpSpPr/>
            <p:nvPr/>
          </p:nvGrpSpPr>
          <p:grpSpPr>
            <a:xfrm>
              <a:off x="5031377" y="972033"/>
              <a:ext cx="260085" cy="227887"/>
              <a:chOff x="2574572" y="1076325"/>
              <a:chExt cx="460376" cy="333375"/>
            </a:xfrm>
            <a:solidFill>
              <a:schemeClr val="bg1"/>
            </a:solidFill>
          </p:grpSpPr>
          <p:sp>
            <p:nvSpPr>
              <p:cNvPr id="370" name="Rectangle 6"/>
              <p:cNvSpPr>
                <a:spLocks noChangeArrowheads="1"/>
              </p:cNvSpPr>
              <p:nvPr/>
            </p:nvSpPr>
            <p:spPr bwMode="auto">
              <a:xfrm>
                <a:off x="2753960" y="1127125"/>
                <a:ext cx="38100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71" name="Rectangle 7"/>
              <p:cNvSpPr>
                <a:spLocks noChangeArrowheads="1"/>
              </p:cNvSpPr>
              <p:nvPr/>
            </p:nvSpPr>
            <p:spPr bwMode="auto">
              <a:xfrm>
                <a:off x="2753960" y="1204913"/>
                <a:ext cx="38100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72" name="Rectangle 8"/>
              <p:cNvSpPr>
                <a:spLocks noChangeArrowheads="1"/>
              </p:cNvSpPr>
              <p:nvPr/>
            </p:nvSpPr>
            <p:spPr bwMode="auto">
              <a:xfrm>
                <a:off x="2622197" y="1265238"/>
                <a:ext cx="36513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73" name="Rectangle 9"/>
              <p:cNvSpPr>
                <a:spLocks noChangeArrowheads="1"/>
              </p:cNvSpPr>
              <p:nvPr/>
            </p:nvSpPr>
            <p:spPr bwMode="auto">
              <a:xfrm>
                <a:off x="2685697" y="1265238"/>
                <a:ext cx="36513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74" name="Rectangle 10"/>
              <p:cNvSpPr>
                <a:spLocks noChangeArrowheads="1"/>
              </p:cNvSpPr>
              <p:nvPr/>
            </p:nvSpPr>
            <p:spPr bwMode="auto">
              <a:xfrm>
                <a:off x="2622197" y="1323975"/>
                <a:ext cx="36513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75" name="Rectangle 11"/>
              <p:cNvSpPr>
                <a:spLocks noChangeArrowheads="1"/>
              </p:cNvSpPr>
              <p:nvPr/>
            </p:nvSpPr>
            <p:spPr bwMode="auto">
              <a:xfrm>
                <a:off x="2685697" y="1323975"/>
                <a:ext cx="36513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76" name="Rectangle 12"/>
              <p:cNvSpPr>
                <a:spLocks noChangeArrowheads="1"/>
              </p:cNvSpPr>
              <p:nvPr/>
            </p:nvSpPr>
            <p:spPr bwMode="auto">
              <a:xfrm>
                <a:off x="2825397" y="1323975"/>
                <a:ext cx="36513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77" name="Freeform 13"/>
              <p:cNvSpPr>
                <a:spLocks/>
              </p:cNvSpPr>
              <p:nvPr/>
            </p:nvSpPr>
            <p:spPr bwMode="auto">
              <a:xfrm>
                <a:off x="2574572" y="1076325"/>
                <a:ext cx="342900" cy="333375"/>
              </a:xfrm>
              <a:custGeom>
                <a:avLst/>
                <a:gdLst>
                  <a:gd name="T0" fmla="*/ 192 w 216"/>
                  <a:gd name="T1" fmla="*/ 0 h 210"/>
                  <a:gd name="T2" fmla="*/ 209 w 216"/>
                  <a:gd name="T3" fmla="*/ 6 h 210"/>
                  <a:gd name="T4" fmla="*/ 216 w 216"/>
                  <a:gd name="T5" fmla="*/ 23 h 210"/>
                  <a:gd name="T6" fmla="*/ 209 w 216"/>
                  <a:gd name="T7" fmla="*/ 24 h 210"/>
                  <a:gd name="T8" fmla="*/ 200 w 216"/>
                  <a:gd name="T9" fmla="*/ 24 h 210"/>
                  <a:gd name="T10" fmla="*/ 199 w 216"/>
                  <a:gd name="T11" fmla="*/ 19 h 210"/>
                  <a:gd name="T12" fmla="*/ 195 w 216"/>
                  <a:gd name="T13" fmla="*/ 15 h 210"/>
                  <a:gd name="T14" fmla="*/ 105 w 216"/>
                  <a:gd name="T15" fmla="*/ 15 h 210"/>
                  <a:gd name="T16" fmla="*/ 100 w 216"/>
                  <a:gd name="T17" fmla="*/ 17 h 210"/>
                  <a:gd name="T18" fmla="*/ 98 w 216"/>
                  <a:gd name="T19" fmla="*/ 23 h 210"/>
                  <a:gd name="T20" fmla="*/ 24 w 216"/>
                  <a:gd name="T21" fmla="*/ 105 h 210"/>
                  <a:gd name="T22" fmla="*/ 17 w 216"/>
                  <a:gd name="T23" fmla="*/ 108 h 210"/>
                  <a:gd name="T24" fmla="*/ 15 w 216"/>
                  <a:gd name="T25" fmla="*/ 114 h 210"/>
                  <a:gd name="T26" fmla="*/ 16 w 216"/>
                  <a:gd name="T27" fmla="*/ 189 h 210"/>
                  <a:gd name="T28" fmla="*/ 20 w 216"/>
                  <a:gd name="T29" fmla="*/ 193 h 210"/>
                  <a:gd name="T30" fmla="*/ 113 w 216"/>
                  <a:gd name="T31" fmla="*/ 194 h 210"/>
                  <a:gd name="T32" fmla="*/ 137 w 216"/>
                  <a:gd name="T33" fmla="*/ 121 h 210"/>
                  <a:gd name="T34" fmla="*/ 192 w 216"/>
                  <a:gd name="T35" fmla="*/ 193 h 210"/>
                  <a:gd name="T36" fmla="*/ 198 w 216"/>
                  <a:gd name="T37" fmla="*/ 191 h 210"/>
                  <a:gd name="T38" fmla="*/ 200 w 216"/>
                  <a:gd name="T39" fmla="*/ 186 h 210"/>
                  <a:gd name="T40" fmla="*/ 201 w 216"/>
                  <a:gd name="T41" fmla="*/ 153 h 210"/>
                  <a:gd name="T42" fmla="*/ 216 w 216"/>
                  <a:gd name="T43" fmla="*/ 150 h 210"/>
                  <a:gd name="T44" fmla="*/ 214 w 216"/>
                  <a:gd name="T45" fmla="*/ 196 h 210"/>
                  <a:gd name="T46" fmla="*/ 201 w 216"/>
                  <a:gd name="T47" fmla="*/ 208 h 210"/>
                  <a:gd name="T48" fmla="*/ 112 w 216"/>
                  <a:gd name="T49" fmla="*/ 210 h 210"/>
                  <a:gd name="T50" fmla="*/ 14 w 216"/>
                  <a:gd name="T51" fmla="*/ 208 h 210"/>
                  <a:gd name="T52" fmla="*/ 2 w 216"/>
                  <a:gd name="T53" fmla="*/ 196 h 210"/>
                  <a:gd name="T54" fmla="*/ 0 w 216"/>
                  <a:gd name="T55" fmla="*/ 114 h 210"/>
                  <a:gd name="T56" fmla="*/ 7 w 216"/>
                  <a:gd name="T57" fmla="*/ 97 h 210"/>
                  <a:gd name="T58" fmla="*/ 24 w 216"/>
                  <a:gd name="T59" fmla="*/ 90 h 210"/>
                  <a:gd name="T60" fmla="*/ 83 w 216"/>
                  <a:gd name="T61" fmla="*/ 23 h 210"/>
                  <a:gd name="T62" fmla="*/ 89 w 216"/>
                  <a:gd name="T63" fmla="*/ 6 h 210"/>
                  <a:gd name="T64" fmla="*/ 105 w 216"/>
                  <a:gd name="T65" fmla="*/ 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16" h="210">
                    <a:moveTo>
                      <a:pt x="105" y="0"/>
                    </a:moveTo>
                    <a:lnTo>
                      <a:pt x="192" y="0"/>
                    </a:lnTo>
                    <a:lnTo>
                      <a:pt x="201" y="1"/>
                    </a:lnTo>
                    <a:lnTo>
                      <a:pt x="209" y="6"/>
                    </a:lnTo>
                    <a:lnTo>
                      <a:pt x="214" y="13"/>
                    </a:lnTo>
                    <a:lnTo>
                      <a:pt x="216" y="23"/>
                    </a:lnTo>
                    <a:lnTo>
                      <a:pt x="216" y="26"/>
                    </a:lnTo>
                    <a:lnTo>
                      <a:pt x="209" y="24"/>
                    </a:lnTo>
                    <a:lnTo>
                      <a:pt x="201" y="24"/>
                    </a:lnTo>
                    <a:lnTo>
                      <a:pt x="200" y="24"/>
                    </a:lnTo>
                    <a:lnTo>
                      <a:pt x="200" y="23"/>
                    </a:lnTo>
                    <a:lnTo>
                      <a:pt x="199" y="19"/>
                    </a:lnTo>
                    <a:lnTo>
                      <a:pt x="198" y="17"/>
                    </a:lnTo>
                    <a:lnTo>
                      <a:pt x="195" y="15"/>
                    </a:lnTo>
                    <a:lnTo>
                      <a:pt x="192" y="15"/>
                    </a:lnTo>
                    <a:lnTo>
                      <a:pt x="105" y="15"/>
                    </a:lnTo>
                    <a:lnTo>
                      <a:pt x="102" y="15"/>
                    </a:lnTo>
                    <a:lnTo>
                      <a:pt x="100" y="17"/>
                    </a:lnTo>
                    <a:lnTo>
                      <a:pt x="98" y="19"/>
                    </a:lnTo>
                    <a:lnTo>
                      <a:pt x="98" y="23"/>
                    </a:lnTo>
                    <a:lnTo>
                      <a:pt x="98" y="105"/>
                    </a:lnTo>
                    <a:lnTo>
                      <a:pt x="24" y="105"/>
                    </a:lnTo>
                    <a:lnTo>
                      <a:pt x="20" y="106"/>
                    </a:lnTo>
                    <a:lnTo>
                      <a:pt x="17" y="108"/>
                    </a:lnTo>
                    <a:lnTo>
                      <a:pt x="16" y="111"/>
                    </a:lnTo>
                    <a:lnTo>
                      <a:pt x="15" y="114"/>
                    </a:lnTo>
                    <a:lnTo>
                      <a:pt x="15" y="186"/>
                    </a:lnTo>
                    <a:lnTo>
                      <a:pt x="16" y="189"/>
                    </a:lnTo>
                    <a:lnTo>
                      <a:pt x="17" y="192"/>
                    </a:lnTo>
                    <a:lnTo>
                      <a:pt x="20" y="193"/>
                    </a:lnTo>
                    <a:lnTo>
                      <a:pt x="24" y="194"/>
                    </a:lnTo>
                    <a:lnTo>
                      <a:pt x="113" y="194"/>
                    </a:lnTo>
                    <a:lnTo>
                      <a:pt x="113" y="121"/>
                    </a:lnTo>
                    <a:lnTo>
                      <a:pt x="137" y="121"/>
                    </a:lnTo>
                    <a:lnTo>
                      <a:pt x="137" y="194"/>
                    </a:lnTo>
                    <a:lnTo>
                      <a:pt x="192" y="193"/>
                    </a:lnTo>
                    <a:lnTo>
                      <a:pt x="195" y="193"/>
                    </a:lnTo>
                    <a:lnTo>
                      <a:pt x="198" y="191"/>
                    </a:lnTo>
                    <a:lnTo>
                      <a:pt x="199" y="189"/>
                    </a:lnTo>
                    <a:lnTo>
                      <a:pt x="200" y="186"/>
                    </a:lnTo>
                    <a:lnTo>
                      <a:pt x="200" y="153"/>
                    </a:lnTo>
                    <a:lnTo>
                      <a:pt x="201" y="153"/>
                    </a:lnTo>
                    <a:lnTo>
                      <a:pt x="209" y="152"/>
                    </a:lnTo>
                    <a:lnTo>
                      <a:pt x="216" y="150"/>
                    </a:lnTo>
                    <a:lnTo>
                      <a:pt x="216" y="186"/>
                    </a:lnTo>
                    <a:lnTo>
                      <a:pt x="214" y="196"/>
                    </a:lnTo>
                    <a:lnTo>
                      <a:pt x="209" y="203"/>
                    </a:lnTo>
                    <a:lnTo>
                      <a:pt x="201" y="208"/>
                    </a:lnTo>
                    <a:lnTo>
                      <a:pt x="192" y="210"/>
                    </a:lnTo>
                    <a:lnTo>
                      <a:pt x="112" y="210"/>
                    </a:lnTo>
                    <a:lnTo>
                      <a:pt x="24" y="210"/>
                    </a:lnTo>
                    <a:lnTo>
                      <a:pt x="14" y="208"/>
                    </a:lnTo>
                    <a:lnTo>
                      <a:pt x="7" y="203"/>
                    </a:lnTo>
                    <a:lnTo>
                      <a:pt x="2" y="196"/>
                    </a:lnTo>
                    <a:lnTo>
                      <a:pt x="0" y="186"/>
                    </a:lnTo>
                    <a:lnTo>
                      <a:pt x="0" y="114"/>
                    </a:lnTo>
                    <a:lnTo>
                      <a:pt x="2" y="104"/>
                    </a:lnTo>
                    <a:lnTo>
                      <a:pt x="7" y="97"/>
                    </a:lnTo>
                    <a:lnTo>
                      <a:pt x="14" y="92"/>
                    </a:lnTo>
                    <a:lnTo>
                      <a:pt x="24" y="90"/>
                    </a:lnTo>
                    <a:lnTo>
                      <a:pt x="83" y="90"/>
                    </a:lnTo>
                    <a:lnTo>
                      <a:pt x="83" y="23"/>
                    </a:lnTo>
                    <a:lnTo>
                      <a:pt x="84" y="13"/>
                    </a:lnTo>
                    <a:lnTo>
                      <a:pt x="89" y="6"/>
                    </a:lnTo>
                    <a:lnTo>
                      <a:pt x="96" y="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78" name="Freeform 14"/>
              <p:cNvSpPr>
                <a:spLocks noEditPoints="1"/>
              </p:cNvSpPr>
              <p:nvPr/>
            </p:nvSpPr>
            <p:spPr bwMode="auto">
              <a:xfrm>
                <a:off x="2804760" y="1127125"/>
                <a:ext cx="180975" cy="177800"/>
              </a:xfrm>
              <a:custGeom>
                <a:avLst/>
                <a:gdLst>
                  <a:gd name="T0" fmla="*/ 56 w 114"/>
                  <a:gd name="T1" fmla="*/ 15 h 112"/>
                  <a:gd name="T2" fmla="*/ 44 w 114"/>
                  <a:gd name="T3" fmla="*/ 17 h 112"/>
                  <a:gd name="T4" fmla="*/ 33 w 114"/>
                  <a:gd name="T5" fmla="*/ 23 h 112"/>
                  <a:gd name="T6" fmla="*/ 24 w 114"/>
                  <a:gd name="T7" fmla="*/ 31 h 112"/>
                  <a:gd name="T8" fmla="*/ 18 w 114"/>
                  <a:gd name="T9" fmla="*/ 43 h 112"/>
                  <a:gd name="T10" fmla="*/ 16 w 114"/>
                  <a:gd name="T11" fmla="*/ 56 h 112"/>
                  <a:gd name="T12" fmla="*/ 18 w 114"/>
                  <a:gd name="T13" fmla="*/ 68 h 112"/>
                  <a:gd name="T14" fmla="*/ 24 w 114"/>
                  <a:gd name="T15" fmla="*/ 80 h 112"/>
                  <a:gd name="T16" fmla="*/ 33 w 114"/>
                  <a:gd name="T17" fmla="*/ 89 h 112"/>
                  <a:gd name="T18" fmla="*/ 44 w 114"/>
                  <a:gd name="T19" fmla="*/ 95 h 112"/>
                  <a:gd name="T20" fmla="*/ 56 w 114"/>
                  <a:gd name="T21" fmla="*/ 97 h 112"/>
                  <a:gd name="T22" fmla="*/ 70 w 114"/>
                  <a:gd name="T23" fmla="*/ 95 h 112"/>
                  <a:gd name="T24" fmla="*/ 81 w 114"/>
                  <a:gd name="T25" fmla="*/ 89 h 112"/>
                  <a:gd name="T26" fmla="*/ 90 w 114"/>
                  <a:gd name="T27" fmla="*/ 80 h 112"/>
                  <a:gd name="T28" fmla="*/ 95 w 114"/>
                  <a:gd name="T29" fmla="*/ 68 h 112"/>
                  <a:gd name="T30" fmla="*/ 97 w 114"/>
                  <a:gd name="T31" fmla="*/ 56 h 112"/>
                  <a:gd name="T32" fmla="*/ 95 w 114"/>
                  <a:gd name="T33" fmla="*/ 43 h 112"/>
                  <a:gd name="T34" fmla="*/ 90 w 114"/>
                  <a:gd name="T35" fmla="*/ 31 h 112"/>
                  <a:gd name="T36" fmla="*/ 81 w 114"/>
                  <a:gd name="T37" fmla="*/ 23 h 112"/>
                  <a:gd name="T38" fmla="*/ 70 w 114"/>
                  <a:gd name="T39" fmla="*/ 17 h 112"/>
                  <a:gd name="T40" fmla="*/ 56 w 114"/>
                  <a:gd name="T41" fmla="*/ 15 h 112"/>
                  <a:gd name="T42" fmla="*/ 56 w 114"/>
                  <a:gd name="T43" fmla="*/ 0 h 112"/>
                  <a:gd name="T44" fmla="*/ 75 w 114"/>
                  <a:gd name="T45" fmla="*/ 2 h 112"/>
                  <a:gd name="T46" fmla="*/ 90 w 114"/>
                  <a:gd name="T47" fmla="*/ 10 h 112"/>
                  <a:gd name="T48" fmla="*/ 102 w 114"/>
                  <a:gd name="T49" fmla="*/ 22 h 112"/>
                  <a:gd name="T50" fmla="*/ 111 w 114"/>
                  <a:gd name="T51" fmla="*/ 38 h 112"/>
                  <a:gd name="T52" fmla="*/ 114 w 114"/>
                  <a:gd name="T53" fmla="*/ 56 h 112"/>
                  <a:gd name="T54" fmla="*/ 111 w 114"/>
                  <a:gd name="T55" fmla="*/ 73 h 112"/>
                  <a:gd name="T56" fmla="*/ 102 w 114"/>
                  <a:gd name="T57" fmla="*/ 89 h 112"/>
                  <a:gd name="T58" fmla="*/ 90 w 114"/>
                  <a:gd name="T59" fmla="*/ 101 h 112"/>
                  <a:gd name="T60" fmla="*/ 75 w 114"/>
                  <a:gd name="T61" fmla="*/ 109 h 112"/>
                  <a:gd name="T62" fmla="*/ 56 w 114"/>
                  <a:gd name="T63" fmla="*/ 112 h 112"/>
                  <a:gd name="T64" fmla="*/ 39 w 114"/>
                  <a:gd name="T65" fmla="*/ 109 h 112"/>
                  <a:gd name="T66" fmla="*/ 24 w 114"/>
                  <a:gd name="T67" fmla="*/ 101 h 112"/>
                  <a:gd name="T68" fmla="*/ 11 w 114"/>
                  <a:gd name="T69" fmla="*/ 89 h 112"/>
                  <a:gd name="T70" fmla="*/ 3 w 114"/>
                  <a:gd name="T71" fmla="*/ 73 h 112"/>
                  <a:gd name="T72" fmla="*/ 0 w 114"/>
                  <a:gd name="T73" fmla="*/ 56 h 112"/>
                  <a:gd name="T74" fmla="*/ 3 w 114"/>
                  <a:gd name="T75" fmla="*/ 38 h 112"/>
                  <a:gd name="T76" fmla="*/ 11 w 114"/>
                  <a:gd name="T77" fmla="*/ 22 h 112"/>
                  <a:gd name="T78" fmla="*/ 24 w 114"/>
                  <a:gd name="T79" fmla="*/ 10 h 112"/>
                  <a:gd name="T80" fmla="*/ 39 w 114"/>
                  <a:gd name="T81" fmla="*/ 2 h 112"/>
                  <a:gd name="T82" fmla="*/ 56 w 114"/>
                  <a:gd name="T8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14" h="112">
                    <a:moveTo>
                      <a:pt x="56" y="15"/>
                    </a:moveTo>
                    <a:lnTo>
                      <a:pt x="44" y="17"/>
                    </a:lnTo>
                    <a:lnTo>
                      <a:pt x="33" y="23"/>
                    </a:lnTo>
                    <a:lnTo>
                      <a:pt x="24" y="31"/>
                    </a:lnTo>
                    <a:lnTo>
                      <a:pt x="18" y="43"/>
                    </a:lnTo>
                    <a:lnTo>
                      <a:pt x="16" y="56"/>
                    </a:lnTo>
                    <a:lnTo>
                      <a:pt x="18" y="68"/>
                    </a:lnTo>
                    <a:lnTo>
                      <a:pt x="24" y="80"/>
                    </a:lnTo>
                    <a:lnTo>
                      <a:pt x="33" y="89"/>
                    </a:lnTo>
                    <a:lnTo>
                      <a:pt x="44" y="95"/>
                    </a:lnTo>
                    <a:lnTo>
                      <a:pt x="56" y="97"/>
                    </a:lnTo>
                    <a:lnTo>
                      <a:pt x="70" y="95"/>
                    </a:lnTo>
                    <a:lnTo>
                      <a:pt x="81" y="89"/>
                    </a:lnTo>
                    <a:lnTo>
                      <a:pt x="90" y="80"/>
                    </a:lnTo>
                    <a:lnTo>
                      <a:pt x="95" y="68"/>
                    </a:lnTo>
                    <a:lnTo>
                      <a:pt x="97" y="56"/>
                    </a:lnTo>
                    <a:lnTo>
                      <a:pt x="95" y="43"/>
                    </a:lnTo>
                    <a:lnTo>
                      <a:pt x="90" y="31"/>
                    </a:lnTo>
                    <a:lnTo>
                      <a:pt x="81" y="23"/>
                    </a:lnTo>
                    <a:lnTo>
                      <a:pt x="70" y="17"/>
                    </a:lnTo>
                    <a:lnTo>
                      <a:pt x="56" y="15"/>
                    </a:lnTo>
                    <a:close/>
                    <a:moveTo>
                      <a:pt x="56" y="0"/>
                    </a:moveTo>
                    <a:lnTo>
                      <a:pt x="75" y="2"/>
                    </a:lnTo>
                    <a:lnTo>
                      <a:pt x="90" y="10"/>
                    </a:lnTo>
                    <a:lnTo>
                      <a:pt x="102" y="22"/>
                    </a:lnTo>
                    <a:lnTo>
                      <a:pt x="111" y="38"/>
                    </a:lnTo>
                    <a:lnTo>
                      <a:pt x="114" y="56"/>
                    </a:lnTo>
                    <a:lnTo>
                      <a:pt x="111" y="73"/>
                    </a:lnTo>
                    <a:lnTo>
                      <a:pt x="102" y="89"/>
                    </a:lnTo>
                    <a:lnTo>
                      <a:pt x="90" y="101"/>
                    </a:lnTo>
                    <a:lnTo>
                      <a:pt x="75" y="109"/>
                    </a:lnTo>
                    <a:lnTo>
                      <a:pt x="56" y="112"/>
                    </a:lnTo>
                    <a:lnTo>
                      <a:pt x="39" y="109"/>
                    </a:lnTo>
                    <a:lnTo>
                      <a:pt x="24" y="101"/>
                    </a:lnTo>
                    <a:lnTo>
                      <a:pt x="11" y="89"/>
                    </a:lnTo>
                    <a:lnTo>
                      <a:pt x="3" y="73"/>
                    </a:lnTo>
                    <a:lnTo>
                      <a:pt x="0" y="56"/>
                    </a:lnTo>
                    <a:lnTo>
                      <a:pt x="3" y="38"/>
                    </a:lnTo>
                    <a:lnTo>
                      <a:pt x="11" y="22"/>
                    </a:lnTo>
                    <a:lnTo>
                      <a:pt x="24" y="10"/>
                    </a:lnTo>
                    <a:lnTo>
                      <a:pt x="39" y="2"/>
                    </a:lnTo>
                    <a:lnTo>
                      <a:pt x="5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79" name="Freeform 15"/>
              <p:cNvSpPr>
                <a:spLocks/>
              </p:cNvSpPr>
              <p:nvPr/>
            </p:nvSpPr>
            <p:spPr bwMode="auto">
              <a:xfrm>
                <a:off x="2953985" y="1276350"/>
                <a:ext cx="80963" cy="82550"/>
              </a:xfrm>
              <a:custGeom>
                <a:avLst/>
                <a:gdLst>
                  <a:gd name="T0" fmla="*/ 19 w 51"/>
                  <a:gd name="T1" fmla="*/ 0 h 52"/>
                  <a:gd name="T2" fmla="*/ 48 w 51"/>
                  <a:gd name="T3" fmla="*/ 30 h 52"/>
                  <a:gd name="T4" fmla="*/ 51 w 51"/>
                  <a:gd name="T5" fmla="*/ 36 h 52"/>
                  <a:gd name="T6" fmla="*/ 51 w 51"/>
                  <a:gd name="T7" fmla="*/ 42 h 52"/>
                  <a:gd name="T8" fmla="*/ 48 w 51"/>
                  <a:gd name="T9" fmla="*/ 48 h 52"/>
                  <a:gd name="T10" fmla="*/ 42 w 51"/>
                  <a:gd name="T11" fmla="*/ 52 h 52"/>
                  <a:gd name="T12" fmla="*/ 35 w 51"/>
                  <a:gd name="T13" fmla="*/ 52 h 52"/>
                  <a:gd name="T14" fmla="*/ 30 w 51"/>
                  <a:gd name="T15" fmla="*/ 48 h 52"/>
                  <a:gd name="T16" fmla="*/ 0 w 51"/>
                  <a:gd name="T17" fmla="*/ 18 h 52"/>
                  <a:gd name="T18" fmla="*/ 10 w 51"/>
                  <a:gd name="T19" fmla="*/ 10 h 52"/>
                  <a:gd name="T20" fmla="*/ 19 w 51"/>
                  <a:gd name="T21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1" h="52">
                    <a:moveTo>
                      <a:pt x="19" y="0"/>
                    </a:moveTo>
                    <a:lnTo>
                      <a:pt x="48" y="30"/>
                    </a:lnTo>
                    <a:lnTo>
                      <a:pt x="51" y="36"/>
                    </a:lnTo>
                    <a:lnTo>
                      <a:pt x="51" y="42"/>
                    </a:lnTo>
                    <a:lnTo>
                      <a:pt x="48" y="48"/>
                    </a:lnTo>
                    <a:lnTo>
                      <a:pt x="42" y="52"/>
                    </a:lnTo>
                    <a:lnTo>
                      <a:pt x="35" y="52"/>
                    </a:lnTo>
                    <a:lnTo>
                      <a:pt x="30" y="48"/>
                    </a:lnTo>
                    <a:lnTo>
                      <a:pt x="0" y="18"/>
                    </a:lnTo>
                    <a:lnTo>
                      <a:pt x="10" y="10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</p:grpSp>
      </p:grpSp>
      <p:grpSp>
        <p:nvGrpSpPr>
          <p:cNvPr id="3" name="Group 2"/>
          <p:cNvGrpSpPr/>
          <p:nvPr/>
        </p:nvGrpSpPr>
        <p:grpSpPr>
          <a:xfrm>
            <a:off x="10183669" y="2585610"/>
            <a:ext cx="1097406" cy="519532"/>
            <a:chOff x="6649134" y="768501"/>
            <a:chExt cx="1097406" cy="519532"/>
          </a:xfrm>
        </p:grpSpPr>
        <p:sp>
          <p:nvSpPr>
            <p:cNvPr id="308" name="object 8"/>
            <p:cNvSpPr txBox="1"/>
            <p:nvPr/>
          </p:nvSpPr>
          <p:spPr>
            <a:xfrm>
              <a:off x="7143925" y="768501"/>
              <a:ext cx="602615" cy="482600"/>
            </a:xfrm>
            <a:prstGeom prst="rect">
              <a:avLst/>
            </a:prstGeom>
          </p:spPr>
          <p:txBody>
            <a:bodyPr vert="horz" wrap="square" lIns="0" tIns="495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390"/>
                </a:spcBef>
              </a:pPr>
              <a:r>
                <a:rPr sz="1000" b="1" i="1" spc="-10" dirty="0">
                  <a:latin typeface="Trebuchet MS"/>
                  <a:cs typeface="Trebuchet MS"/>
                </a:rPr>
                <a:t>Vacancy</a:t>
              </a:r>
              <a:endParaRPr sz="1000" dirty="0">
                <a:latin typeface="Trebuchet MS"/>
                <a:cs typeface="Trebuchet MS"/>
              </a:endParaRPr>
            </a:p>
            <a:p>
              <a:pPr marL="12700">
                <a:lnSpc>
                  <a:spcPct val="100000"/>
                </a:lnSpc>
                <a:spcBef>
                  <a:spcPts val="425"/>
                </a:spcBef>
              </a:pPr>
              <a:r>
                <a:rPr sz="1400" b="1" spc="-145" dirty="0">
                  <a:latin typeface="Verdana"/>
                  <a:cs typeface="Verdana"/>
                </a:rPr>
                <a:t>17%</a:t>
              </a:r>
              <a:endParaRPr sz="1400" dirty="0">
                <a:latin typeface="Verdana"/>
                <a:cs typeface="Verdana"/>
              </a:endParaRPr>
            </a:p>
          </p:txBody>
        </p:sp>
        <p:sp>
          <p:nvSpPr>
            <p:cNvPr id="310" name="object 10"/>
            <p:cNvSpPr/>
            <p:nvPr/>
          </p:nvSpPr>
          <p:spPr>
            <a:xfrm>
              <a:off x="6649134" y="854963"/>
              <a:ext cx="433070" cy="433070"/>
            </a:xfrm>
            <a:custGeom>
              <a:avLst/>
              <a:gdLst/>
              <a:ahLst/>
              <a:cxnLst/>
              <a:rect l="l" t="t" r="r" b="b"/>
              <a:pathLst>
                <a:path w="433070" h="433069">
                  <a:moveTo>
                    <a:pt x="216408" y="0"/>
                  </a:moveTo>
                  <a:lnTo>
                    <a:pt x="166791" y="5716"/>
                  </a:lnTo>
                  <a:lnTo>
                    <a:pt x="121242" y="21998"/>
                  </a:lnTo>
                  <a:lnTo>
                    <a:pt x="81060" y="47546"/>
                  </a:lnTo>
                  <a:lnTo>
                    <a:pt x="47546" y="81060"/>
                  </a:lnTo>
                  <a:lnTo>
                    <a:pt x="21998" y="121242"/>
                  </a:lnTo>
                  <a:lnTo>
                    <a:pt x="5716" y="166791"/>
                  </a:lnTo>
                  <a:lnTo>
                    <a:pt x="0" y="216408"/>
                  </a:lnTo>
                  <a:lnTo>
                    <a:pt x="5716" y="266024"/>
                  </a:lnTo>
                  <a:lnTo>
                    <a:pt x="21998" y="311573"/>
                  </a:lnTo>
                  <a:lnTo>
                    <a:pt x="47546" y="351755"/>
                  </a:lnTo>
                  <a:lnTo>
                    <a:pt x="81060" y="385269"/>
                  </a:lnTo>
                  <a:lnTo>
                    <a:pt x="121242" y="410817"/>
                  </a:lnTo>
                  <a:lnTo>
                    <a:pt x="166791" y="427099"/>
                  </a:lnTo>
                  <a:lnTo>
                    <a:pt x="216408" y="432815"/>
                  </a:lnTo>
                  <a:lnTo>
                    <a:pt x="266024" y="427099"/>
                  </a:lnTo>
                  <a:lnTo>
                    <a:pt x="311573" y="410817"/>
                  </a:lnTo>
                  <a:lnTo>
                    <a:pt x="351755" y="385269"/>
                  </a:lnTo>
                  <a:lnTo>
                    <a:pt x="385269" y="351755"/>
                  </a:lnTo>
                  <a:lnTo>
                    <a:pt x="410817" y="311573"/>
                  </a:lnTo>
                  <a:lnTo>
                    <a:pt x="427099" y="266024"/>
                  </a:lnTo>
                  <a:lnTo>
                    <a:pt x="432816" y="216408"/>
                  </a:lnTo>
                  <a:lnTo>
                    <a:pt x="427099" y="166791"/>
                  </a:lnTo>
                  <a:lnTo>
                    <a:pt x="410817" y="121242"/>
                  </a:lnTo>
                  <a:lnTo>
                    <a:pt x="385269" y="81060"/>
                  </a:lnTo>
                  <a:lnTo>
                    <a:pt x="351755" y="47546"/>
                  </a:lnTo>
                  <a:lnTo>
                    <a:pt x="311573" y="21998"/>
                  </a:lnTo>
                  <a:lnTo>
                    <a:pt x="266024" y="5716"/>
                  </a:lnTo>
                  <a:lnTo>
                    <a:pt x="216408" y="0"/>
                  </a:lnTo>
                  <a:close/>
                </a:path>
              </a:pathLst>
            </a:custGeom>
            <a:solidFill>
              <a:srgbClr val="CB3D3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grpSp>
          <p:nvGrpSpPr>
            <p:cNvPr id="380" name="Group 379"/>
            <p:cNvGrpSpPr/>
            <p:nvPr/>
          </p:nvGrpSpPr>
          <p:grpSpPr>
            <a:xfrm>
              <a:off x="6733185" y="930940"/>
              <a:ext cx="273179" cy="273177"/>
              <a:chOff x="7235476" y="1077906"/>
              <a:chExt cx="279403" cy="279398"/>
            </a:xfrm>
            <a:solidFill>
              <a:schemeClr val="bg1"/>
            </a:solidFill>
          </p:grpSpPr>
          <p:sp>
            <p:nvSpPr>
              <p:cNvPr id="381" name="Freeform 26"/>
              <p:cNvSpPr>
                <a:spLocks noEditPoints="1"/>
              </p:cNvSpPr>
              <p:nvPr/>
            </p:nvSpPr>
            <p:spPr bwMode="auto">
              <a:xfrm>
                <a:off x="7424391" y="1220779"/>
                <a:ext cx="90488" cy="112712"/>
              </a:xfrm>
              <a:custGeom>
                <a:avLst/>
                <a:gdLst>
                  <a:gd name="T0" fmla="*/ 52 w 115"/>
                  <a:gd name="T1" fmla="*/ 8 h 144"/>
                  <a:gd name="T2" fmla="*/ 46 w 115"/>
                  <a:gd name="T3" fmla="*/ 37 h 144"/>
                  <a:gd name="T4" fmla="*/ 31 w 115"/>
                  <a:gd name="T5" fmla="*/ 64 h 144"/>
                  <a:gd name="T6" fmla="*/ 12 w 115"/>
                  <a:gd name="T7" fmla="*/ 85 h 144"/>
                  <a:gd name="T8" fmla="*/ 37 w 115"/>
                  <a:gd name="T9" fmla="*/ 131 h 144"/>
                  <a:gd name="T10" fmla="*/ 63 w 115"/>
                  <a:gd name="T11" fmla="*/ 106 h 144"/>
                  <a:gd name="T12" fmla="*/ 84 w 115"/>
                  <a:gd name="T13" fmla="*/ 77 h 144"/>
                  <a:gd name="T14" fmla="*/ 98 w 115"/>
                  <a:gd name="T15" fmla="*/ 44 h 144"/>
                  <a:gd name="T16" fmla="*/ 105 w 115"/>
                  <a:gd name="T17" fmla="*/ 8 h 144"/>
                  <a:gd name="T18" fmla="*/ 52 w 115"/>
                  <a:gd name="T19" fmla="*/ 8 h 144"/>
                  <a:gd name="T20" fmla="*/ 44 w 115"/>
                  <a:gd name="T21" fmla="*/ 0 h 144"/>
                  <a:gd name="T22" fmla="*/ 115 w 115"/>
                  <a:gd name="T23" fmla="*/ 0 h 144"/>
                  <a:gd name="T24" fmla="*/ 107 w 115"/>
                  <a:gd name="T25" fmla="*/ 42 h 144"/>
                  <a:gd name="T26" fmla="*/ 92 w 115"/>
                  <a:gd name="T27" fmla="*/ 83 h 144"/>
                  <a:gd name="T28" fmla="*/ 67 w 115"/>
                  <a:gd name="T29" fmla="*/ 117 h 144"/>
                  <a:gd name="T30" fmla="*/ 35 w 115"/>
                  <a:gd name="T31" fmla="*/ 144 h 144"/>
                  <a:gd name="T32" fmla="*/ 0 w 115"/>
                  <a:gd name="T33" fmla="*/ 83 h 144"/>
                  <a:gd name="T34" fmla="*/ 23 w 115"/>
                  <a:gd name="T35" fmla="*/ 60 h 144"/>
                  <a:gd name="T36" fmla="*/ 38 w 115"/>
                  <a:gd name="T37" fmla="*/ 33 h 144"/>
                  <a:gd name="T38" fmla="*/ 44 w 115"/>
                  <a:gd name="T39" fmla="*/ 0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5" h="144">
                    <a:moveTo>
                      <a:pt x="52" y="8"/>
                    </a:moveTo>
                    <a:lnTo>
                      <a:pt x="46" y="37"/>
                    </a:lnTo>
                    <a:lnTo>
                      <a:pt x="31" y="64"/>
                    </a:lnTo>
                    <a:lnTo>
                      <a:pt x="12" y="85"/>
                    </a:lnTo>
                    <a:lnTo>
                      <a:pt x="37" y="131"/>
                    </a:lnTo>
                    <a:lnTo>
                      <a:pt x="63" y="106"/>
                    </a:lnTo>
                    <a:lnTo>
                      <a:pt x="84" y="77"/>
                    </a:lnTo>
                    <a:lnTo>
                      <a:pt x="98" y="44"/>
                    </a:lnTo>
                    <a:lnTo>
                      <a:pt x="105" y="8"/>
                    </a:lnTo>
                    <a:lnTo>
                      <a:pt x="52" y="8"/>
                    </a:lnTo>
                    <a:close/>
                    <a:moveTo>
                      <a:pt x="44" y="0"/>
                    </a:moveTo>
                    <a:lnTo>
                      <a:pt x="115" y="0"/>
                    </a:lnTo>
                    <a:lnTo>
                      <a:pt x="107" y="42"/>
                    </a:lnTo>
                    <a:lnTo>
                      <a:pt x="92" y="83"/>
                    </a:lnTo>
                    <a:lnTo>
                      <a:pt x="67" y="117"/>
                    </a:lnTo>
                    <a:lnTo>
                      <a:pt x="35" y="144"/>
                    </a:lnTo>
                    <a:lnTo>
                      <a:pt x="0" y="83"/>
                    </a:lnTo>
                    <a:lnTo>
                      <a:pt x="23" y="60"/>
                    </a:lnTo>
                    <a:lnTo>
                      <a:pt x="38" y="33"/>
                    </a:lnTo>
                    <a:lnTo>
                      <a:pt x="4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82" name="Freeform 27"/>
              <p:cNvSpPr>
                <a:spLocks/>
              </p:cNvSpPr>
              <p:nvPr/>
            </p:nvSpPr>
            <p:spPr bwMode="auto">
              <a:xfrm>
                <a:off x="7235476" y="1077906"/>
                <a:ext cx="204788" cy="279398"/>
              </a:xfrm>
              <a:custGeom>
                <a:avLst/>
                <a:gdLst>
                  <a:gd name="T0" fmla="*/ 170 w 258"/>
                  <a:gd name="T1" fmla="*/ 0 h 352"/>
                  <a:gd name="T2" fmla="*/ 170 w 258"/>
                  <a:gd name="T3" fmla="*/ 70 h 352"/>
                  <a:gd name="T4" fmla="*/ 140 w 258"/>
                  <a:gd name="T5" fmla="*/ 78 h 352"/>
                  <a:gd name="T6" fmla="*/ 111 w 258"/>
                  <a:gd name="T7" fmla="*/ 93 h 352"/>
                  <a:gd name="T8" fmla="*/ 90 w 258"/>
                  <a:gd name="T9" fmla="*/ 114 h 352"/>
                  <a:gd name="T10" fmla="*/ 75 w 258"/>
                  <a:gd name="T11" fmla="*/ 143 h 352"/>
                  <a:gd name="T12" fmla="*/ 71 w 258"/>
                  <a:gd name="T13" fmla="*/ 176 h 352"/>
                  <a:gd name="T14" fmla="*/ 77 w 258"/>
                  <a:gd name="T15" fmla="*/ 208 h 352"/>
                  <a:gd name="T16" fmla="*/ 90 w 258"/>
                  <a:gd name="T17" fmla="*/ 239 h 352"/>
                  <a:gd name="T18" fmla="*/ 113 w 258"/>
                  <a:gd name="T19" fmla="*/ 260 h 352"/>
                  <a:gd name="T20" fmla="*/ 142 w 258"/>
                  <a:gd name="T21" fmla="*/ 275 h 352"/>
                  <a:gd name="T22" fmla="*/ 176 w 258"/>
                  <a:gd name="T23" fmla="*/ 281 h 352"/>
                  <a:gd name="T24" fmla="*/ 201 w 258"/>
                  <a:gd name="T25" fmla="*/ 277 h 352"/>
                  <a:gd name="T26" fmla="*/ 224 w 258"/>
                  <a:gd name="T27" fmla="*/ 269 h 352"/>
                  <a:gd name="T28" fmla="*/ 258 w 258"/>
                  <a:gd name="T29" fmla="*/ 331 h 352"/>
                  <a:gd name="T30" fmla="*/ 220 w 258"/>
                  <a:gd name="T31" fmla="*/ 346 h 352"/>
                  <a:gd name="T32" fmla="*/ 176 w 258"/>
                  <a:gd name="T33" fmla="*/ 352 h 352"/>
                  <a:gd name="T34" fmla="*/ 136 w 258"/>
                  <a:gd name="T35" fmla="*/ 346 h 352"/>
                  <a:gd name="T36" fmla="*/ 100 w 258"/>
                  <a:gd name="T37" fmla="*/ 332 h 352"/>
                  <a:gd name="T38" fmla="*/ 67 w 258"/>
                  <a:gd name="T39" fmla="*/ 313 h 352"/>
                  <a:gd name="T40" fmla="*/ 38 w 258"/>
                  <a:gd name="T41" fmla="*/ 285 h 352"/>
                  <a:gd name="T42" fmla="*/ 17 w 258"/>
                  <a:gd name="T43" fmla="*/ 252 h 352"/>
                  <a:gd name="T44" fmla="*/ 6 w 258"/>
                  <a:gd name="T45" fmla="*/ 216 h 352"/>
                  <a:gd name="T46" fmla="*/ 0 w 258"/>
                  <a:gd name="T47" fmla="*/ 176 h 352"/>
                  <a:gd name="T48" fmla="*/ 6 w 258"/>
                  <a:gd name="T49" fmla="*/ 135 h 352"/>
                  <a:gd name="T50" fmla="*/ 17 w 258"/>
                  <a:gd name="T51" fmla="*/ 99 h 352"/>
                  <a:gd name="T52" fmla="*/ 38 w 258"/>
                  <a:gd name="T53" fmla="*/ 68 h 352"/>
                  <a:gd name="T54" fmla="*/ 63 w 258"/>
                  <a:gd name="T55" fmla="*/ 40 h 352"/>
                  <a:gd name="T56" fmla="*/ 96 w 258"/>
                  <a:gd name="T57" fmla="*/ 21 h 352"/>
                  <a:gd name="T58" fmla="*/ 132 w 258"/>
                  <a:gd name="T59" fmla="*/ 5 h 352"/>
                  <a:gd name="T60" fmla="*/ 170 w 258"/>
                  <a:gd name="T61" fmla="*/ 0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58" h="352">
                    <a:moveTo>
                      <a:pt x="170" y="0"/>
                    </a:moveTo>
                    <a:lnTo>
                      <a:pt x="170" y="70"/>
                    </a:lnTo>
                    <a:lnTo>
                      <a:pt x="140" y="78"/>
                    </a:lnTo>
                    <a:lnTo>
                      <a:pt x="111" y="93"/>
                    </a:lnTo>
                    <a:lnTo>
                      <a:pt x="90" y="114"/>
                    </a:lnTo>
                    <a:lnTo>
                      <a:pt x="75" y="143"/>
                    </a:lnTo>
                    <a:lnTo>
                      <a:pt x="71" y="176"/>
                    </a:lnTo>
                    <a:lnTo>
                      <a:pt x="77" y="208"/>
                    </a:lnTo>
                    <a:lnTo>
                      <a:pt x="90" y="239"/>
                    </a:lnTo>
                    <a:lnTo>
                      <a:pt x="113" y="260"/>
                    </a:lnTo>
                    <a:lnTo>
                      <a:pt x="142" y="275"/>
                    </a:lnTo>
                    <a:lnTo>
                      <a:pt x="176" y="281"/>
                    </a:lnTo>
                    <a:lnTo>
                      <a:pt x="201" y="277"/>
                    </a:lnTo>
                    <a:lnTo>
                      <a:pt x="224" y="269"/>
                    </a:lnTo>
                    <a:lnTo>
                      <a:pt x="258" y="331"/>
                    </a:lnTo>
                    <a:lnTo>
                      <a:pt x="220" y="346"/>
                    </a:lnTo>
                    <a:lnTo>
                      <a:pt x="176" y="352"/>
                    </a:lnTo>
                    <a:lnTo>
                      <a:pt x="136" y="346"/>
                    </a:lnTo>
                    <a:lnTo>
                      <a:pt x="100" y="332"/>
                    </a:lnTo>
                    <a:lnTo>
                      <a:pt x="67" y="313"/>
                    </a:lnTo>
                    <a:lnTo>
                      <a:pt x="38" y="285"/>
                    </a:lnTo>
                    <a:lnTo>
                      <a:pt x="17" y="252"/>
                    </a:lnTo>
                    <a:lnTo>
                      <a:pt x="6" y="216"/>
                    </a:lnTo>
                    <a:lnTo>
                      <a:pt x="0" y="176"/>
                    </a:lnTo>
                    <a:lnTo>
                      <a:pt x="6" y="135"/>
                    </a:lnTo>
                    <a:lnTo>
                      <a:pt x="17" y="99"/>
                    </a:lnTo>
                    <a:lnTo>
                      <a:pt x="38" y="68"/>
                    </a:lnTo>
                    <a:lnTo>
                      <a:pt x="63" y="40"/>
                    </a:lnTo>
                    <a:lnTo>
                      <a:pt x="96" y="21"/>
                    </a:lnTo>
                    <a:lnTo>
                      <a:pt x="132" y="5"/>
                    </a:lnTo>
                    <a:lnTo>
                      <a:pt x="17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83" name="Freeform 28"/>
              <p:cNvSpPr>
                <a:spLocks/>
              </p:cNvSpPr>
              <p:nvPr/>
            </p:nvSpPr>
            <p:spPr bwMode="auto">
              <a:xfrm>
                <a:off x="7397401" y="1093781"/>
                <a:ext cx="49213" cy="46038"/>
              </a:xfrm>
              <a:custGeom>
                <a:avLst/>
                <a:gdLst>
                  <a:gd name="T0" fmla="*/ 53 w 61"/>
                  <a:gd name="T1" fmla="*/ 0 h 57"/>
                  <a:gd name="T2" fmla="*/ 61 w 61"/>
                  <a:gd name="T3" fmla="*/ 5 h 57"/>
                  <a:gd name="T4" fmla="*/ 9 w 61"/>
                  <a:gd name="T5" fmla="*/ 57 h 57"/>
                  <a:gd name="T6" fmla="*/ 0 w 61"/>
                  <a:gd name="T7" fmla="*/ 53 h 57"/>
                  <a:gd name="T8" fmla="*/ 53 w 61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" h="57">
                    <a:moveTo>
                      <a:pt x="53" y="0"/>
                    </a:moveTo>
                    <a:lnTo>
                      <a:pt x="61" y="5"/>
                    </a:lnTo>
                    <a:lnTo>
                      <a:pt x="9" y="57"/>
                    </a:lnTo>
                    <a:lnTo>
                      <a:pt x="0" y="53"/>
                    </a:lnTo>
                    <a:lnTo>
                      <a:pt x="5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84" name="Freeform 29"/>
              <p:cNvSpPr>
                <a:spLocks/>
              </p:cNvSpPr>
              <p:nvPr/>
            </p:nvSpPr>
            <p:spPr bwMode="auto">
              <a:xfrm>
                <a:off x="7410101" y="1100131"/>
                <a:ext cx="47625" cy="46038"/>
              </a:xfrm>
              <a:custGeom>
                <a:avLst/>
                <a:gdLst>
                  <a:gd name="T0" fmla="*/ 52 w 59"/>
                  <a:gd name="T1" fmla="*/ 0 h 58"/>
                  <a:gd name="T2" fmla="*/ 59 w 59"/>
                  <a:gd name="T3" fmla="*/ 6 h 58"/>
                  <a:gd name="T4" fmla="*/ 10 w 59"/>
                  <a:gd name="T5" fmla="*/ 58 h 58"/>
                  <a:gd name="T6" fmla="*/ 0 w 59"/>
                  <a:gd name="T7" fmla="*/ 52 h 58"/>
                  <a:gd name="T8" fmla="*/ 52 w 59"/>
                  <a:gd name="T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58">
                    <a:moveTo>
                      <a:pt x="52" y="0"/>
                    </a:moveTo>
                    <a:lnTo>
                      <a:pt x="59" y="6"/>
                    </a:lnTo>
                    <a:lnTo>
                      <a:pt x="10" y="58"/>
                    </a:lnTo>
                    <a:lnTo>
                      <a:pt x="0" y="52"/>
                    </a:lnTo>
                    <a:lnTo>
                      <a:pt x="5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85" name="Freeform 30"/>
              <p:cNvSpPr>
                <a:spLocks/>
              </p:cNvSpPr>
              <p:nvPr/>
            </p:nvSpPr>
            <p:spPr bwMode="auto">
              <a:xfrm>
                <a:off x="7438676" y="1123943"/>
                <a:ext cx="44450" cy="46038"/>
              </a:xfrm>
              <a:custGeom>
                <a:avLst/>
                <a:gdLst>
                  <a:gd name="T0" fmla="*/ 50 w 56"/>
                  <a:gd name="T1" fmla="*/ 0 h 57"/>
                  <a:gd name="T2" fmla="*/ 56 w 56"/>
                  <a:gd name="T3" fmla="*/ 8 h 57"/>
                  <a:gd name="T4" fmla="*/ 6 w 56"/>
                  <a:gd name="T5" fmla="*/ 57 h 57"/>
                  <a:gd name="T6" fmla="*/ 0 w 56"/>
                  <a:gd name="T7" fmla="*/ 50 h 57"/>
                  <a:gd name="T8" fmla="*/ 50 w 56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57">
                    <a:moveTo>
                      <a:pt x="50" y="0"/>
                    </a:moveTo>
                    <a:lnTo>
                      <a:pt x="56" y="8"/>
                    </a:lnTo>
                    <a:lnTo>
                      <a:pt x="6" y="57"/>
                    </a:lnTo>
                    <a:lnTo>
                      <a:pt x="0" y="50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86" name="Freeform 31"/>
              <p:cNvSpPr>
                <a:spLocks/>
              </p:cNvSpPr>
              <p:nvPr/>
            </p:nvSpPr>
            <p:spPr bwMode="auto">
              <a:xfrm>
                <a:off x="7421215" y="1108068"/>
                <a:ext cx="44450" cy="44450"/>
              </a:xfrm>
              <a:custGeom>
                <a:avLst/>
                <a:gdLst>
                  <a:gd name="T0" fmla="*/ 52 w 58"/>
                  <a:gd name="T1" fmla="*/ 0 h 55"/>
                  <a:gd name="T2" fmla="*/ 58 w 58"/>
                  <a:gd name="T3" fmla="*/ 6 h 55"/>
                  <a:gd name="T4" fmla="*/ 8 w 58"/>
                  <a:gd name="T5" fmla="*/ 55 h 55"/>
                  <a:gd name="T6" fmla="*/ 0 w 58"/>
                  <a:gd name="T7" fmla="*/ 50 h 55"/>
                  <a:gd name="T8" fmla="*/ 52 w 58"/>
                  <a:gd name="T9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55">
                    <a:moveTo>
                      <a:pt x="52" y="0"/>
                    </a:moveTo>
                    <a:lnTo>
                      <a:pt x="58" y="6"/>
                    </a:lnTo>
                    <a:lnTo>
                      <a:pt x="8" y="55"/>
                    </a:lnTo>
                    <a:lnTo>
                      <a:pt x="0" y="50"/>
                    </a:lnTo>
                    <a:lnTo>
                      <a:pt x="5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87" name="Freeform 32"/>
              <p:cNvSpPr>
                <a:spLocks/>
              </p:cNvSpPr>
              <p:nvPr/>
            </p:nvSpPr>
            <p:spPr bwMode="auto">
              <a:xfrm>
                <a:off x="7383128" y="1085843"/>
                <a:ext cx="41275" cy="42863"/>
              </a:xfrm>
              <a:custGeom>
                <a:avLst/>
                <a:gdLst>
                  <a:gd name="T0" fmla="*/ 42 w 51"/>
                  <a:gd name="T1" fmla="*/ 0 h 56"/>
                  <a:gd name="T2" fmla="*/ 51 w 51"/>
                  <a:gd name="T3" fmla="*/ 2 h 56"/>
                  <a:gd name="T4" fmla="*/ 0 w 51"/>
                  <a:gd name="T5" fmla="*/ 56 h 56"/>
                  <a:gd name="T6" fmla="*/ 0 w 51"/>
                  <a:gd name="T7" fmla="*/ 42 h 56"/>
                  <a:gd name="T8" fmla="*/ 42 w 51"/>
                  <a:gd name="T9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56">
                    <a:moveTo>
                      <a:pt x="42" y="0"/>
                    </a:moveTo>
                    <a:lnTo>
                      <a:pt x="51" y="2"/>
                    </a:lnTo>
                    <a:lnTo>
                      <a:pt x="0" y="56"/>
                    </a:lnTo>
                    <a:lnTo>
                      <a:pt x="0" y="42"/>
                    </a:lnTo>
                    <a:lnTo>
                      <a:pt x="4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88" name="Freeform 33"/>
              <p:cNvSpPr>
                <a:spLocks/>
              </p:cNvSpPr>
              <p:nvPr/>
            </p:nvSpPr>
            <p:spPr bwMode="auto">
              <a:xfrm>
                <a:off x="7383130" y="1081081"/>
                <a:ext cx="28575" cy="31750"/>
              </a:xfrm>
              <a:custGeom>
                <a:avLst/>
                <a:gdLst>
                  <a:gd name="T0" fmla="*/ 24 w 36"/>
                  <a:gd name="T1" fmla="*/ 0 h 41"/>
                  <a:gd name="T2" fmla="*/ 36 w 36"/>
                  <a:gd name="T3" fmla="*/ 4 h 41"/>
                  <a:gd name="T4" fmla="*/ 0 w 36"/>
                  <a:gd name="T5" fmla="*/ 41 h 41"/>
                  <a:gd name="T6" fmla="*/ 0 w 36"/>
                  <a:gd name="T7" fmla="*/ 27 h 41"/>
                  <a:gd name="T8" fmla="*/ 24 w 36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41">
                    <a:moveTo>
                      <a:pt x="24" y="0"/>
                    </a:moveTo>
                    <a:lnTo>
                      <a:pt x="36" y="4"/>
                    </a:lnTo>
                    <a:lnTo>
                      <a:pt x="0" y="41"/>
                    </a:lnTo>
                    <a:lnTo>
                      <a:pt x="0" y="27"/>
                    </a:lnTo>
                    <a:lnTo>
                      <a:pt x="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89" name="Freeform 34"/>
              <p:cNvSpPr>
                <a:spLocks/>
              </p:cNvSpPr>
              <p:nvPr/>
            </p:nvSpPr>
            <p:spPr bwMode="auto">
              <a:xfrm>
                <a:off x="7384717" y="1089018"/>
                <a:ext cx="50800" cy="46038"/>
              </a:xfrm>
              <a:custGeom>
                <a:avLst/>
                <a:gdLst>
                  <a:gd name="T0" fmla="*/ 55 w 65"/>
                  <a:gd name="T1" fmla="*/ 0 h 57"/>
                  <a:gd name="T2" fmla="*/ 65 w 65"/>
                  <a:gd name="T3" fmla="*/ 4 h 57"/>
                  <a:gd name="T4" fmla="*/ 11 w 65"/>
                  <a:gd name="T5" fmla="*/ 57 h 57"/>
                  <a:gd name="T6" fmla="*/ 0 w 65"/>
                  <a:gd name="T7" fmla="*/ 55 h 57"/>
                  <a:gd name="T8" fmla="*/ 55 w 65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57">
                    <a:moveTo>
                      <a:pt x="55" y="0"/>
                    </a:moveTo>
                    <a:lnTo>
                      <a:pt x="65" y="4"/>
                    </a:lnTo>
                    <a:lnTo>
                      <a:pt x="11" y="57"/>
                    </a:lnTo>
                    <a:lnTo>
                      <a:pt x="0" y="55"/>
                    </a:lnTo>
                    <a:lnTo>
                      <a:pt x="5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90" name="Freeform 35"/>
              <p:cNvSpPr>
                <a:spLocks/>
              </p:cNvSpPr>
              <p:nvPr/>
            </p:nvSpPr>
            <p:spPr bwMode="auto">
              <a:xfrm>
                <a:off x="7430755" y="1116006"/>
                <a:ext cx="44450" cy="42863"/>
              </a:xfrm>
              <a:custGeom>
                <a:avLst/>
                <a:gdLst>
                  <a:gd name="T0" fmla="*/ 50 w 55"/>
                  <a:gd name="T1" fmla="*/ 0 h 56"/>
                  <a:gd name="T2" fmla="*/ 55 w 55"/>
                  <a:gd name="T3" fmla="*/ 8 h 56"/>
                  <a:gd name="T4" fmla="*/ 6 w 55"/>
                  <a:gd name="T5" fmla="*/ 56 h 56"/>
                  <a:gd name="T6" fmla="*/ 0 w 55"/>
                  <a:gd name="T7" fmla="*/ 50 h 56"/>
                  <a:gd name="T8" fmla="*/ 50 w 55"/>
                  <a:gd name="T9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56">
                    <a:moveTo>
                      <a:pt x="50" y="0"/>
                    </a:moveTo>
                    <a:lnTo>
                      <a:pt x="55" y="8"/>
                    </a:lnTo>
                    <a:lnTo>
                      <a:pt x="6" y="56"/>
                    </a:lnTo>
                    <a:lnTo>
                      <a:pt x="0" y="50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91" name="Freeform 36"/>
              <p:cNvSpPr>
                <a:spLocks/>
              </p:cNvSpPr>
              <p:nvPr/>
            </p:nvSpPr>
            <p:spPr bwMode="auto">
              <a:xfrm>
                <a:off x="7446630" y="1133468"/>
                <a:ext cx="44450" cy="47624"/>
              </a:xfrm>
              <a:custGeom>
                <a:avLst/>
                <a:gdLst>
                  <a:gd name="T0" fmla="*/ 50 w 55"/>
                  <a:gd name="T1" fmla="*/ 0 h 60"/>
                  <a:gd name="T2" fmla="*/ 55 w 55"/>
                  <a:gd name="T3" fmla="*/ 8 h 60"/>
                  <a:gd name="T4" fmla="*/ 4 w 55"/>
                  <a:gd name="T5" fmla="*/ 60 h 60"/>
                  <a:gd name="T6" fmla="*/ 0 w 55"/>
                  <a:gd name="T7" fmla="*/ 50 h 60"/>
                  <a:gd name="T8" fmla="*/ 50 w 55"/>
                  <a:gd name="T9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60">
                    <a:moveTo>
                      <a:pt x="50" y="0"/>
                    </a:moveTo>
                    <a:lnTo>
                      <a:pt x="55" y="8"/>
                    </a:lnTo>
                    <a:lnTo>
                      <a:pt x="4" y="60"/>
                    </a:lnTo>
                    <a:lnTo>
                      <a:pt x="0" y="50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92" name="Freeform 37"/>
              <p:cNvSpPr>
                <a:spLocks/>
              </p:cNvSpPr>
              <p:nvPr/>
            </p:nvSpPr>
            <p:spPr bwMode="auto">
              <a:xfrm>
                <a:off x="7479967" y="1179505"/>
                <a:ext cx="30163" cy="28575"/>
              </a:xfrm>
              <a:custGeom>
                <a:avLst/>
                <a:gdLst>
                  <a:gd name="T0" fmla="*/ 36 w 38"/>
                  <a:gd name="T1" fmla="*/ 0 h 36"/>
                  <a:gd name="T2" fmla="*/ 38 w 38"/>
                  <a:gd name="T3" fmla="*/ 9 h 36"/>
                  <a:gd name="T4" fmla="*/ 13 w 38"/>
                  <a:gd name="T5" fmla="*/ 36 h 36"/>
                  <a:gd name="T6" fmla="*/ 0 w 38"/>
                  <a:gd name="T7" fmla="*/ 36 h 36"/>
                  <a:gd name="T8" fmla="*/ 36 w 38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36">
                    <a:moveTo>
                      <a:pt x="36" y="0"/>
                    </a:moveTo>
                    <a:lnTo>
                      <a:pt x="38" y="9"/>
                    </a:lnTo>
                    <a:lnTo>
                      <a:pt x="13" y="36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93" name="Freeform 38"/>
              <p:cNvSpPr>
                <a:spLocks/>
              </p:cNvSpPr>
              <p:nvPr/>
            </p:nvSpPr>
            <p:spPr bwMode="auto">
              <a:xfrm>
                <a:off x="7497440" y="1192208"/>
                <a:ext cx="15875" cy="15875"/>
              </a:xfrm>
              <a:custGeom>
                <a:avLst/>
                <a:gdLst>
                  <a:gd name="T0" fmla="*/ 19 w 21"/>
                  <a:gd name="T1" fmla="*/ 0 h 19"/>
                  <a:gd name="T2" fmla="*/ 21 w 21"/>
                  <a:gd name="T3" fmla="*/ 19 h 19"/>
                  <a:gd name="T4" fmla="*/ 0 w 21"/>
                  <a:gd name="T5" fmla="*/ 19 h 19"/>
                  <a:gd name="T6" fmla="*/ 19 w 21"/>
                  <a:gd name="T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" h="19">
                    <a:moveTo>
                      <a:pt x="19" y="0"/>
                    </a:moveTo>
                    <a:lnTo>
                      <a:pt x="21" y="19"/>
                    </a:lnTo>
                    <a:lnTo>
                      <a:pt x="0" y="19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94" name="Freeform 39"/>
              <p:cNvSpPr>
                <a:spLocks/>
              </p:cNvSpPr>
              <p:nvPr/>
            </p:nvSpPr>
            <p:spPr bwMode="auto">
              <a:xfrm>
                <a:off x="7383157" y="1077906"/>
                <a:ext cx="14288" cy="15875"/>
              </a:xfrm>
              <a:custGeom>
                <a:avLst/>
                <a:gdLst>
                  <a:gd name="T0" fmla="*/ 0 w 19"/>
                  <a:gd name="T1" fmla="*/ 0 h 21"/>
                  <a:gd name="T2" fmla="*/ 19 w 19"/>
                  <a:gd name="T3" fmla="*/ 3 h 21"/>
                  <a:gd name="T4" fmla="*/ 0 w 19"/>
                  <a:gd name="T5" fmla="*/ 21 h 21"/>
                  <a:gd name="T6" fmla="*/ 0 w 19"/>
                  <a:gd name="T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21">
                    <a:moveTo>
                      <a:pt x="0" y="0"/>
                    </a:moveTo>
                    <a:lnTo>
                      <a:pt x="19" y="3"/>
                    </a:lnTo>
                    <a:lnTo>
                      <a:pt x="0" y="2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95" name="Freeform 40"/>
              <p:cNvSpPr>
                <a:spLocks/>
              </p:cNvSpPr>
              <p:nvPr/>
            </p:nvSpPr>
            <p:spPr bwMode="auto">
              <a:xfrm>
                <a:off x="7462485" y="1166804"/>
                <a:ext cx="44450" cy="41274"/>
              </a:xfrm>
              <a:custGeom>
                <a:avLst/>
                <a:gdLst>
                  <a:gd name="T0" fmla="*/ 52 w 55"/>
                  <a:gd name="T1" fmla="*/ 0 h 52"/>
                  <a:gd name="T2" fmla="*/ 55 w 55"/>
                  <a:gd name="T3" fmla="*/ 10 h 52"/>
                  <a:gd name="T4" fmla="*/ 13 w 55"/>
                  <a:gd name="T5" fmla="*/ 52 h 52"/>
                  <a:gd name="T6" fmla="*/ 0 w 55"/>
                  <a:gd name="T7" fmla="*/ 52 h 52"/>
                  <a:gd name="T8" fmla="*/ 52 w 55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52">
                    <a:moveTo>
                      <a:pt x="52" y="0"/>
                    </a:moveTo>
                    <a:lnTo>
                      <a:pt x="55" y="10"/>
                    </a:lnTo>
                    <a:lnTo>
                      <a:pt x="13" y="52"/>
                    </a:lnTo>
                    <a:lnTo>
                      <a:pt x="0" y="52"/>
                    </a:lnTo>
                    <a:lnTo>
                      <a:pt x="5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96" name="Freeform 41"/>
              <p:cNvSpPr>
                <a:spLocks/>
              </p:cNvSpPr>
              <p:nvPr/>
            </p:nvSpPr>
            <p:spPr bwMode="auto">
              <a:xfrm>
                <a:off x="7452986" y="1144584"/>
                <a:ext cx="44450" cy="47625"/>
              </a:xfrm>
              <a:custGeom>
                <a:avLst/>
                <a:gdLst>
                  <a:gd name="T0" fmla="*/ 51 w 55"/>
                  <a:gd name="T1" fmla="*/ 0 h 61"/>
                  <a:gd name="T2" fmla="*/ 55 w 55"/>
                  <a:gd name="T3" fmla="*/ 7 h 61"/>
                  <a:gd name="T4" fmla="*/ 1 w 55"/>
                  <a:gd name="T5" fmla="*/ 61 h 61"/>
                  <a:gd name="T6" fmla="*/ 0 w 55"/>
                  <a:gd name="T7" fmla="*/ 51 h 61"/>
                  <a:gd name="T8" fmla="*/ 51 w 55"/>
                  <a:gd name="T9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61">
                    <a:moveTo>
                      <a:pt x="51" y="0"/>
                    </a:moveTo>
                    <a:lnTo>
                      <a:pt x="55" y="7"/>
                    </a:lnTo>
                    <a:lnTo>
                      <a:pt x="1" y="61"/>
                    </a:lnTo>
                    <a:lnTo>
                      <a:pt x="0" y="51"/>
                    </a:lnTo>
                    <a:lnTo>
                      <a:pt x="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97" name="Freeform 42"/>
              <p:cNvSpPr>
                <a:spLocks/>
              </p:cNvSpPr>
              <p:nvPr/>
            </p:nvSpPr>
            <p:spPr bwMode="auto">
              <a:xfrm>
                <a:off x="7456135" y="1155700"/>
                <a:ext cx="46038" cy="50800"/>
              </a:xfrm>
              <a:custGeom>
                <a:avLst/>
                <a:gdLst>
                  <a:gd name="T0" fmla="*/ 56 w 60"/>
                  <a:gd name="T1" fmla="*/ 0 h 65"/>
                  <a:gd name="T2" fmla="*/ 60 w 60"/>
                  <a:gd name="T3" fmla="*/ 8 h 65"/>
                  <a:gd name="T4" fmla="*/ 2 w 60"/>
                  <a:gd name="T5" fmla="*/ 65 h 65"/>
                  <a:gd name="T6" fmla="*/ 0 w 60"/>
                  <a:gd name="T7" fmla="*/ 54 h 65"/>
                  <a:gd name="T8" fmla="*/ 56 w 60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65">
                    <a:moveTo>
                      <a:pt x="56" y="0"/>
                    </a:moveTo>
                    <a:lnTo>
                      <a:pt x="60" y="8"/>
                    </a:lnTo>
                    <a:lnTo>
                      <a:pt x="2" y="65"/>
                    </a:lnTo>
                    <a:lnTo>
                      <a:pt x="0" y="54"/>
                    </a:lnTo>
                    <a:lnTo>
                      <a:pt x="5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</p:grpSp>
      </p:grpSp>
      <p:grpSp>
        <p:nvGrpSpPr>
          <p:cNvPr id="7" name="Group 6"/>
          <p:cNvGrpSpPr/>
          <p:nvPr/>
        </p:nvGrpSpPr>
        <p:grpSpPr>
          <a:xfrm>
            <a:off x="10180959" y="4010403"/>
            <a:ext cx="1805559" cy="486004"/>
            <a:chOff x="8301257" y="768501"/>
            <a:chExt cx="1805559" cy="486004"/>
          </a:xfrm>
        </p:grpSpPr>
        <p:sp>
          <p:nvSpPr>
            <p:cNvPr id="313" name="object 13"/>
            <p:cNvSpPr/>
            <p:nvPr/>
          </p:nvSpPr>
          <p:spPr>
            <a:xfrm>
              <a:off x="8301257" y="829055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598" y="0"/>
                  </a:moveTo>
                  <a:lnTo>
                    <a:pt x="163832" y="5611"/>
                  </a:lnTo>
                  <a:lnTo>
                    <a:pt x="119076" y="21598"/>
                  </a:lnTo>
                  <a:lnTo>
                    <a:pt x="79603" y="46686"/>
                  </a:lnTo>
                  <a:lnTo>
                    <a:pt x="46686" y="79603"/>
                  </a:lnTo>
                  <a:lnTo>
                    <a:pt x="21598" y="119076"/>
                  </a:lnTo>
                  <a:lnTo>
                    <a:pt x="5611" y="163832"/>
                  </a:lnTo>
                  <a:lnTo>
                    <a:pt x="0" y="212598"/>
                  </a:lnTo>
                  <a:lnTo>
                    <a:pt x="5611" y="261363"/>
                  </a:lnTo>
                  <a:lnTo>
                    <a:pt x="21598" y="306119"/>
                  </a:lnTo>
                  <a:lnTo>
                    <a:pt x="46686" y="345592"/>
                  </a:lnTo>
                  <a:lnTo>
                    <a:pt x="79603" y="378509"/>
                  </a:lnTo>
                  <a:lnTo>
                    <a:pt x="119076" y="403597"/>
                  </a:lnTo>
                  <a:lnTo>
                    <a:pt x="163832" y="419584"/>
                  </a:lnTo>
                  <a:lnTo>
                    <a:pt x="212598" y="425196"/>
                  </a:lnTo>
                  <a:lnTo>
                    <a:pt x="261363" y="419584"/>
                  </a:lnTo>
                  <a:lnTo>
                    <a:pt x="306119" y="403597"/>
                  </a:lnTo>
                  <a:lnTo>
                    <a:pt x="345592" y="378509"/>
                  </a:lnTo>
                  <a:lnTo>
                    <a:pt x="378509" y="345592"/>
                  </a:lnTo>
                  <a:lnTo>
                    <a:pt x="403597" y="306119"/>
                  </a:lnTo>
                  <a:lnTo>
                    <a:pt x="419584" y="261363"/>
                  </a:lnTo>
                  <a:lnTo>
                    <a:pt x="425196" y="212598"/>
                  </a:lnTo>
                  <a:lnTo>
                    <a:pt x="419584" y="163832"/>
                  </a:lnTo>
                  <a:lnTo>
                    <a:pt x="403597" y="119076"/>
                  </a:lnTo>
                  <a:lnTo>
                    <a:pt x="378509" y="79603"/>
                  </a:lnTo>
                  <a:lnTo>
                    <a:pt x="345592" y="46686"/>
                  </a:lnTo>
                  <a:lnTo>
                    <a:pt x="306119" y="21598"/>
                  </a:lnTo>
                  <a:lnTo>
                    <a:pt x="261363" y="5611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CB3D3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5" name="object 15"/>
            <p:cNvSpPr txBox="1"/>
            <p:nvPr/>
          </p:nvSpPr>
          <p:spPr>
            <a:xfrm>
              <a:off x="8792366" y="768501"/>
              <a:ext cx="1314450" cy="470642"/>
            </a:xfrm>
            <a:prstGeom prst="rect">
              <a:avLst/>
            </a:prstGeom>
          </p:spPr>
          <p:txBody>
            <a:bodyPr vert="horz" wrap="square" lIns="0" tIns="495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390"/>
                </a:spcBef>
              </a:pPr>
              <a:r>
                <a:rPr sz="1000" b="1" i="1" spc="-50" dirty="0">
                  <a:latin typeface="Trebuchet MS"/>
                  <a:cs typeface="Trebuchet MS"/>
                </a:rPr>
                <a:t>Estimated</a:t>
              </a:r>
              <a:r>
                <a:rPr sz="1000" b="1" i="1" dirty="0">
                  <a:latin typeface="Trebuchet MS"/>
                  <a:cs typeface="Trebuchet MS"/>
                </a:rPr>
                <a:t> </a:t>
              </a:r>
              <a:r>
                <a:rPr sz="1000" b="1" i="1" spc="-40" dirty="0">
                  <a:latin typeface="Trebuchet MS"/>
                  <a:cs typeface="Trebuchet MS"/>
                </a:rPr>
                <a:t>Supply</a:t>
              </a:r>
              <a:r>
                <a:rPr sz="1000" b="1" i="1" spc="-35" dirty="0">
                  <a:latin typeface="Trebuchet MS"/>
                  <a:cs typeface="Trebuchet MS"/>
                </a:rPr>
                <a:t> </a:t>
              </a:r>
              <a:r>
                <a:rPr sz="1000" b="1" i="1" spc="-20" dirty="0">
                  <a:latin typeface="Trebuchet MS"/>
                  <a:cs typeface="Trebuchet MS"/>
                </a:rPr>
                <a:t>202</a:t>
              </a:r>
              <a:r>
                <a:rPr lang="en-US" sz="1000" b="1" i="1" spc="-20" dirty="0">
                  <a:latin typeface="Trebuchet MS"/>
                  <a:cs typeface="Trebuchet MS"/>
                </a:rPr>
                <a:t>4</a:t>
              </a:r>
              <a:endParaRPr sz="1000" dirty="0">
                <a:latin typeface="Trebuchet MS"/>
                <a:cs typeface="Trebuchet MS"/>
              </a:endParaRPr>
            </a:p>
            <a:p>
              <a:pPr marL="12700">
                <a:lnSpc>
                  <a:spcPct val="100000"/>
                </a:lnSpc>
                <a:spcBef>
                  <a:spcPts val="425"/>
                </a:spcBef>
              </a:pPr>
              <a:r>
                <a:rPr sz="1400" b="1" spc="-85" dirty="0">
                  <a:latin typeface="Verdana"/>
                  <a:cs typeface="Verdana"/>
                </a:rPr>
                <a:t>1</a:t>
              </a:r>
              <a:r>
                <a:rPr lang="en-US" sz="1400" b="1" spc="-85" dirty="0">
                  <a:latin typeface="Verdana"/>
                  <a:cs typeface="Verdana"/>
                </a:rPr>
                <a:t>3.2</a:t>
              </a:r>
              <a:r>
                <a:rPr sz="1400" b="1" spc="-150" dirty="0">
                  <a:latin typeface="Verdana"/>
                  <a:cs typeface="Verdana"/>
                </a:rPr>
                <a:t> </a:t>
              </a:r>
              <a:r>
                <a:rPr sz="1000" dirty="0">
                  <a:latin typeface="Trebuchet MS"/>
                  <a:cs typeface="Trebuchet MS"/>
                </a:rPr>
                <a:t>Mn </a:t>
              </a:r>
              <a:r>
                <a:rPr sz="1000" spc="-25" dirty="0">
                  <a:latin typeface="Trebuchet MS"/>
                  <a:cs typeface="Trebuchet MS"/>
                </a:rPr>
                <a:t>Sft</a:t>
              </a:r>
              <a:endParaRPr sz="1000" dirty="0">
                <a:latin typeface="Trebuchet MS"/>
                <a:cs typeface="Trebuchet MS"/>
              </a:endParaRPr>
            </a:p>
          </p:txBody>
        </p:sp>
        <p:sp>
          <p:nvSpPr>
            <p:cNvPr id="398" name="Freeform 40"/>
            <p:cNvSpPr>
              <a:spLocks noEditPoints="1"/>
            </p:cNvSpPr>
            <p:nvPr/>
          </p:nvSpPr>
          <p:spPr bwMode="auto">
            <a:xfrm>
              <a:off x="8422186" y="906286"/>
              <a:ext cx="173392" cy="263500"/>
            </a:xfrm>
            <a:custGeom>
              <a:avLst/>
              <a:gdLst>
                <a:gd name="T0" fmla="*/ 128 w 255"/>
                <a:gd name="T1" fmla="*/ 46 h 386"/>
                <a:gd name="T2" fmla="*/ 102 w 255"/>
                <a:gd name="T3" fmla="*/ 50 h 386"/>
                <a:gd name="T4" fmla="*/ 79 w 255"/>
                <a:gd name="T5" fmla="*/ 62 h 386"/>
                <a:gd name="T6" fmla="*/ 60 w 255"/>
                <a:gd name="T7" fmla="*/ 80 h 386"/>
                <a:gd name="T8" fmla="*/ 49 w 255"/>
                <a:gd name="T9" fmla="*/ 102 h 386"/>
                <a:gd name="T10" fmla="*/ 44 w 255"/>
                <a:gd name="T11" fmla="*/ 129 h 386"/>
                <a:gd name="T12" fmla="*/ 49 w 255"/>
                <a:gd name="T13" fmla="*/ 155 h 386"/>
                <a:gd name="T14" fmla="*/ 60 w 255"/>
                <a:gd name="T15" fmla="*/ 178 h 386"/>
                <a:gd name="T16" fmla="*/ 79 w 255"/>
                <a:gd name="T17" fmla="*/ 196 h 386"/>
                <a:gd name="T18" fmla="*/ 102 w 255"/>
                <a:gd name="T19" fmla="*/ 208 h 386"/>
                <a:gd name="T20" fmla="*/ 128 w 255"/>
                <a:gd name="T21" fmla="*/ 213 h 386"/>
                <a:gd name="T22" fmla="*/ 155 w 255"/>
                <a:gd name="T23" fmla="*/ 208 h 386"/>
                <a:gd name="T24" fmla="*/ 178 w 255"/>
                <a:gd name="T25" fmla="*/ 196 h 386"/>
                <a:gd name="T26" fmla="*/ 195 w 255"/>
                <a:gd name="T27" fmla="*/ 178 h 386"/>
                <a:gd name="T28" fmla="*/ 208 w 255"/>
                <a:gd name="T29" fmla="*/ 155 h 386"/>
                <a:gd name="T30" fmla="*/ 211 w 255"/>
                <a:gd name="T31" fmla="*/ 129 h 386"/>
                <a:gd name="T32" fmla="*/ 208 w 255"/>
                <a:gd name="T33" fmla="*/ 102 h 386"/>
                <a:gd name="T34" fmla="*/ 195 w 255"/>
                <a:gd name="T35" fmla="*/ 80 h 386"/>
                <a:gd name="T36" fmla="*/ 178 w 255"/>
                <a:gd name="T37" fmla="*/ 62 h 386"/>
                <a:gd name="T38" fmla="*/ 155 w 255"/>
                <a:gd name="T39" fmla="*/ 50 h 386"/>
                <a:gd name="T40" fmla="*/ 128 w 255"/>
                <a:gd name="T41" fmla="*/ 46 h 386"/>
                <a:gd name="T42" fmla="*/ 128 w 255"/>
                <a:gd name="T43" fmla="*/ 0 h 386"/>
                <a:gd name="T44" fmla="*/ 162 w 255"/>
                <a:gd name="T45" fmla="*/ 6 h 386"/>
                <a:gd name="T46" fmla="*/ 192 w 255"/>
                <a:gd name="T47" fmla="*/ 18 h 386"/>
                <a:gd name="T48" fmla="*/ 218 w 255"/>
                <a:gd name="T49" fmla="*/ 39 h 386"/>
                <a:gd name="T50" fmla="*/ 239 w 255"/>
                <a:gd name="T51" fmla="*/ 65 h 386"/>
                <a:gd name="T52" fmla="*/ 252 w 255"/>
                <a:gd name="T53" fmla="*/ 95 h 386"/>
                <a:gd name="T54" fmla="*/ 255 w 255"/>
                <a:gd name="T55" fmla="*/ 129 h 386"/>
                <a:gd name="T56" fmla="*/ 252 w 255"/>
                <a:gd name="T57" fmla="*/ 162 h 386"/>
                <a:gd name="T58" fmla="*/ 239 w 255"/>
                <a:gd name="T59" fmla="*/ 192 h 386"/>
                <a:gd name="T60" fmla="*/ 139 w 255"/>
                <a:gd name="T61" fmla="*/ 379 h 386"/>
                <a:gd name="T62" fmla="*/ 135 w 255"/>
                <a:gd name="T63" fmla="*/ 382 h 386"/>
                <a:gd name="T64" fmla="*/ 132 w 255"/>
                <a:gd name="T65" fmla="*/ 384 h 386"/>
                <a:gd name="T66" fmla="*/ 128 w 255"/>
                <a:gd name="T67" fmla="*/ 386 h 386"/>
                <a:gd name="T68" fmla="*/ 123 w 255"/>
                <a:gd name="T69" fmla="*/ 384 h 386"/>
                <a:gd name="T70" fmla="*/ 120 w 255"/>
                <a:gd name="T71" fmla="*/ 382 h 386"/>
                <a:gd name="T72" fmla="*/ 116 w 255"/>
                <a:gd name="T73" fmla="*/ 379 h 386"/>
                <a:gd name="T74" fmla="*/ 18 w 255"/>
                <a:gd name="T75" fmla="*/ 192 h 386"/>
                <a:gd name="T76" fmla="*/ 5 w 255"/>
                <a:gd name="T77" fmla="*/ 162 h 386"/>
                <a:gd name="T78" fmla="*/ 0 w 255"/>
                <a:gd name="T79" fmla="*/ 129 h 386"/>
                <a:gd name="T80" fmla="*/ 4 w 255"/>
                <a:gd name="T81" fmla="*/ 95 h 386"/>
                <a:gd name="T82" fmla="*/ 18 w 255"/>
                <a:gd name="T83" fmla="*/ 65 h 386"/>
                <a:gd name="T84" fmla="*/ 37 w 255"/>
                <a:gd name="T85" fmla="*/ 39 h 386"/>
                <a:gd name="T86" fmla="*/ 63 w 255"/>
                <a:gd name="T87" fmla="*/ 18 h 386"/>
                <a:gd name="T88" fmla="*/ 93 w 255"/>
                <a:gd name="T89" fmla="*/ 6 h 386"/>
                <a:gd name="T90" fmla="*/ 128 w 255"/>
                <a:gd name="T91" fmla="*/ 0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5" h="386">
                  <a:moveTo>
                    <a:pt x="128" y="46"/>
                  </a:moveTo>
                  <a:lnTo>
                    <a:pt x="102" y="50"/>
                  </a:lnTo>
                  <a:lnTo>
                    <a:pt x="79" y="62"/>
                  </a:lnTo>
                  <a:lnTo>
                    <a:pt x="60" y="80"/>
                  </a:lnTo>
                  <a:lnTo>
                    <a:pt x="49" y="102"/>
                  </a:lnTo>
                  <a:lnTo>
                    <a:pt x="44" y="129"/>
                  </a:lnTo>
                  <a:lnTo>
                    <a:pt x="49" y="155"/>
                  </a:lnTo>
                  <a:lnTo>
                    <a:pt x="60" y="178"/>
                  </a:lnTo>
                  <a:lnTo>
                    <a:pt x="79" y="196"/>
                  </a:lnTo>
                  <a:lnTo>
                    <a:pt x="102" y="208"/>
                  </a:lnTo>
                  <a:lnTo>
                    <a:pt x="128" y="213"/>
                  </a:lnTo>
                  <a:lnTo>
                    <a:pt x="155" y="208"/>
                  </a:lnTo>
                  <a:lnTo>
                    <a:pt x="178" y="196"/>
                  </a:lnTo>
                  <a:lnTo>
                    <a:pt x="195" y="178"/>
                  </a:lnTo>
                  <a:lnTo>
                    <a:pt x="208" y="155"/>
                  </a:lnTo>
                  <a:lnTo>
                    <a:pt x="211" y="129"/>
                  </a:lnTo>
                  <a:lnTo>
                    <a:pt x="208" y="102"/>
                  </a:lnTo>
                  <a:lnTo>
                    <a:pt x="195" y="80"/>
                  </a:lnTo>
                  <a:lnTo>
                    <a:pt x="178" y="62"/>
                  </a:lnTo>
                  <a:lnTo>
                    <a:pt x="155" y="50"/>
                  </a:lnTo>
                  <a:lnTo>
                    <a:pt x="128" y="46"/>
                  </a:lnTo>
                  <a:close/>
                  <a:moveTo>
                    <a:pt x="128" y="0"/>
                  </a:moveTo>
                  <a:lnTo>
                    <a:pt x="162" y="6"/>
                  </a:lnTo>
                  <a:lnTo>
                    <a:pt x="192" y="18"/>
                  </a:lnTo>
                  <a:lnTo>
                    <a:pt x="218" y="39"/>
                  </a:lnTo>
                  <a:lnTo>
                    <a:pt x="239" y="65"/>
                  </a:lnTo>
                  <a:lnTo>
                    <a:pt x="252" y="95"/>
                  </a:lnTo>
                  <a:lnTo>
                    <a:pt x="255" y="129"/>
                  </a:lnTo>
                  <a:lnTo>
                    <a:pt x="252" y="162"/>
                  </a:lnTo>
                  <a:lnTo>
                    <a:pt x="239" y="192"/>
                  </a:lnTo>
                  <a:lnTo>
                    <a:pt x="139" y="379"/>
                  </a:lnTo>
                  <a:lnTo>
                    <a:pt x="135" y="382"/>
                  </a:lnTo>
                  <a:lnTo>
                    <a:pt x="132" y="384"/>
                  </a:lnTo>
                  <a:lnTo>
                    <a:pt x="128" y="386"/>
                  </a:lnTo>
                  <a:lnTo>
                    <a:pt x="123" y="384"/>
                  </a:lnTo>
                  <a:lnTo>
                    <a:pt x="120" y="382"/>
                  </a:lnTo>
                  <a:lnTo>
                    <a:pt x="116" y="379"/>
                  </a:lnTo>
                  <a:lnTo>
                    <a:pt x="18" y="192"/>
                  </a:lnTo>
                  <a:lnTo>
                    <a:pt x="5" y="162"/>
                  </a:lnTo>
                  <a:lnTo>
                    <a:pt x="0" y="129"/>
                  </a:lnTo>
                  <a:lnTo>
                    <a:pt x="4" y="95"/>
                  </a:lnTo>
                  <a:lnTo>
                    <a:pt x="18" y="65"/>
                  </a:lnTo>
                  <a:lnTo>
                    <a:pt x="37" y="39"/>
                  </a:lnTo>
                  <a:lnTo>
                    <a:pt x="63" y="18"/>
                  </a:lnTo>
                  <a:lnTo>
                    <a:pt x="93" y="6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807" tIns="60904" rIns="121807" bIns="60904" numCol="1" anchor="t" anchorCtr="0" compatLnSpc="1">
              <a:prstTxWarp prst="textNoShape">
                <a:avLst/>
              </a:prstTxWarp>
            </a:bodyPr>
            <a:lstStyle/>
            <a:p>
              <a:endParaRPr lang="en-US" sz="2398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0180959" y="5401668"/>
            <a:ext cx="1582166" cy="488780"/>
            <a:chOff x="10432534" y="787061"/>
            <a:chExt cx="1582166" cy="488780"/>
          </a:xfrm>
        </p:grpSpPr>
        <p:sp>
          <p:nvSpPr>
            <p:cNvPr id="316" name="object 16"/>
            <p:cNvSpPr txBox="1"/>
            <p:nvPr/>
          </p:nvSpPr>
          <p:spPr>
            <a:xfrm>
              <a:off x="10912975" y="787061"/>
              <a:ext cx="1101725" cy="428964"/>
            </a:xfrm>
            <a:prstGeom prst="rect">
              <a:avLst/>
            </a:prstGeom>
          </p:spPr>
          <p:txBody>
            <a:bodyPr vert="horz" wrap="square" lIns="0" tIns="3111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245"/>
                </a:spcBef>
              </a:pPr>
              <a:r>
                <a:rPr sz="1000" b="1" i="1" spc="-40" dirty="0">
                  <a:latin typeface="Trebuchet MS"/>
                  <a:cs typeface="Trebuchet MS"/>
                </a:rPr>
                <a:t>Average</a:t>
              </a:r>
              <a:r>
                <a:rPr sz="1000" b="1" i="1" spc="-25" dirty="0">
                  <a:latin typeface="Trebuchet MS"/>
                  <a:cs typeface="Trebuchet MS"/>
                </a:rPr>
                <a:t> </a:t>
              </a:r>
              <a:r>
                <a:rPr sz="1000" b="1" i="1" spc="-10" dirty="0">
                  <a:latin typeface="Trebuchet MS"/>
                  <a:cs typeface="Trebuchet MS"/>
                </a:rPr>
                <a:t>Rental</a:t>
              </a:r>
              <a:endParaRPr sz="1000" dirty="0">
                <a:latin typeface="Trebuchet MS"/>
                <a:cs typeface="Trebuchet MS"/>
              </a:endParaRPr>
            </a:p>
            <a:p>
              <a:pPr marL="12700">
                <a:lnSpc>
                  <a:spcPts val="1670"/>
                </a:lnSpc>
                <a:spcBef>
                  <a:spcPts val="219"/>
                </a:spcBef>
              </a:pPr>
              <a:r>
                <a:rPr sz="1400" b="1" spc="-80" dirty="0">
                  <a:latin typeface="Verdana"/>
                  <a:cs typeface="Verdana"/>
                </a:rPr>
                <a:t>9</a:t>
              </a:r>
              <a:r>
                <a:rPr lang="en-US" sz="1400" b="1" spc="-80" dirty="0">
                  <a:latin typeface="Verdana"/>
                  <a:cs typeface="Verdana"/>
                </a:rPr>
                <a:t>5</a:t>
              </a:r>
              <a:r>
                <a:rPr sz="1400" b="1" spc="-150" dirty="0">
                  <a:latin typeface="Verdana"/>
                  <a:cs typeface="Verdana"/>
                </a:rPr>
                <a:t> </a:t>
              </a:r>
              <a:r>
                <a:rPr sz="900" dirty="0">
                  <a:latin typeface="Trebuchet MS"/>
                  <a:cs typeface="Trebuchet MS"/>
                </a:rPr>
                <a:t>INR</a:t>
              </a:r>
              <a:r>
                <a:rPr sz="900" spc="-5" dirty="0">
                  <a:latin typeface="Trebuchet MS"/>
                  <a:cs typeface="Trebuchet MS"/>
                </a:rPr>
                <a:t> </a:t>
              </a:r>
              <a:r>
                <a:rPr sz="900" spc="-10" dirty="0">
                  <a:latin typeface="Trebuchet MS"/>
                  <a:cs typeface="Trebuchet MS"/>
                </a:rPr>
                <a:t>/Sft/Month</a:t>
              </a:r>
              <a:endParaRPr sz="900" dirty="0">
                <a:latin typeface="Trebuchet MS"/>
                <a:cs typeface="Trebuchet MS"/>
              </a:endParaRPr>
            </a:p>
          </p:txBody>
        </p:sp>
        <p:sp>
          <p:nvSpPr>
            <p:cNvPr id="318" name="object 18"/>
            <p:cNvSpPr/>
            <p:nvPr/>
          </p:nvSpPr>
          <p:spPr>
            <a:xfrm>
              <a:off x="10432534" y="850391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598" y="0"/>
                  </a:moveTo>
                  <a:lnTo>
                    <a:pt x="163832" y="5611"/>
                  </a:lnTo>
                  <a:lnTo>
                    <a:pt x="119076" y="21598"/>
                  </a:lnTo>
                  <a:lnTo>
                    <a:pt x="79603" y="46686"/>
                  </a:lnTo>
                  <a:lnTo>
                    <a:pt x="46686" y="79603"/>
                  </a:lnTo>
                  <a:lnTo>
                    <a:pt x="21598" y="119076"/>
                  </a:lnTo>
                  <a:lnTo>
                    <a:pt x="5611" y="163832"/>
                  </a:lnTo>
                  <a:lnTo>
                    <a:pt x="0" y="212598"/>
                  </a:lnTo>
                  <a:lnTo>
                    <a:pt x="5611" y="261363"/>
                  </a:lnTo>
                  <a:lnTo>
                    <a:pt x="21598" y="306119"/>
                  </a:lnTo>
                  <a:lnTo>
                    <a:pt x="46686" y="345592"/>
                  </a:lnTo>
                  <a:lnTo>
                    <a:pt x="79603" y="378509"/>
                  </a:lnTo>
                  <a:lnTo>
                    <a:pt x="119076" y="403597"/>
                  </a:lnTo>
                  <a:lnTo>
                    <a:pt x="163832" y="419584"/>
                  </a:lnTo>
                  <a:lnTo>
                    <a:pt x="212598" y="425196"/>
                  </a:lnTo>
                  <a:lnTo>
                    <a:pt x="261363" y="419584"/>
                  </a:lnTo>
                  <a:lnTo>
                    <a:pt x="306119" y="403597"/>
                  </a:lnTo>
                  <a:lnTo>
                    <a:pt x="345592" y="378509"/>
                  </a:lnTo>
                  <a:lnTo>
                    <a:pt x="378509" y="345592"/>
                  </a:lnTo>
                  <a:lnTo>
                    <a:pt x="403597" y="306119"/>
                  </a:lnTo>
                  <a:lnTo>
                    <a:pt x="419584" y="261363"/>
                  </a:lnTo>
                  <a:lnTo>
                    <a:pt x="425196" y="212598"/>
                  </a:lnTo>
                  <a:lnTo>
                    <a:pt x="419584" y="163832"/>
                  </a:lnTo>
                  <a:lnTo>
                    <a:pt x="403597" y="119076"/>
                  </a:lnTo>
                  <a:lnTo>
                    <a:pt x="378509" y="79603"/>
                  </a:lnTo>
                  <a:lnTo>
                    <a:pt x="345592" y="46686"/>
                  </a:lnTo>
                  <a:lnTo>
                    <a:pt x="306119" y="21598"/>
                  </a:lnTo>
                  <a:lnTo>
                    <a:pt x="261363" y="5611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CB3D3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grpSp>
          <p:nvGrpSpPr>
            <p:cNvPr id="399" name="Group 398"/>
            <p:cNvGrpSpPr/>
            <p:nvPr/>
          </p:nvGrpSpPr>
          <p:grpSpPr>
            <a:xfrm>
              <a:off x="10529225" y="966678"/>
              <a:ext cx="219450" cy="200462"/>
              <a:chOff x="6443306" y="1077913"/>
              <a:chExt cx="328617" cy="330200"/>
            </a:xfrm>
            <a:solidFill>
              <a:schemeClr val="bg1"/>
            </a:solidFill>
          </p:grpSpPr>
          <p:sp>
            <p:nvSpPr>
              <p:cNvPr id="400" name="Freeform 24"/>
              <p:cNvSpPr>
                <a:spLocks/>
              </p:cNvSpPr>
              <p:nvPr/>
            </p:nvSpPr>
            <p:spPr bwMode="auto">
              <a:xfrm>
                <a:off x="6443306" y="1077913"/>
                <a:ext cx="328613" cy="330200"/>
              </a:xfrm>
              <a:custGeom>
                <a:avLst/>
                <a:gdLst>
                  <a:gd name="T0" fmla="*/ 19 w 415"/>
                  <a:gd name="T1" fmla="*/ 0 h 417"/>
                  <a:gd name="T2" fmla="*/ 25 w 415"/>
                  <a:gd name="T3" fmla="*/ 1 h 417"/>
                  <a:gd name="T4" fmla="*/ 31 w 415"/>
                  <a:gd name="T5" fmla="*/ 3 h 417"/>
                  <a:gd name="T6" fmla="*/ 36 w 415"/>
                  <a:gd name="T7" fmla="*/ 9 h 417"/>
                  <a:gd name="T8" fmla="*/ 38 w 415"/>
                  <a:gd name="T9" fmla="*/ 15 h 417"/>
                  <a:gd name="T10" fmla="*/ 40 w 415"/>
                  <a:gd name="T11" fmla="*/ 21 h 417"/>
                  <a:gd name="T12" fmla="*/ 40 w 415"/>
                  <a:gd name="T13" fmla="*/ 376 h 417"/>
                  <a:gd name="T14" fmla="*/ 394 w 415"/>
                  <a:gd name="T15" fmla="*/ 376 h 417"/>
                  <a:gd name="T16" fmla="*/ 402 w 415"/>
                  <a:gd name="T17" fmla="*/ 376 h 417"/>
                  <a:gd name="T18" fmla="*/ 405 w 415"/>
                  <a:gd name="T19" fmla="*/ 380 h 417"/>
                  <a:gd name="T20" fmla="*/ 411 w 415"/>
                  <a:gd name="T21" fmla="*/ 384 h 417"/>
                  <a:gd name="T22" fmla="*/ 413 w 415"/>
                  <a:gd name="T23" fmla="*/ 390 h 417"/>
                  <a:gd name="T24" fmla="*/ 415 w 415"/>
                  <a:gd name="T25" fmla="*/ 396 h 417"/>
                  <a:gd name="T26" fmla="*/ 413 w 415"/>
                  <a:gd name="T27" fmla="*/ 401 h 417"/>
                  <a:gd name="T28" fmla="*/ 411 w 415"/>
                  <a:gd name="T29" fmla="*/ 407 h 417"/>
                  <a:gd name="T30" fmla="*/ 405 w 415"/>
                  <a:gd name="T31" fmla="*/ 413 h 417"/>
                  <a:gd name="T32" fmla="*/ 402 w 415"/>
                  <a:gd name="T33" fmla="*/ 415 h 417"/>
                  <a:gd name="T34" fmla="*/ 394 w 415"/>
                  <a:gd name="T35" fmla="*/ 417 h 417"/>
                  <a:gd name="T36" fmla="*/ 19 w 415"/>
                  <a:gd name="T37" fmla="*/ 417 h 417"/>
                  <a:gd name="T38" fmla="*/ 13 w 415"/>
                  <a:gd name="T39" fmla="*/ 415 h 417"/>
                  <a:gd name="T40" fmla="*/ 8 w 415"/>
                  <a:gd name="T41" fmla="*/ 413 h 417"/>
                  <a:gd name="T42" fmla="*/ 4 w 415"/>
                  <a:gd name="T43" fmla="*/ 407 h 417"/>
                  <a:gd name="T44" fmla="*/ 0 w 415"/>
                  <a:gd name="T45" fmla="*/ 401 h 417"/>
                  <a:gd name="T46" fmla="*/ 0 w 415"/>
                  <a:gd name="T47" fmla="*/ 396 h 417"/>
                  <a:gd name="T48" fmla="*/ 0 w 415"/>
                  <a:gd name="T49" fmla="*/ 21 h 417"/>
                  <a:gd name="T50" fmla="*/ 0 w 415"/>
                  <a:gd name="T51" fmla="*/ 15 h 417"/>
                  <a:gd name="T52" fmla="*/ 4 w 415"/>
                  <a:gd name="T53" fmla="*/ 9 h 417"/>
                  <a:gd name="T54" fmla="*/ 8 w 415"/>
                  <a:gd name="T55" fmla="*/ 3 h 417"/>
                  <a:gd name="T56" fmla="*/ 13 w 415"/>
                  <a:gd name="T57" fmla="*/ 1 h 417"/>
                  <a:gd name="T58" fmla="*/ 19 w 415"/>
                  <a:gd name="T59" fmla="*/ 0 h 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15" h="417">
                    <a:moveTo>
                      <a:pt x="19" y="0"/>
                    </a:moveTo>
                    <a:lnTo>
                      <a:pt x="25" y="1"/>
                    </a:lnTo>
                    <a:lnTo>
                      <a:pt x="31" y="3"/>
                    </a:lnTo>
                    <a:lnTo>
                      <a:pt x="36" y="9"/>
                    </a:lnTo>
                    <a:lnTo>
                      <a:pt x="38" y="15"/>
                    </a:lnTo>
                    <a:lnTo>
                      <a:pt x="40" y="21"/>
                    </a:lnTo>
                    <a:lnTo>
                      <a:pt x="40" y="376"/>
                    </a:lnTo>
                    <a:lnTo>
                      <a:pt x="394" y="376"/>
                    </a:lnTo>
                    <a:lnTo>
                      <a:pt x="402" y="376"/>
                    </a:lnTo>
                    <a:lnTo>
                      <a:pt x="405" y="380"/>
                    </a:lnTo>
                    <a:lnTo>
                      <a:pt x="411" y="384"/>
                    </a:lnTo>
                    <a:lnTo>
                      <a:pt x="413" y="390"/>
                    </a:lnTo>
                    <a:lnTo>
                      <a:pt x="415" y="396"/>
                    </a:lnTo>
                    <a:lnTo>
                      <a:pt x="413" y="401"/>
                    </a:lnTo>
                    <a:lnTo>
                      <a:pt x="411" y="407"/>
                    </a:lnTo>
                    <a:lnTo>
                      <a:pt x="405" y="413"/>
                    </a:lnTo>
                    <a:lnTo>
                      <a:pt x="402" y="415"/>
                    </a:lnTo>
                    <a:lnTo>
                      <a:pt x="394" y="417"/>
                    </a:lnTo>
                    <a:lnTo>
                      <a:pt x="19" y="417"/>
                    </a:lnTo>
                    <a:lnTo>
                      <a:pt x="13" y="415"/>
                    </a:lnTo>
                    <a:lnTo>
                      <a:pt x="8" y="413"/>
                    </a:lnTo>
                    <a:lnTo>
                      <a:pt x="4" y="407"/>
                    </a:lnTo>
                    <a:lnTo>
                      <a:pt x="0" y="401"/>
                    </a:lnTo>
                    <a:lnTo>
                      <a:pt x="0" y="396"/>
                    </a:lnTo>
                    <a:lnTo>
                      <a:pt x="0" y="21"/>
                    </a:lnTo>
                    <a:lnTo>
                      <a:pt x="0" y="15"/>
                    </a:lnTo>
                    <a:lnTo>
                      <a:pt x="4" y="9"/>
                    </a:lnTo>
                    <a:lnTo>
                      <a:pt x="8" y="3"/>
                    </a:lnTo>
                    <a:lnTo>
                      <a:pt x="13" y="1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401" name="Freeform 25"/>
              <p:cNvSpPr>
                <a:spLocks/>
              </p:cNvSpPr>
              <p:nvPr/>
            </p:nvSpPr>
            <p:spPr bwMode="auto">
              <a:xfrm>
                <a:off x="6490935" y="1098550"/>
                <a:ext cx="280988" cy="252413"/>
              </a:xfrm>
              <a:custGeom>
                <a:avLst/>
                <a:gdLst>
                  <a:gd name="T0" fmla="*/ 318 w 354"/>
                  <a:gd name="T1" fmla="*/ 0 h 318"/>
                  <a:gd name="T2" fmla="*/ 337 w 354"/>
                  <a:gd name="T3" fmla="*/ 4 h 318"/>
                  <a:gd name="T4" fmla="*/ 348 w 354"/>
                  <a:gd name="T5" fmla="*/ 18 h 318"/>
                  <a:gd name="T6" fmla="*/ 354 w 354"/>
                  <a:gd name="T7" fmla="*/ 35 h 318"/>
                  <a:gd name="T8" fmla="*/ 348 w 354"/>
                  <a:gd name="T9" fmla="*/ 52 h 318"/>
                  <a:gd name="T10" fmla="*/ 337 w 354"/>
                  <a:gd name="T11" fmla="*/ 65 h 318"/>
                  <a:gd name="T12" fmla="*/ 318 w 354"/>
                  <a:gd name="T13" fmla="*/ 71 h 318"/>
                  <a:gd name="T14" fmla="*/ 314 w 354"/>
                  <a:gd name="T15" fmla="*/ 69 h 318"/>
                  <a:gd name="T16" fmla="*/ 249 w 354"/>
                  <a:gd name="T17" fmla="*/ 178 h 318"/>
                  <a:gd name="T18" fmla="*/ 253 w 354"/>
                  <a:gd name="T19" fmla="*/ 186 h 318"/>
                  <a:gd name="T20" fmla="*/ 253 w 354"/>
                  <a:gd name="T21" fmla="*/ 195 h 318"/>
                  <a:gd name="T22" fmla="*/ 249 w 354"/>
                  <a:gd name="T23" fmla="*/ 213 h 318"/>
                  <a:gd name="T24" fmla="*/ 235 w 354"/>
                  <a:gd name="T25" fmla="*/ 226 h 318"/>
                  <a:gd name="T26" fmla="*/ 218 w 354"/>
                  <a:gd name="T27" fmla="*/ 230 h 318"/>
                  <a:gd name="T28" fmla="*/ 201 w 354"/>
                  <a:gd name="T29" fmla="*/ 226 h 318"/>
                  <a:gd name="T30" fmla="*/ 188 w 354"/>
                  <a:gd name="T31" fmla="*/ 213 h 318"/>
                  <a:gd name="T32" fmla="*/ 182 w 354"/>
                  <a:gd name="T33" fmla="*/ 195 h 318"/>
                  <a:gd name="T34" fmla="*/ 184 w 354"/>
                  <a:gd name="T35" fmla="*/ 188 h 318"/>
                  <a:gd name="T36" fmla="*/ 128 w 354"/>
                  <a:gd name="T37" fmla="*/ 150 h 318"/>
                  <a:gd name="T38" fmla="*/ 123 w 354"/>
                  <a:gd name="T39" fmla="*/ 153 h 318"/>
                  <a:gd name="T40" fmla="*/ 117 w 354"/>
                  <a:gd name="T41" fmla="*/ 157 h 318"/>
                  <a:gd name="T42" fmla="*/ 109 w 354"/>
                  <a:gd name="T43" fmla="*/ 161 h 318"/>
                  <a:gd name="T44" fmla="*/ 102 w 354"/>
                  <a:gd name="T45" fmla="*/ 161 h 318"/>
                  <a:gd name="T46" fmla="*/ 100 w 354"/>
                  <a:gd name="T47" fmla="*/ 161 h 318"/>
                  <a:gd name="T48" fmla="*/ 60 w 354"/>
                  <a:gd name="T49" fmla="*/ 257 h 318"/>
                  <a:gd name="T50" fmla="*/ 65 w 354"/>
                  <a:gd name="T51" fmla="*/ 264 h 318"/>
                  <a:gd name="T52" fmla="*/ 69 w 354"/>
                  <a:gd name="T53" fmla="*/ 272 h 318"/>
                  <a:gd name="T54" fmla="*/ 71 w 354"/>
                  <a:gd name="T55" fmla="*/ 282 h 318"/>
                  <a:gd name="T56" fmla="*/ 65 w 354"/>
                  <a:gd name="T57" fmla="*/ 301 h 318"/>
                  <a:gd name="T58" fmla="*/ 54 w 354"/>
                  <a:gd name="T59" fmla="*/ 312 h 318"/>
                  <a:gd name="T60" fmla="*/ 35 w 354"/>
                  <a:gd name="T61" fmla="*/ 318 h 318"/>
                  <a:gd name="T62" fmla="*/ 17 w 354"/>
                  <a:gd name="T63" fmla="*/ 312 h 318"/>
                  <a:gd name="T64" fmla="*/ 6 w 354"/>
                  <a:gd name="T65" fmla="*/ 301 h 318"/>
                  <a:gd name="T66" fmla="*/ 0 w 354"/>
                  <a:gd name="T67" fmla="*/ 282 h 318"/>
                  <a:gd name="T68" fmla="*/ 6 w 354"/>
                  <a:gd name="T69" fmla="*/ 264 h 318"/>
                  <a:gd name="T70" fmla="*/ 17 w 354"/>
                  <a:gd name="T71" fmla="*/ 251 h 318"/>
                  <a:gd name="T72" fmla="*/ 35 w 354"/>
                  <a:gd name="T73" fmla="*/ 247 h 318"/>
                  <a:gd name="T74" fmla="*/ 37 w 354"/>
                  <a:gd name="T75" fmla="*/ 247 h 318"/>
                  <a:gd name="T76" fmla="*/ 77 w 354"/>
                  <a:gd name="T77" fmla="*/ 150 h 318"/>
                  <a:gd name="T78" fmla="*/ 71 w 354"/>
                  <a:gd name="T79" fmla="*/ 144 h 318"/>
                  <a:gd name="T80" fmla="*/ 67 w 354"/>
                  <a:gd name="T81" fmla="*/ 134 h 318"/>
                  <a:gd name="T82" fmla="*/ 67 w 354"/>
                  <a:gd name="T83" fmla="*/ 127 h 318"/>
                  <a:gd name="T84" fmla="*/ 71 w 354"/>
                  <a:gd name="T85" fmla="*/ 107 h 318"/>
                  <a:gd name="T86" fmla="*/ 84 w 354"/>
                  <a:gd name="T87" fmla="*/ 96 h 318"/>
                  <a:gd name="T88" fmla="*/ 102 w 354"/>
                  <a:gd name="T89" fmla="*/ 90 h 318"/>
                  <a:gd name="T90" fmla="*/ 119 w 354"/>
                  <a:gd name="T91" fmla="*/ 96 h 318"/>
                  <a:gd name="T92" fmla="*/ 132 w 354"/>
                  <a:gd name="T93" fmla="*/ 107 h 318"/>
                  <a:gd name="T94" fmla="*/ 138 w 354"/>
                  <a:gd name="T95" fmla="*/ 125 h 318"/>
                  <a:gd name="T96" fmla="*/ 197 w 354"/>
                  <a:gd name="T97" fmla="*/ 167 h 318"/>
                  <a:gd name="T98" fmla="*/ 203 w 354"/>
                  <a:gd name="T99" fmla="*/ 163 h 318"/>
                  <a:gd name="T100" fmla="*/ 211 w 354"/>
                  <a:gd name="T101" fmla="*/ 161 h 318"/>
                  <a:gd name="T102" fmla="*/ 218 w 354"/>
                  <a:gd name="T103" fmla="*/ 161 h 318"/>
                  <a:gd name="T104" fmla="*/ 224 w 354"/>
                  <a:gd name="T105" fmla="*/ 161 h 318"/>
                  <a:gd name="T106" fmla="*/ 230 w 354"/>
                  <a:gd name="T107" fmla="*/ 163 h 318"/>
                  <a:gd name="T108" fmla="*/ 293 w 354"/>
                  <a:gd name="T109" fmla="*/ 58 h 318"/>
                  <a:gd name="T110" fmla="*/ 287 w 354"/>
                  <a:gd name="T111" fmla="*/ 52 h 318"/>
                  <a:gd name="T112" fmla="*/ 285 w 354"/>
                  <a:gd name="T113" fmla="*/ 44 h 318"/>
                  <a:gd name="T114" fmla="*/ 283 w 354"/>
                  <a:gd name="T115" fmla="*/ 35 h 318"/>
                  <a:gd name="T116" fmla="*/ 287 w 354"/>
                  <a:gd name="T117" fmla="*/ 18 h 318"/>
                  <a:gd name="T118" fmla="*/ 300 w 354"/>
                  <a:gd name="T119" fmla="*/ 4 h 318"/>
                  <a:gd name="T120" fmla="*/ 318 w 354"/>
                  <a:gd name="T121" fmla="*/ 0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54" h="318">
                    <a:moveTo>
                      <a:pt x="318" y="0"/>
                    </a:moveTo>
                    <a:lnTo>
                      <a:pt x="337" y="4"/>
                    </a:lnTo>
                    <a:lnTo>
                      <a:pt x="348" y="18"/>
                    </a:lnTo>
                    <a:lnTo>
                      <a:pt x="354" y="35"/>
                    </a:lnTo>
                    <a:lnTo>
                      <a:pt x="348" y="52"/>
                    </a:lnTo>
                    <a:lnTo>
                      <a:pt x="337" y="65"/>
                    </a:lnTo>
                    <a:lnTo>
                      <a:pt x="318" y="71"/>
                    </a:lnTo>
                    <a:lnTo>
                      <a:pt x="314" y="69"/>
                    </a:lnTo>
                    <a:lnTo>
                      <a:pt x="249" y="178"/>
                    </a:lnTo>
                    <a:lnTo>
                      <a:pt x="253" y="186"/>
                    </a:lnTo>
                    <a:lnTo>
                      <a:pt x="253" y="195"/>
                    </a:lnTo>
                    <a:lnTo>
                      <a:pt x="249" y="213"/>
                    </a:lnTo>
                    <a:lnTo>
                      <a:pt x="235" y="226"/>
                    </a:lnTo>
                    <a:lnTo>
                      <a:pt x="218" y="230"/>
                    </a:lnTo>
                    <a:lnTo>
                      <a:pt x="201" y="226"/>
                    </a:lnTo>
                    <a:lnTo>
                      <a:pt x="188" y="213"/>
                    </a:lnTo>
                    <a:lnTo>
                      <a:pt x="182" y="195"/>
                    </a:lnTo>
                    <a:lnTo>
                      <a:pt x="184" y="188"/>
                    </a:lnTo>
                    <a:lnTo>
                      <a:pt x="128" y="150"/>
                    </a:lnTo>
                    <a:lnTo>
                      <a:pt x="123" y="153"/>
                    </a:lnTo>
                    <a:lnTo>
                      <a:pt x="117" y="157"/>
                    </a:lnTo>
                    <a:lnTo>
                      <a:pt x="109" y="161"/>
                    </a:lnTo>
                    <a:lnTo>
                      <a:pt x="102" y="161"/>
                    </a:lnTo>
                    <a:lnTo>
                      <a:pt x="100" y="161"/>
                    </a:lnTo>
                    <a:lnTo>
                      <a:pt x="60" y="257"/>
                    </a:lnTo>
                    <a:lnTo>
                      <a:pt x="65" y="264"/>
                    </a:lnTo>
                    <a:lnTo>
                      <a:pt x="69" y="272"/>
                    </a:lnTo>
                    <a:lnTo>
                      <a:pt x="71" y="282"/>
                    </a:lnTo>
                    <a:lnTo>
                      <a:pt x="65" y="301"/>
                    </a:lnTo>
                    <a:lnTo>
                      <a:pt x="54" y="312"/>
                    </a:lnTo>
                    <a:lnTo>
                      <a:pt x="35" y="318"/>
                    </a:lnTo>
                    <a:lnTo>
                      <a:pt x="17" y="312"/>
                    </a:lnTo>
                    <a:lnTo>
                      <a:pt x="6" y="301"/>
                    </a:lnTo>
                    <a:lnTo>
                      <a:pt x="0" y="282"/>
                    </a:lnTo>
                    <a:lnTo>
                      <a:pt x="6" y="264"/>
                    </a:lnTo>
                    <a:lnTo>
                      <a:pt x="17" y="251"/>
                    </a:lnTo>
                    <a:lnTo>
                      <a:pt x="35" y="247"/>
                    </a:lnTo>
                    <a:lnTo>
                      <a:pt x="37" y="247"/>
                    </a:lnTo>
                    <a:lnTo>
                      <a:pt x="77" y="150"/>
                    </a:lnTo>
                    <a:lnTo>
                      <a:pt x="71" y="144"/>
                    </a:lnTo>
                    <a:lnTo>
                      <a:pt x="67" y="134"/>
                    </a:lnTo>
                    <a:lnTo>
                      <a:pt x="67" y="127"/>
                    </a:lnTo>
                    <a:lnTo>
                      <a:pt x="71" y="107"/>
                    </a:lnTo>
                    <a:lnTo>
                      <a:pt x="84" y="96"/>
                    </a:lnTo>
                    <a:lnTo>
                      <a:pt x="102" y="90"/>
                    </a:lnTo>
                    <a:lnTo>
                      <a:pt x="119" y="96"/>
                    </a:lnTo>
                    <a:lnTo>
                      <a:pt x="132" y="107"/>
                    </a:lnTo>
                    <a:lnTo>
                      <a:pt x="138" y="125"/>
                    </a:lnTo>
                    <a:lnTo>
                      <a:pt x="197" y="167"/>
                    </a:lnTo>
                    <a:lnTo>
                      <a:pt x="203" y="163"/>
                    </a:lnTo>
                    <a:lnTo>
                      <a:pt x="211" y="161"/>
                    </a:lnTo>
                    <a:lnTo>
                      <a:pt x="218" y="161"/>
                    </a:lnTo>
                    <a:lnTo>
                      <a:pt x="224" y="161"/>
                    </a:lnTo>
                    <a:lnTo>
                      <a:pt x="230" y="163"/>
                    </a:lnTo>
                    <a:lnTo>
                      <a:pt x="293" y="58"/>
                    </a:lnTo>
                    <a:lnTo>
                      <a:pt x="287" y="52"/>
                    </a:lnTo>
                    <a:lnTo>
                      <a:pt x="285" y="44"/>
                    </a:lnTo>
                    <a:lnTo>
                      <a:pt x="283" y="35"/>
                    </a:lnTo>
                    <a:lnTo>
                      <a:pt x="287" y="18"/>
                    </a:lnTo>
                    <a:lnTo>
                      <a:pt x="300" y="4"/>
                    </a:lnTo>
                    <a:lnTo>
                      <a:pt x="3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</p:grpSp>
      </p:grpSp>
      <p:graphicFrame>
        <p:nvGraphicFramePr>
          <p:cNvPr id="101" name="Table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611601"/>
              </p:ext>
            </p:extLst>
          </p:nvPr>
        </p:nvGraphicFramePr>
        <p:xfrm>
          <a:off x="3879276" y="665646"/>
          <a:ext cx="5509969" cy="5633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310">
                  <a:extLst>
                    <a:ext uri="{9D8B030D-6E8A-4147-A177-3AD203B41FA5}">
                      <a16:colId xmlns:a16="http://schemas.microsoft.com/office/drawing/2014/main" xmlns="" val="4284934723"/>
                    </a:ext>
                  </a:extLst>
                </a:gridCol>
                <a:gridCol w="962008">
                  <a:extLst>
                    <a:ext uri="{9D8B030D-6E8A-4147-A177-3AD203B41FA5}">
                      <a16:colId xmlns:a16="http://schemas.microsoft.com/office/drawing/2014/main" xmlns="" val="1425181713"/>
                    </a:ext>
                  </a:extLst>
                </a:gridCol>
                <a:gridCol w="1253765">
                  <a:extLst>
                    <a:ext uri="{9D8B030D-6E8A-4147-A177-3AD203B41FA5}">
                      <a16:colId xmlns:a16="http://schemas.microsoft.com/office/drawing/2014/main" xmlns="" val="2983468535"/>
                    </a:ext>
                  </a:extLst>
                </a:gridCol>
                <a:gridCol w="1366886">
                  <a:extLst>
                    <a:ext uri="{9D8B030D-6E8A-4147-A177-3AD203B41FA5}">
                      <a16:colId xmlns:a16="http://schemas.microsoft.com/office/drawing/2014/main" xmlns="" val="2410945039"/>
                    </a:ext>
                  </a:extLst>
                </a:gridCol>
              </a:tblGrid>
              <a:tr h="1117795">
                <a:tc>
                  <a:txBody>
                    <a:bodyPr/>
                    <a:lstStyle/>
                    <a:p>
                      <a:pPr algn="ctr"/>
                      <a:r>
                        <a:rPr lang="en-US" sz="1400" b="1" spc="-10" dirty="0">
                          <a:solidFill>
                            <a:schemeClr val="tx1"/>
                          </a:solidFill>
                          <a:latin typeface="+mn-lt"/>
                          <a:cs typeface="Trebuchet MS"/>
                        </a:rPr>
                        <a:t>Micromarket</a:t>
                      </a:r>
                      <a:endParaRPr 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Stock</a:t>
                      </a:r>
                    </a:p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(Mn Sft)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Vacancy</a:t>
                      </a:r>
                    </a:p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(Mn Sft (%)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Rental Range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001F5F"/>
                          </a:solidFill>
                          <a:latin typeface="+mn-lt"/>
                          <a:cs typeface="Trebuchet MS"/>
                        </a:rPr>
                        <a:t>(INR</a:t>
                      </a:r>
                      <a:r>
                        <a:rPr lang="en-US" sz="800" spc="-15" dirty="0">
                          <a:solidFill>
                            <a:srgbClr val="001F5F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lang="en-US" sz="800" spc="-30" dirty="0">
                          <a:solidFill>
                            <a:srgbClr val="001F5F"/>
                          </a:solidFill>
                          <a:latin typeface="+mn-lt"/>
                          <a:cs typeface="Trebuchet MS"/>
                        </a:rPr>
                        <a:t>/Sft/Month) </a:t>
                      </a:r>
                      <a:endParaRPr lang="en-US" sz="1400" dirty="0">
                        <a:latin typeface="+mn-lt"/>
                        <a:cs typeface="Trebuchet M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68147140"/>
                  </a:ext>
                </a:extLst>
              </a:tr>
              <a:tr h="7399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200" dirty="0">
                        <a:latin typeface="+mn-lt"/>
                        <a:cs typeface="Times New Roman"/>
                      </a:endParaRPr>
                    </a:p>
                    <a:p>
                      <a:pPr marL="91440" algn="l">
                        <a:lnSpc>
                          <a:spcPct val="100000"/>
                        </a:lnSpc>
                      </a:pPr>
                      <a:r>
                        <a:rPr sz="1200" b="1" i="1" spc="-65" dirty="0">
                          <a:solidFill>
                            <a:srgbClr val="00B050"/>
                          </a:solidFill>
                          <a:latin typeface="+mn-lt"/>
                          <a:cs typeface="Trebuchet MS"/>
                        </a:rPr>
                        <a:t>Central</a:t>
                      </a:r>
                      <a:r>
                        <a:rPr sz="1200" b="1" i="1" spc="-50" dirty="0">
                          <a:solidFill>
                            <a:srgbClr val="00B050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40" dirty="0">
                          <a:solidFill>
                            <a:srgbClr val="00B050"/>
                          </a:solidFill>
                          <a:latin typeface="+mn-lt"/>
                          <a:cs typeface="Trebuchet MS"/>
                        </a:rPr>
                        <a:t>Business</a:t>
                      </a:r>
                      <a:r>
                        <a:rPr sz="1200" b="1" i="1" spc="-35" dirty="0">
                          <a:solidFill>
                            <a:srgbClr val="00B050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10" dirty="0">
                          <a:solidFill>
                            <a:srgbClr val="00B050"/>
                          </a:solidFill>
                          <a:latin typeface="+mn-lt"/>
                          <a:cs typeface="Trebuchet MS"/>
                        </a:rPr>
                        <a:t>District</a:t>
                      </a:r>
                      <a:endParaRPr sz="1200" dirty="0">
                        <a:solidFill>
                          <a:srgbClr val="00B050"/>
                        </a:solidFill>
                        <a:latin typeface="+mn-lt"/>
                        <a:cs typeface="Trebuchet MS"/>
                      </a:endParaRPr>
                    </a:p>
                  </a:txBody>
                  <a:tcPr marL="0" marR="0" marT="7683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12.3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0.85 (6.9%)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lang="en-US" sz="120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9</a:t>
                      </a:r>
                      <a:r>
                        <a:rPr sz="120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0</a:t>
                      </a:r>
                      <a:r>
                        <a:rPr sz="1200" spc="-6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spc="28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–</a:t>
                      </a:r>
                      <a:r>
                        <a:rPr sz="1200" spc="-5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spc="-2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250</a:t>
                      </a:r>
                      <a:endParaRPr sz="1200" dirty="0">
                        <a:latin typeface="+mn-lt"/>
                        <a:cs typeface="Trebuchet MS"/>
                      </a:endParaRPr>
                    </a:p>
                  </a:txBody>
                  <a:tcPr marL="0" marR="0" marT="160655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80458561"/>
                  </a:ext>
                </a:extLst>
              </a:tr>
              <a:tr h="86481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1200" dirty="0">
                        <a:solidFill>
                          <a:srgbClr val="00B0F0"/>
                        </a:solidFill>
                        <a:latin typeface="+mn-lt"/>
                        <a:cs typeface="Times New Roman"/>
                      </a:endParaRPr>
                    </a:p>
                    <a:p>
                      <a:pPr marL="91440" algn="l">
                        <a:lnSpc>
                          <a:spcPct val="100000"/>
                        </a:lnSpc>
                      </a:pPr>
                      <a:r>
                        <a:rPr sz="1200" b="1" i="1" spc="-45" dirty="0">
                          <a:solidFill>
                            <a:srgbClr val="00B0F0"/>
                          </a:solidFill>
                          <a:latin typeface="+mn-lt"/>
                          <a:cs typeface="Trebuchet MS"/>
                        </a:rPr>
                        <a:t>Secondary</a:t>
                      </a:r>
                      <a:r>
                        <a:rPr sz="1200" b="1" i="1" spc="-60" dirty="0">
                          <a:solidFill>
                            <a:srgbClr val="00B0F0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40" dirty="0">
                          <a:solidFill>
                            <a:srgbClr val="00B0F0"/>
                          </a:solidFill>
                          <a:latin typeface="+mn-lt"/>
                          <a:cs typeface="Trebuchet MS"/>
                        </a:rPr>
                        <a:t>Business</a:t>
                      </a:r>
                      <a:r>
                        <a:rPr sz="1200" b="1" i="1" spc="-30" dirty="0">
                          <a:solidFill>
                            <a:srgbClr val="00B0F0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70" dirty="0">
                          <a:solidFill>
                            <a:srgbClr val="00B0F0"/>
                          </a:solidFill>
                          <a:latin typeface="+mn-lt"/>
                          <a:cs typeface="Trebuchet MS"/>
                        </a:rPr>
                        <a:t>District</a:t>
                      </a:r>
                      <a:r>
                        <a:rPr sz="1200" b="1" i="1" spc="-25" dirty="0">
                          <a:solidFill>
                            <a:srgbClr val="00B0F0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20" dirty="0">
                          <a:solidFill>
                            <a:srgbClr val="00B0F0"/>
                          </a:solidFill>
                          <a:latin typeface="+mn-lt"/>
                          <a:cs typeface="Trebuchet MS"/>
                        </a:rPr>
                        <a:t>City</a:t>
                      </a:r>
                      <a:endParaRPr sz="1200" dirty="0">
                        <a:solidFill>
                          <a:srgbClr val="00B0F0"/>
                        </a:solidFill>
                        <a:latin typeface="+mn-lt"/>
                        <a:cs typeface="Trebuchet MS"/>
                      </a:endParaRPr>
                    </a:p>
                  </a:txBody>
                  <a:tcPr marL="0" marR="0" marT="698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34.3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Trebuchet MS"/>
                        </a:rPr>
                        <a:t>5.07 (14.8%)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lang="en-US" sz="120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7</a:t>
                      </a:r>
                      <a:r>
                        <a:rPr sz="120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5</a:t>
                      </a:r>
                      <a:r>
                        <a:rPr sz="1200" spc="-6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spc="28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–</a:t>
                      </a:r>
                      <a:r>
                        <a:rPr sz="1200" spc="-5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spc="-2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17</a:t>
                      </a:r>
                      <a:r>
                        <a:rPr lang="en-US" sz="1200" spc="-2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5</a:t>
                      </a:r>
                      <a:endParaRPr sz="1200" dirty="0">
                        <a:latin typeface="+mn-lt"/>
                        <a:cs typeface="Trebuchet MS"/>
                      </a:endParaRPr>
                    </a:p>
                  </a:txBody>
                  <a:tcPr marL="0" marR="0" marT="15367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71177865"/>
                  </a:ext>
                </a:extLst>
              </a:tr>
              <a:tr h="7263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+mn-lt"/>
                        <a:cs typeface="Times New Roman"/>
                      </a:endParaRPr>
                    </a:p>
                    <a:p>
                      <a:pPr marL="91440" algn="l">
                        <a:lnSpc>
                          <a:spcPct val="100000"/>
                        </a:lnSpc>
                      </a:pPr>
                      <a:r>
                        <a:rPr sz="1200" b="1" i="1" spc="-75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+mn-lt"/>
                          <a:cs typeface="Trebuchet MS"/>
                        </a:rPr>
                        <a:t>Outer</a:t>
                      </a:r>
                      <a:r>
                        <a:rPr sz="1200" b="1" i="1" spc="-6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25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+mn-lt"/>
                          <a:cs typeface="Trebuchet MS"/>
                        </a:rPr>
                        <a:t>Ring</a:t>
                      </a:r>
                      <a:r>
                        <a:rPr sz="1200" b="1" i="1" spc="-55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2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+mn-lt"/>
                          <a:cs typeface="Trebuchet MS"/>
                        </a:rPr>
                        <a:t>Road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+mn-lt"/>
                        <a:cs typeface="Trebuchet MS"/>
                      </a:endParaRPr>
                    </a:p>
                  </a:txBody>
                  <a:tcPr marL="0" marR="0" marT="698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96.7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Trebuchet MS"/>
                        </a:rPr>
                        <a:t>13.5 (14%)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75</a:t>
                      </a:r>
                      <a:r>
                        <a:rPr sz="1200" spc="-6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spc="28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–</a:t>
                      </a:r>
                      <a:r>
                        <a:rPr sz="1200" spc="-5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spc="-2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120</a:t>
                      </a:r>
                      <a:endParaRPr sz="1200" dirty="0">
                        <a:latin typeface="+mn-lt"/>
                        <a:cs typeface="Trebuchet MS"/>
                      </a:endParaRPr>
                    </a:p>
                  </a:txBody>
                  <a:tcPr marL="0" marR="0" marT="15367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90974480"/>
                  </a:ext>
                </a:extLst>
              </a:tr>
              <a:tr h="73167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cs typeface="Times New Roman"/>
                      </a:endParaRPr>
                    </a:p>
                    <a:p>
                      <a:pPr marL="91440" algn="l">
                        <a:lnSpc>
                          <a:spcPct val="100000"/>
                        </a:lnSpc>
                      </a:pPr>
                      <a:r>
                        <a:rPr sz="1200" b="1" i="1" spc="-75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cs typeface="Trebuchet MS"/>
                        </a:rPr>
                        <a:t>Whitefield</a:t>
                      </a:r>
                      <a:r>
                        <a:rPr sz="1200" b="1" i="1" spc="-2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125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cs typeface="Trebuchet MS"/>
                        </a:rPr>
                        <a:t>&amp;</a:t>
                      </a:r>
                      <a:r>
                        <a:rPr sz="1200" b="1" i="1" spc="-3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1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cs typeface="Trebuchet MS"/>
                        </a:rPr>
                        <a:t>Brookefield</a:t>
                      </a:r>
                      <a:endParaRPr sz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cs typeface="Trebuchet MS"/>
                      </a:endParaRPr>
                    </a:p>
                  </a:txBody>
                  <a:tcPr marL="0" marR="0" marT="698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52.4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Trebuchet MS"/>
                        </a:rPr>
                        <a:t>11.6 (22.1%)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58</a:t>
                      </a:r>
                      <a:r>
                        <a:rPr sz="1200" spc="-6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spc="28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–</a:t>
                      </a:r>
                      <a:r>
                        <a:rPr sz="1200" spc="-5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spc="-2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85</a:t>
                      </a:r>
                      <a:endParaRPr sz="1200" dirty="0">
                        <a:latin typeface="+mn-lt"/>
                        <a:cs typeface="Trebuchet MS"/>
                      </a:endParaRPr>
                    </a:p>
                  </a:txBody>
                  <a:tcPr marL="0" marR="0" marT="15367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34947364"/>
                  </a:ext>
                </a:extLst>
              </a:tr>
              <a:tr h="7263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1200" dirty="0">
                        <a:solidFill>
                          <a:srgbClr val="92D050"/>
                        </a:solidFill>
                        <a:latin typeface="+mn-lt"/>
                        <a:cs typeface="Times New Roman"/>
                      </a:endParaRPr>
                    </a:p>
                    <a:p>
                      <a:pPr marL="91440" algn="l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i="1" spc="-55" dirty="0">
                          <a:solidFill>
                            <a:srgbClr val="92D050"/>
                          </a:solidFill>
                          <a:latin typeface="+mn-lt"/>
                          <a:cs typeface="Trebuchet MS"/>
                        </a:rPr>
                        <a:t>North</a:t>
                      </a:r>
                      <a:r>
                        <a:rPr sz="1200" b="1" i="1" spc="-65" dirty="0">
                          <a:solidFill>
                            <a:srgbClr val="92D050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10" dirty="0">
                          <a:solidFill>
                            <a:srgbClr val="92D050"/>
                          </a:solidFill>
                          <a:latin typeface="+mn-lt"/>
                          <a:cs typeface="Trebuchet MS"/>
                        </a:rPr>
                        <a:t>Bengaluru</a:t>
                      </a:r>
                      <a:endParaRPr sz="1200" dirty="0">
                        <a:solidFill>
                          <a:srgbClr val="92D050"/>
                        </a:solidFill>
                        <a:latin typeface="+mn-lt"/>
                        <a:cs typeface="Trebuchet MS"/>
                      </a:endParaRPr>
                    </a:p>
                  </a:txBody>
                  <a:tcPr marL="0" marR="0" marT="698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13.6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Trebuchet MS"/>
                        </a:rPr>
                        <a:t>5.1 (37.4%)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50</a:t>
                      </a:r>
                      <a:r>
                        <a:rPr sz="1200" spc="-6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spc="28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–</a:t>
                      </a:r>
                      <a:r>
                        <a:rPr sz="1200" spc="-5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spc="-2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85</a:t>
                      </a:r>
                      <a:endParaRPr sz="1200" dirty="0">
                        <a:latin typeface="+mn-lt"/>
                        <a:cs typeface="Trebuchet MS"/>
                      </a:endParaRPr>
                    </a:p>
                  </a:txBody>
                  <a:tcPr marL="0" marR="0" marT="15367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96407036"/>
                  </a:ext>
                </a:extLst>
              </a:tr>
              <a:tr h="7263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1200" dirty="0">
                        <a:latin typeface="+mn-lt"/>
                        <a:cs typeface="Times New Roman"/>
                      </a:endParaRPr>
                    </a:p>
                    <a:p>
                      <a:pPr marL="91440" algn="l">
                        <a:lnSpc>
                          <a:spcPct val="100000"/>
                        </a:lnSpc>
                      </a:pPr>
                      <a:r>
                        <a:rPr sz="1200" b="1" i="1" spc="-35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Trebuchet MS"/>
                        </a:rPr>
                        <a:t>South</a:t>
                      </a:r>
                      <a:r>
                        <a:rPr sz="1200" b="1" i="1" spc="-6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1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Trebuchet MS"/>
                        </a:rPr>
                        <a:t>Bengaluru</a:t>
                      </a:r>
                      <a:endParaRPr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Trebuchet MS"/>
                      </a:endParaRPr>
                    </a:p>
                  </a:txBody>
                  <a:tcPr marL="0" marR="0" marT="698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14.4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Trebuchet MS"/>
                        </a:rPr>
                        <a:t>1.9 (13.2%)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48</a:t>
                      </a:r>
                      <a:r>
                        <a:rPr sz="1200" spc="-6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spc="28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–</a:t>
                      </a:r>
                      <a:r>
                        <a:rPr sz="1200" spc="-5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spc="-2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75</a:t>
                      </a:r>
                      <a:endParaRPr sz="1200" dirty="0">
                        <a:latin typeface="+mn-lt"/>
                        <a:cs typeface="Trebuchet MS"/>
                      </a:endParaRPr>
                    </a:p>
                  </a:txBody>
                  <a:tcPr marL="0" marR="0" marT="15367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37227335"/>
                  </a:ext>
                </a:extLst>
              </a:tr>
            </a:tbl>
          </a:graphicData>
        </a:graphic>
      </p:graphicFrame>
      <p:sp>
        <p:nvSpPr>
          <p:cNvPr id="103" name="TextBox 14"/>
          <p:cNvSpPr txBox="1"/>
          <p:nvPr/>
        </p:nvSpPr>
        <p:spPr>
          <a:xfrm>
            <a:off x="343801" y="4388908"/>
            <a:ext cx="3176397" cy="2577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C00000"/>
                </a:solidFill>
                <a:latin typeface="Garamond" panose="02020404030301010803" pitchFamily="18" charset="0"/>
              </a:rPr>
              <a:t>Key Takeaways :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400" b="1" dirty="0">
              <a:solidFill>
                <a:srgbClr val="C00000"/>
              </a:solidFill>
              <a:latin typeface="Garamond" panose="02020404030301010803" pitchFamily="18" charset="0"/>
            </a:endParaRPr>
          </a:p>
          <a:p>
            <a:pPr marL="285750" indent="-28575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737373"/>
                </a:solidFill>
                <a:latin typeface="Garamond" panose="02020404030301010803" pitchFamily="18" charset="0"/>
              </a:rPr>
              <a:t>East Bengaluru (ORR &amp; Whitefield dominate more than 50% of the stock in Bengaluru</a:t>
            </a:r>
          </a:p>
          <a:p>
            <a:pPr marL="285750" indent="-28575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100" b="1" dirty="0">
              <a:solidFill>
                <a:srgbClr val="737373"/>
              </a:solidFill>
              <a:latin typeface="Garamond" panose="02020404030301010803" pitchFamily="18" charset="0"/>
            </a:endParaRPr>
          </a:p>
          <a:p>
            <a:pPr marL="285750" indent="-28575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737373"/>
                </a:solidFill>
                <a:latin typeface="Garamond" panose="02020404030301010803" pitchFamily="18" charset="0"/>
              </a:rPr>
              <a:t>Vacancy is highest in Whitefield &amp; Brookefield </a:t>
            </a:r>
          </a:p>
          <a:p>
            <a:pPr marL="285750" indent="-28575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100" b="1" dirty="0">
              <a:solidFill>
                <a:srgbClr val="737373"/>
              </a:solidFill>
              <a:latin typeface="Garamond" panose="02020404030301010803" pitchFamily="18" charset="0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400" b="1" dirty="0">
              <a:solidFill>
                <a:srgbClr val="737373"/>
              </a:solidFill>
              <a:latin typeface="Garamond" panose="02020404030301010803" pitchFamily="18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2386849" y="1200500"/>
            <a:ext cx="0" cy="524992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" name="Picture 10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305" y="62015"/>
            <a:ext cx="1993662" cy="41144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BD00A-B77F-4C9F-ABDE-325AEFB65BD8}" type="slidenum">
              <a:rPr lang="en-US" smtClean="0"/>
              <a:t>3</a:t>
            </a:fld>
            <a:endParaRPr lang="en-US" dirty="0"/>
          </a:p>
        </p:txBody>
      </p:sp>
      <p:pic>
        <p:nvPicPr>
          <p:cNvPr id="105" name="Picture 10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398" y="59905"/>
            <a:ext cx="504622" cy="5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32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 2"/>
          <p:cNvSpPr/>
          <p:nvPr/>
        </p:nvSpPr>
        <p:spPr>
          <a:xfrm>
            <a:off x="9850393" y="226244"/>
            <a:ext cx="2302855" cy="6631756"/>
          </a:xfrm>
          <a:custGeom>
            <a:avLst/>
            <a:gdLst/>
            <a:ahLst/>
            <a:cxnLst/>
            <a:rect l="l" t="t" r="r" b="b"/>
            <a:pathLst>
              <a:path w="4936373" h="3342932">
                <a:moveTo>
                  <a:pt x="0" y="0"/>
                </a:moveTo>
                <a:lnTo>
                  <a:pt x="4936373" y="0"/>
                </a:lnTo>
                <a:lnTo>
                  <a:pt x="4936373" y="3342932"/>
                </a:lnTo>
                <a:lnTo>
                  <a:pt x="0" y="3342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26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" name="Picture 2" descr="Bengaluru Logo | Bangalore Logo | Bengaluru Logo Meanin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14387" cy="47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14386" y="89849"/>
            <a:ext cx="3879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300" dirty="0">
                <a:latin typeface="Garamond" panose="02020404030301010803" pitchFamily="18" charset="0"/>
              </a:rPr>
              <a:t>Flex RE Snapshot</a:t>
            </a:r>
          </a:p>
        </p:txBody>
      </p:sp>
      <p:grpSp>
        <p:nvGrpSpPr>
          <p:cNvPr id="320" name="Group 319">
            <a:extLst>
              <a:ext uri="{FF2B5EF4-FFF2-40B4-BE49-F238E27FC236}">
                <a16:creationId xmlns:a16="http://schemas.microsoft.com/office/drawing/2014/main" xmlns="" id="{8067945A-AF55-452C-BA0E-9AAFEEBF8D82}"/>
              </a:ext>
            </a:extLst>
          </p:cNvPr>
          <p:cNvGrpSpPr/>
          <p:nvPr/>
        </p:nvGrpSpPr>
        <p:grpSpPr>
          <a:xfrm>
            <a:off x="275415" y="948394"/>
            <a:ext cx="3189827" cy="3199794"/>
            <a:chOff x="5556680" y="1131755"/>
            <a:chExt cx="3508810" cy="3871750"/>
          </a:xfrm>
        </p:grpSpPr>
        <p:sp>
          <p:nvSpPr>
            <p:cNvPr id="321" name="Freeform: Shape 364">
              <a:extLst>
                <a:ext uri="{FF2B5EF4-FFF2-40B4-BE49-F238E27FC236}">
                  <a16:creationId xmlns:a16="http://schemas.microsoft.com/office/drawing/2014/main" xmlns="" id="{604405D4-5311-4675-A6D1-0E57F3172EAB}"/>
                </a:ext>
              </a:extLst>
            </p:cNvPr>
            <p:cNvSpPr/>
            <p:nvPr/>
          </p:nvSpPr>
          <p:spPr>
            <a:xfrm>
              <a:off x="7316008" y="3836616"/>
              <a:ext cx="294173" cy="88228"/>
            </a:xfrm>
            <a:custGeom>
              <a:avLst/>
              <a:gdLst>
                <a:gd name="connsiteX0" fmla="*/ 466725 w 466725"/>
                <a:gd name="connsiteY0" fmla="*/ 41275 h 133350"/>
                <a:gd name="connsiteX1" fmla="*/ 323850 w 466725"/>
                <a:gd name="connsiteY1" fmla="*/ 0 h 133350"/>
                <a:gd name="connsiteX2" fmla="*/ 212725 w 466725"/>
                <a:gd name="connsiteY2" fmla="*/ 111125 h 133350"/>
                <a:gd name="connsiteX3" fmla="*/ 0 w 466725"/>
                <a:gd name="connsiteY3" fmla="*/ 13335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6725" h="133350">
                  <a:moveTo>
                    <a:pt x="466725" y="41275"/>
                  </a:moveTo>
                  <a:lnTo>
                    <a:pt x="323850" y="0"/>
                  </a:lnTo>
                  <a:lnTo>
                    <a:pt x="212725" y="111125"/>
                  </a:lnTo>
                  <a:lnTo>
                    <a:pt x="0" y="13335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22" name="Freeform: Shape 365">
              <a:extLst>
                <a:ext uri="{FF2B5EF4-FFF2-40B4-BE49-F238E27FC236}">
                  <a16:creationId xmlns:a16="http://schemas.microsoft.com/office/drawing/2014/main" xmlns="" id="{1A78CC18-62C6-4A5D-9FB1-C321B6BCA805}"/>
                </a:ext>
              </a:extLst>
            </p:cNvPr>
            <p:cNvSpPr/>
            <p:nvPr/>
          </p:nvSpPr>
          <p:spPr>
            <a:xfrm>
              <a:off x="6747674" y="2910220"/>
              <a:ext cx="560329" cy="798255"/>
            </a:xfrm>
            <a:custGeom>
              <a:avLst/>
              <a:gdLst>
                <a:gd name="connsiteX0" fmla="*/ 31750 w 889000"/>
                <a:gd name="connsiteY0" fmla="*/ 88900 h 1206500"/>
                <a:gd name="connsiteX1" fmla="*/ 120650 w 889000"/>
                <a:gd name="connsiteY1" fmla="*/ 76200 h 1206500"/>
                <a:gd name="connsiteX2" fmla="*/ 203200 w 889000"/>
                <a:gd name="connsiteY2" fmla="*/ 0 h 1206500"/>
                <a:gd name="connsiteX3" fmla="*/ 444500 w 889000"/>
                <a:gd name="connsiteY3" fmla="*/ 12700 h 1206500"/>
                <a:gd name="connsiteX4" fmla="*/ 552450 w 889000"/>
                <a:gd name="connsiteY4" fmla="*/ 330200 h 1206500"/>
                <a:gd name="connsiteX5" fmla="*/ 704850 w 889000"/>
                <a:gd name="connsiteY5" fmla="*/ 330200 h 1206500"/>
                <a:gd name="connsiteX6" fmla="*/ 889000 w 889000"/>
                <a:gd name="connsiteY6" fmla="*/ 406400 h 1206500"/>
                <a:gd name="connsiteX7" fmla="*/ 876300 w 889000"/>
                <a:gd name="connsiteY7" fmla="*/ 692150 h 1206500"/>
                <a:gd name="connsiteX8" fmla="*/ 679450 w 889000"/>
                <a:gd name="connsiteY8" fmla="*/ 774700 h 1206500"/>
                <a:gd name="connsiteX9" fmla="*/ 673100 w 889000"/>
                <a:gd name="connsiteY9" fmla="*/ 984250 h 1206500"/>
                <a:gd name="connsiteX10" fmla="*/ 628650 w 889000"/>
                <a:gd name="connsiteY10" fmla="*/ 1187450 h 1206500"/>
                <a:gd name="connsiteX11" fmla="*/ 539750 w 889000"/>
                <a:gd name="connsiteY11" fmla="*/ 1206500 h 1206500"/>
                <a:gd name="connsiteX12" fmla="*/ 552450 w 889000"/>
                <a:gd name="connsiteY12" fmla="*/ 1054100 h 1206500"/>
                <a:gd name="connsiteX13" fmla="*/ 393700 w 889000"/>
                <a:gd name="connsiteY13" fmla="*/ 914400 h 1206500"/>
                <a:gd name="connsiteX14" fmla="*/ 285750 w 889000"/>
                <a:gd name="connsiteY14" fmla="*/ 920750 h 1206500"/>
                <a:gd name="connsiteX15" fmla="*/ 101600 w 889000"/>
                <a:gd name="connsiteY15" fmla="*/ 844550 h 1206500"/>
                <a:gd name="connsiteX16" fmla="*/ 133350 w 889000"/>
                <a:gd name="connsiteY16" fmla="*/ 660400 h 1206500"/>
                <a:gd name="connsiteX17" fmla="*/ 133350 w 889000"/>
                <a:gd name="connsiteY17" fmla="*/ 520700 h 1206500"/>
                <a:gd name="connsiteX18" fmla="*/ 0 w 889000"/>
                <a:gd name="connsiteY18" fmla="*/ 431800 h 1206500"/>
                <a:gd name="connsiteX19" fmla="*/ 6350 w 889000"/>
                <a:gd name="connsiteY19" fmla="*/ 234950 h 1206500"/>
                <a:gd name="connsiteX20" fmla="*/ 31750 w 889000"/>
                <a:gd name="connsiteY20" fmla="*/ 88900 h 120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89000" h="1206500">
                  <a:moveTo>
                    <a:pt x="31750" y="88900"/>
                  </a:moveTo>
                  <a:lnTo>
                    <a:pt x="120650" y="76200"/>
                  </a:lnTo>
                  <a:lnTo>
                    <a:pt x="203200" y="0"/>
                  </a:lnTo>
                  <a:lnTo>
                    <a:pt x="444500" y="12700"/>
                  </a:lnTo>
                  <a:lnTo>
                    <a:pt x="552450" y="330200"/>
                  </a:lnTo>
                  <a:lnTo>
                    <a:pt x="704850" y="330200"/>
                  </a:lnTo>
                  <a:lnTo>
                    <a:pt x="889000" y="406400"/>
                  </a:lnTo>
                  <a:lnTo>
                    <a:pt x="876300" y="692150"/>
                  </a:lnTo>
                  <a:lnTo>
                    <a:pt x="679450" y="774700"/>
                  </a:lnTo>
                  <a:lnTo>
                    <a:pt x="673100" y="984250"/>
                  </a:lnTo>
                  <a:lnTo>
                    <a:pt x="628650" y="1187450"/>
                  </a:lnTo>
                  <a:lnTo>
                    <a:pt x="539750" y="1206500"/>
                  </a:lnTo>
                  <a:lnTo>
                    <a:pt x="552450" y="1054100"/>
                  </a:lnTo>
                  <a:lnTo>
                    <a:pt x="393700" y="914400"/>
                  </a:lnTo>
                  <a:lnTo>
                    <a:pt x="285750" y="920750"/>
                  </a:lnTo>
                  <a:lnTo>
                    <a:pt x="101600" y="844550"/>
                  </a:lnTo>
                  <a:lnTo>
                    <a:pt x="133350" y="660400"/>
                  </a:lnTo>
                  <a:lnTo>
                    <a:pt x="133350" y="520700"/>
                  </a:lnTo>
                  <a:lnTo>
                    <a:pt x="0" y="431800"/>
                  </a:lnTo>
                  <a:lnTo>
                    <a:pt x="6350" y="234950"/>
                  </a:lnTo>
                  <a:lnTo>
                    <a:pt x="31750" y="88900"/>
                  </a:lnTo>
                  <a:close/>
                </a:path>
              </a:pathLst>
            </a:cu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23" name="Freeform: Shape 366">
              <a:extLst>
                <a:ext uri="{FF2B5EF4-FFF2-40B4-BE49-F238E27FC236}">
                  <a16:creationId xmlns:a16="http://schemas.microsoft.com/office/drawing/2014/main" xmlns="" id="{8DA261D7-33F4-4C92-8A19-DF350B40DD3D}"/>
                </a:ext>
              </a:extLst>
            </p:cNvPr>
            <p:cNvSpPr/>
            <p:nvPr/>
          </p:nvSpPr>
          <p:spPr>
            <a:xfrm>
              <a:off x="5884168" y="1872487"/>
              <a:ext cx="1635960" cy="1550296"/>
            </a:xfrm>
            <a:custGeom>
              <a:avLst/>
              <a:gdLst>
                <a:gd name="connsiteX0" fmla="*/ 1076325 w 2595562"/>
                <a:gd name="connsiteY0" fmla="*/ 600075 h 2343150"/>
                <a:gd name="connsiteX1" fmla="*/ 1166812 w 2595562"/>
                <a:gd name="connsiteY1" fmla="*/ 619125 h 2343150"/>
                <a:gd name="connsiteX2" fmla="*/ 1243012 w 2595562"/>
                <a:gd name="connsiteY2" fmla="*/ 628650 h 2343150"/>
                <a:gd name="connsiteX3" fmla="*/ 1290637 w 2595562"/>
                <a:gd name="connsiteY3" fmla="*/ 547688 h 2343150"/>
                <a:gd name="connsiteX4" fmla="*/ 1319212 w 2595562"/>
                <a:gd name="connsiteY4" fmla="*/ 490538 h 2343150"/>
                <a:gd name="connsiteX5" fmla="*/ 1319212 w 2595562"/>
                <a:gd name="connsiteY5" fmla="*/ 433388 h 2343150"/>
                <a:gd name="connsiteX6" fmla="*/ 1352550 w 2595562"/>
                <a:gd name="connsiteY6" fmla="*/ 333375 h 2343150"/>
                <a:gd name="connsiteX7" fmla="*/ 1366837 w 2595562"/>
                <a:gd name="connsiteY7" fmla="*/ 247650 h 2343150"/>
                <a:gd name="connsiteX8" fmla="*/ 1423987 w 2595562"/>
                <a:gd name="connsiteY8" fmla="*/ 257175 h 2343150"/>
                <a:gd name="connsiteX9" fmla="*/ 1452562 w 2595562"/>
                <a:gd name="connsiteY9" fmla="*/ 185738 h 2343150"/>
                <a:gd name="connsiteX10" fmla="*/ 1462087 w 2595562"/>
                <a:gd name="connsiteY10" fmla="*/ 133350 h 2343150"/>
                <a:gd name="connsiteX11" fmla="*/ 1462087 w 2595562"/>
                <a:gd name="connsiteY11" fmla="*/ 100013 h 2343150"/>
                <a:gd name="connsiteX12" fmla="*/ 1490662 w 2595562"/>
                <a:gd name="connsiteY12" fmla="*/ 85725 h 2343150"/>
                <a:gd name="connsiteX13" fmla="*/ 1495425 w 2595562"/>
                <a:gd name="connsiteY13" fmla="*/ 14288 h 2343150"/>
                <a:gd name="connsiteX14" fmla="*/ 1562100 w 2595562"/>
                <a:gd name="connsiteY14" fmla="*/ 0 h 2343150"/>
                <a:gd name="connsiteX15" fmla="*/ 1614487 w 2595562"/>
                <a:gd name="connsiteY15" fmla="*/ 23813 h 2343150"/>
                <a:gd name="connsiteX16" fmla="*/ 1643062 w 2595562"/>
                <a:gd name="connsiteY16" fmla="*/ 133350 h 2343150"/>
                <a:gd name="connsiteX17" fmla="*/ 1704975 w 2595562"/>
                <a:gd name="connsiteY17" fmla="*/ 138113 h 2343150"/>
                <a:gd name="connsiteX18" fmla="*/ 1804987 w 2595562"/>
                <a:gd name="connsiteY18" fmla="*/ 138113 h 2343150"/>
                <a:gd name="connsiteX19" fmla="*/ 1866900 w 2595562"/>
                <a:gd name="connsiteY19" fmla="*/ 152400 h 2343150"/>
                <a:gd name="connsiteX20" fmla="*/ 1914525 w 2595562"/>
                <a:gd name="connsiteY20" fmla="*/ 119063 h 2343150"/>
                <a:gd name="connsiteX21" fmla="*/ 2043112 w 2595562"/>
                <a:gd name="connsiteY21" fmla="*/ 133350 h 2343150"/>
                <a:gd name="connsiteX22" fmla="*/ 2085975 w 2595562"/>
                <a:gd name="connsiteY22" fmla="*/ 166688 h 2343150"/>
                <a:gd name="connsiteX23" fmla="*/ 2171700 w 2595562"/>
                <a:gd name="connsiteY23" fmla="*/ 161925 h 2343150"/>
                <a:gd name="connsiteX24" fmla="*/ 2305050 w 2595562"/>
                <a:gd name="connsiteY24" fmla="*/ 228600 h 2343150"/>
                <a:gd name="connsiteX25" fmla="*/ 2428875 w 2595562"/>
                <a:gd name="connsiteY25" fmla="*/ 404813 h 2343150"/>
                <a:gd name="connsiteX26" fmla="*/ 2390775 w 2595562"/>
                <a:gd name="connsiteY26" fmla="*/ 509588 h 2343150"/>
                <a:gd name="connsiteX27" fmla="*/ 2447925 w 2595562"/>
                <a:gd name="connsiteY27" fmla="*/ 538163 h 2343150"/>
                <a:gd name="connsiteX28" fmla="*/ 2595562 w 2595562"/>
                <a:gd name="connsiteY28" fmla="*/ 538163 h 2343150"/>
                <a:gd name="connsiteX29" fmla="*/ 2495550 w 2595562"/>
                <a:gd name="connsiteY29" fmla="*/ 785813 h 2343150"/>
                <a:gd name="connsiteX30" fmla="*/ 2543175 w 2595562"/>
                <a:gd name="connsiteY30" fmla="*/ 819150 h 2343150"/>
                <a:gd name="connsiteX31" fmla="*/ 2524125 w 2595562"/>
                <a:gd name="connsiteY31" fmla="*/ 871538 h 2343150"/>
                <a:gd name="connsiteX32" fmla="*/ 2481262 w 2595562"/>
                <a:gd name="connsiteY32" fmla="*/ 928688 h 2343150"/>
                <a:gd name="connsiteX33" fmla="*/ 2443162 w 2595562"/>
                <a:gd name="connsiteY33" fmla="*/ 962025 h 2343150"/>
                <a:gd name="connsiteX34" fmla="*/ 2457450 w 2595562"/>
                <a:gd name="connsiteY34" fmla="*/ 1023938 h 2343150"/>
                <a:gd name="connsiteX35" fmla="*/ 2419350 w 2595562"/>
                <a:gd name="connsiteY35" fmla="*/ 1462088 h 2343150"/>
                <a:gd name="connsiteX36" fmla="*/ 2319337 w 2595562"/>
                <a:gd name="connsiteY36" fmla="*/ 1471613 h 2343150"/>
                <a:gd name="connsiteX37" fmla="*/ 2286000 w 2595562"/>
                <a:gd name="connsiteY37" fmla="*/ 1419225 h 2343150"/>
                <a:gd name="connsiteX38" fmla="*/ 2219325 w 2595562"/>
                <a:gd name="connsiteY38" fmla="*/ 1514475 h 2343150"/>
                <a:gd name="connsiteX39" fmla="*/ 2152650 w 2595562"/>
                <a:gd name="connsiteY39" fmla="*/ 1476375 h 2343150"/>
                <a:gd name="connsiteX40" fmla="*/ 2062162 w 2595562"/>
                <a:gd name="connsiteY40" fmla="*/ 1462088 h 2343150"/>
                <a:gd name="connsiteX41" fmla="*/ 2028825 w 2595562"/>
                <a:gd name="connsiteY41" fmla="*/ 1524000 h 2343150"/>
                <a:gd name="connsiteX42" fmla="*/ 1981200 w 2595562"/>
                <a:gd name="connsiteY42" fmla="*/ 1476375 h 2343150"/>
                <a:gd name="connsiteX43" fmla="*/ 1733550 w 2595562"/>
                <a:gd name="connsiteY43" fmla="*/ 1481138 h 2343150"/>
                <a:gd name="connsiteX44" fmla="*/ 1724025 w 2595562"/>
                <a:gd name="connsiteY44" fmla="*/ 1447800 h 2343150"/>
                <a:gd name="connsiteX45" fmla="*/ 1681162 w 2595562"/>
                <a:gd name="connsiteY45" fmla="*/ 1447800 h 2343150"/>
                <a:gd name="connsiteX46" fmla="*/ 1600200 w 2595562"/>
                <a:gd name="connsiteY46" fmla="*/ 1381125 h 2343150"/>
                <a:gd name="connsiteX47" fmla="*/ 1376362 w 2595562"/>
                <a:gd name="connsiteY47" fmla="*/ 1395413 h 2343150"/>
                <a:gd name="connsiteX48" fmla="*/ 1304925 w 2595562"/>
                <a:gd name="connsiteY48" fmla="*/ 1495425 h 2343150"/>
                <a:gd name="connsiteX49" fmla="*/ 1233487 w 2595562"/>
                <a:gd name="connsiteY49" fmla="*/ 1452563 h 2343150"/>
                <a:gd name="connsiteX50" fmla="*/ 1062037 w 2595562"/>
                <a:gd name="connsiteY50" fmla="*/ 1504950 h 2343150"/>
                <a:gd name="connsiteX51" fmla="*/ 1195387 w 2595562"/>
                <a:gd name="connsiteY51" fmla="*/ 1752600 h 2343150"/>
                <a:gd name="connsiteX52" fmla="*/ 1238250 w 2595562"/>
                <a:gd name="connsiteY52" fmla="*/ 1866900 h 2343150"/>
                <a:gd name="connsiteX53" fmla="*/ 1195387 w 2595562"/>
                <a:gd name="connsiteY53" fmla="*/ 1766888 h 2343150"/>
                <a:gd name="connsiteX54" fmla="*/ 1033462 w 2595562"/>
                <a:gd name="connsiteY54" fmla="*/ 1676400 h 2343150"/>
                <a:gd name="connsiteX55" fmla="*/ 971550 w 2595562"/>
                <a:gd name="connsiteY55" fmla="*/ 1728788 h 2343150"/>
                <a:gd name="connsiteX56" fmla="*/ 890587 w 2595562"/>
                <a:gd name="connsiteY56" fmla="*/ 1714500 h 2343150"/>
                <a:gd name="connsiteX57" fmla="*/ 852487 w 2595562"/>
                <a:gd name="connsiteY57" fmla="*/ 1781175 h 2343150"/>
                <a:gd name="connsiteX58" fmla="*/ 814387 w 2595562"/>
                <a:gd name="connsiteY58" fmla="*/ 1785938 h 2343150"/>
                <a:gd name="connsiteX59" fmla="*/ 771525 w 2595562"/>
                <a:gd name="connsiteY59" fmla="*/ 1824038 h 2343150"/>
                <a:gd name="connsiteX60" fmla="*/ 771525 w 2595562"/>
                <a:gd name="connsiteY60" fmla="*/ 1905000 h 2343150"/>
                <a:gd name="connsiteX61" fmla="*/ 714375 w 2595562"/>
                <a:gd name="connsiteY61" fmla="*/ 1909763 h 2343150"/>
                <a:gd name="connsiteX62" fmla="*/ 714375 w 2595562"/>
                <a:gd name="connsiteY62" fmla="*/ 1947863 h 2343150"/>
                <a:gd name="connsiteX63" fmla="*/ 685800 w 2595562"/>
                <a:gd name="connsiteY63" fmla="*/ 1966913 h 2343150"/>
                <a:gd name="connsiteX64" fmla="*/ 719137 w 2595562"/>
                <a:gd name="connsiteY64" fmla="*/ 2057400 h 2343150"/>
                <a:gd name="connsiteX65" fmla="*/ 700087 w 2595562"/>
                <a:gd name="connsiteY65" fmla="*/ 2066925 h 2343150"/>
                <a:gd name="connsiteX66" fmla="*/ 719137 w 2595562"/>
                <a:gd name="connsiteY66" fmla="*/ 2109788 h 2343150"/>
                <a:gd name="connsiteX67" fmla="*/ 709612 w 2595562"/>
                <a:gd name="connsiteY67" fmla="*/ 2128838 h 2343150"/>
                <a:gd name="connsiteX68" fmla="*/ 657225 w 2595562"/>
                <a:gd name="connsiteY68" fmla="*/ 2100263 h 2343150"/>
                <a:gd name="connsiteX69" fmla="*/ 600075 w 2595562"/>
                <a:gd name="connsiteY69" fmla="*/ 2128838 h 2343150"/>
                <a:gd name="connsiteX70" fmla="*/ 542925 w 2595562"/>
                <a:gd name="connsiteY70" fmla="*/ 2114550 h 2343150"/>
                <a:gd name="connsiteX71" fmla="*/ 504825 w 2595562"/>
                <a:gd name="connsiteY71" fmla="*/ 2176463 h 2343150"/>
                <a:gd name="connsiteX72" fmla="*/ 528637 w 2595562"/>
                <a:gd name="connsiteY72" fmla="*/ 2243138 h 2343150"/>
                <a:gd name="connsiteX73" fmla="*/ 481012 w 2595562"/>
                <a:gd name="connsiteY73" fmla="*/ 2252663 h 2343150"/>
                <a:gd name="connsiteX74" fmla="*/ 442912 w 2595562"/>
                <a:gd name="connsiteY74" fmla="*/ 2252663 h 2343150"/>
                <a:gd name="connsiteX75" fmla="*/ 404812 w 2595562"/>
                <a:gd name="connsiteY75" fmla="*/ 2262188 h 2343150"/>
                <a:gd name="connsiteX76" fmla="*/ 447675 w 2595562"/>
                <a:gd name="connsiteY76" fmla="*/ 2214563 h 2343150"/>
                <a:gd name="connsiteX77" fmla="*/ 461962 w 2595562"/>
                <a:gd name="connsiteY77" fmla="*/ 2143125 h 2343150"/>
                <a:gd name="connsiteX78" fmla="*/ 342900 w 2595562"/>
                <a:gd name="connsiteY78" fmla="*/ 2085975 h 2343150"/>
                <a:gd name="connsiteX79" fmla="*/ 261937 w 2595562"/>
                <a:gd name="connsiteY79" fmla="*/ 2133600 h 2343150"/>
                <a:gd name="connsiteX80" fmla="*/ 180975 w 2595562"/>
                <a:gd name="connsiteY80" fmla="*/ 2133600 h 2343150"/>
                <a:gd name="connsiteX81" fmla="*/ 128587 w 2595562"/>
                <a:gd name="connsiteY81" fmla="*/ 2214563 h 2343150"/>
                <a:gd name="connsiteX82" fmla="*/ 142875 w 2595562"/>
                <a:gd name="connsiteY82" fmla="*/ 2286000 h 2343150"/>
                <a:gd name="connsiteX83" fmla="*/ 61912 w 2595562"/>
                <a:gd name="connsiteY83" fmla="*/ 2343150 h 2343150"/>
                <a:gd name="connsiteX84" fmla="*/ 0 w 2595562"/>
                <a:gd name="connsiteY84" fmla="*/ 2286000 h 2343150"/>
                <a:gd name="connsiteX85" fmla="*/ 28575 w 2595562"/>
                <a:gd name="connsiteY85" fmla="*/ 2205038 h 2343150"/>
                <a:gd name="connsiteX86" fmla="*/ 33337 w 2595562"/>
                <a:gd name="connsiteY86" fmla="*/ 2162175 h 2343150"/>
                <a:gd name="connsiteX87" fmla="*/ 76200 w 2595562"/>
                <a:gd name="connsiteY87" fmla="*/ 2105025 h 2343150"/>
                <a:gd name="connsiteX88" fmla="*/ 85725 w 2595562"/>
                <a:gd name="connsiteY88" fmla="*/ 1995488 h 2343150"/>
                <a:gd name="connsiteX89" fmla="*/ 47625 w 2595562"/>
                <a:gd name="connsiteY89" fmla="*/ 1976438 h 2343150"/>
                <a:gd name="connsiteX90" fmla="*/ 138112 w 2595562"/>
                <a:gd name="connsiteY90" fmla="*/ 1819275 h 2343150"/>
                <a:gd name="connsiteX91" fmla="*/ 152400 w 2595562"/>
                <a:gd name="connsiteY91" fmla="*/ 1657350 h 2343150"/>
                <a:gd name="connsiteX92" fmla="*/ 109537 w 2595562"/>
                <a:gd name="connsiteY92" fmla="*/ 1643063 h 2343150"/>
                <a:gd name="connsiteX93" fmla="*/ 180975 w 2595562"/>
                <a:gd name="connsiteY93" fmla="*/ 1495425 h 2343150"/>
                <a:gd name="connsiteX94" fmla="*/ 142875 w 2595562"/>
                <a:gd name="connsiteY94" fmla="*/ 1443038 h 2343150"/>
                <a:gd name="connsiteX95" fmla="*/ 147637 w 2595562"/>
                <a:gd name="connsiteY95" fmla="*/ 1381125 h 2343150"/>
                <a:gd name="connsiteX96" fmla="*/ 290512 w 2595562"/>
                <a:gd name="connsiteY96" fmla="*/ 1433513 h 2343150"/>
                <a:gd name="connsiteX97" fmla="*/ 328612 w 2595562"/>
                <a:gd name="connsiteY97" fmla="*/ 1414463 h 2343150"/>
                <a:gd name="connsiteX98" fmla="*/ 328612 w 2595562"/>
                <a:gd name="connsiteY98" fmla="*/ 1300163 h 2343150"/>
                <a:gd name="connsiteX99" fmla="*/ 314325 w 2595562"/>
                <a:gd name="connsiteY99" fmla="*/ 1228725 h 2343150"/>
                <a:gd name="connsiteX100" fmla="*/ 347662 w 2595562"/>
                <a:gd name="connsiteY100" fmla="*/ 1166813 h 2343150"/>
                <a:gd name="connsiteX101" fmla="*/ 338137 w 2595562"/>
                <a:gd name="connsiteY101" fmla="*/ 1033463 h 2343150"/>
                <a:gd name="connsiteX102" fmla="*/ 414337 w 2595562"/>
                <a:gd name="connsiteY102" fmla="*/ 1033463 h 2343150"/>
                <a:gd name="connsiteX103" fmla="*/ 447675 w 2595562"/>
                <a:gd name="connsiteY103" fmla="*/ 1047750 h 2343150"/>
                <a:gd name="connsiteX104" fmla="*/ 552450 w 2595562"/>
                <a:gd name="connsiteY104" fmla="*/ 952500 h 2343150"/>
                <a:gd name="connsiteX105" fmla="*/ 695325 w 2595562"/>
                <a:gd name="connsiteY105" fmla="*/ 1023938 h 2343150"/>
                <a:gd name="connsiteX106" fmla="*/ 709612 w 2595562"/>
                <a:gd name="connsiteY106" fmla="*/ 928688 h 2343150"/>
                <a:gd name="connsiteX107" fmla="*/ 766762 w 2595562"/>
                <a:gd name="connsiteY107" fmla="*/ 909638 h 2343150"/>
                <a:gd name="connsiteX108" fmla="*/ 809625 w 2595562"/>
                <a:gd name="connsiteY108" fmla="*/ 866775 h 2343150"/>
                <a:gd name="connsiteX109" fmla="*/ 862012 w 2595562"/>
                <a:gd name="connsiteY109" fmla="*/ 890588 h 2343150"/>
                <a:gd name="connsiteX110" fmla="*/ 914400 w 2595562"/>
                <a:gd name="connsiteY110" fmla="*/ 866775 h 2343150"/>
                <a:gd name="connsiteX111" fmla="*/ 985837 w 2595562"/>
                <a:gd name="connsiteY111" fmla="*/ 881063 h 2343150"/>
                <a:gd name="connsiteX112" fmla="*/ 1076325 w 2595562"/>
                <a:gd name="connsiteY112" fmla="*/ 600075 h 2343150"/>
                <a:gd name="connsiteX0" fmla="*/ 1076325 w 2595562"/>
                <a:gd name="connsiteY0" fmla="*/ 600075 h 2343150"/>
                <a:gd name="connsiteX1" fmla="*/ 1166812 w 2595562"/>
                <a:gd name="connsiteY1" fmla="*/ 619125 h 2343150"/>
                <a:gd name="connsiteX2" fmla="*/ 1243012 w 2595562"/>
                <a:gd name="connsiteY2" fmla="*/ 628650 h 2343150"/>
                <a:gd name="connsiteX3" fmla="*/ 1290637 w 2595562"/>
                <a:gd name="connsiteY3" fmla="*/ 547688 h 2343150"/>
                <a:gd name="connsiteX4" fmla="*/ 1319212 w 2595562"/>
                <a:gd name="connsiteY4" fmla="*/ 490538 h 2343150"/>
                <a:gd name="connsiteX5" fmla="*/ 1319212 w 2595562"/>
                <a:gd name="connsiteY5" fmla="*/ 433388 h 2343150"/>
                <a:gd name="connsiteX6" fmla="*/ 1352550 w 2595562"/>
                <a:gd name="connsiteY6" fmla="*/ 333375 h 2343150"/>
                <a:gd name="connsiteX7" fmla="*/ 1366837 w 2595562"/>
                <a:gd name="connsiteY7" fmla="*/ 247650 h 2343150"/>
                <a:gd name="connsiteX8" fmla="*/ 1423987 w 2595562"/>
                <a:gd name="connsiteY8" fmla="*/ 257175 h 2343150"/>
                <a:gd name="connsiteX9" fmla="*/ 1452562 w 2595562"/>
                <a:gd name="connsiteY9" fmla="*/ 185738 h 2343150"/>
                <a:gd name="connsiteX10" fmla="*/ 1462087 w 2595562"/>
                <a:gd name="connsiteY10" fmla="*/ 133350 h 2343150"/>
                <a:gd name="connsiteX11" fmla="*/ 1462087 w 2595562"/>
                <a:gd name="connsiteY11" fmla="*/ 100013 h 2343150"/>
                <a:gd name="connsiteX12" fmla="*/ 1490662 w 2595562"/>
                <a:gd name="connsiteY12" fmla="*/ 85725 h 2343150"/>
                <a:gd name="connsiteX13" fmla="*/ 1495425 w 2595562"/>
                <a:gd name="connsiteY13" fmla="*/ 14288 h 2343150"/>
                <a:gd name="connsiteX14" fmla="*/ 1562100 w 2595562"/>
                <a:gd name="connsiteY14" fmla="*/ 0 h 2343150"/>
                <a:gd name="connsiteX15" fmla="*/ 1614487 w 2595562"/>
                <a:gd name="connsiteY15" fmla="*/ 23813 h 2343150"/>
                <a:gd name="connsiteX16" fmla="*/ 1643062 w 2595562"/>
                <a:gd name="connsiteY16" fmla="*/ 133350 h 2343150"/>
                <a:gd name="connsiteX17" fmla="*/ 1704975 w 2595562"/>
                <a:gd name="connsiteY17" fmla="*/ 138113 h 2343150"/>
                <a:gd name="connsiteX18" fmla="*/ 1804987 w 2595562"/>
                <a:gd name="connsiteY18" fmla="*/ 138113 h 2343150"/>
                <a:gd name="connsiteX19" fmla="*/ 1866900 w 2595562"/>
                <a:gd name="connsiteY19" fmla="*/ 152400 h 2343150"/>
                <a:gd name="connsiteX20" fmla="*/ 1914525 w 2595562"/>
                <a:gd name="connsiteY20" fmla="*/ 119063 h 2343150"/>
                <a:gd name="connsiteX21" fmla="*/ 2043112 w 2595562"/>
                <a:gd name="connsiteY21" fmla="*/ 133350 h 2343150"/>
                <a:gd name="connsiteX22" fmla="*/ 2085975 w 2595562"/>
                <a:gd name="connsiteY22" fmla="*/ 166688 h 2343150"/>
                <a:gd name="connsiteX23" fmla="*/ 2171700 w 2595562"/>
                <a:gd name="connsiteY23" fmla="*/ 161925 h 2343150"/>
                <a:gd name="connsiteX24" fmla="*/ 2305050 w 2595562"/>
                <a:gd name="connsiteY24" fmla="*/ 228600 h 2343150"/>
                <a:gd name="connsiteX25" fmla="*/ 2428875 w 2595562"/>
                <a:gd name="connsiteY25" fmla="*/ 404813 h 2343150"/>
                <a:gd name="connsiteX26" fmla="*/ 2390775 w 2595562"/>
                <a:gd name="connsiteY26" fmla="*/ 509588 h 2343150"/>
                <a:gd name="connsiteX27" fmla="*/ 2447925 w 2595562"/>
                <a:gd name="connsiteY27" fmla="*/ 538163 h 2343150"/>
                <a:gd name="connsiteX28" fmla="*/ 2595562 w 2595562"/>
                <a:gd name="connsiteY28" fmla="*/ 538163 h 2343150"/>
                <a:gd name="connsiteX29" fmla="*/ 2495550 w 2595562"/>
                <a:gd name="connsiteY29" fmla="*/ 785813 h 2343150"/>
                <a:gd name="connsiteX30" fmla="*/ 2543175 w 2595562"/>
                <a:gd name="connsiteY30" fmla="*/ 819150 h 2343150"/>
                <a:gd name="connsiteX31" fmla="*/ 2524125 w 2595562"/>
                <a:gd name="connsiteY31" fmla="*/ 871538 h 2343150"/>
                <a:gd name="connsiteX32" fmla="*/ 2481262 w 2595562"/>
                <a:gd name="connsiteY32" fmla="*/ 928688 h 2343150"/>
                <a:gd name="connsiteX33" fmla="*/ 2443162 w 2595562"/>
                <a:gd name="connsiteY33" fmla="*/ 962025 h 2343150"/>
                <a:gd name="connsiteX34" fmla="*/ 2457450 w 2595562"/>
                <a:gd name="connsiteY34" fmla="*/ 1023938 h 2343150"/>
                <a:gd name="connsiteX35" fmla="*/ 2419350 w 2595562"/>
                <a:gd name="connsiteY35" fmla="*/ 1462088 h 2343150"/>
                <a:gd name="connsiteX36" fmla="*/ 2319337 w 2595562"/>
                <a:gd name="connsiteY36" fmla="*/ 1471613 h 2343150"/>
                <a:gd name="connsiteX37" fmla="*/ 2286000 w 2595562"/>
                <a:gd name="connsiteY37" fmla="*/ 1419225 h 2343150"/>
                <a:gd name="connsiteX38" fmla="*/ 2219325 w 2595562"/>
                <a:gd name="connsiteY38" fmla="*/ 1514475 h 2343150"/>
                <a:gd name="connsiteX39" fmla="*/ 2152650 w 2595562"/>
                <a:gd name="connsiteY39" fmla="*/ 1476375 h 2343150"/>
                <a:gd name="connsiteX40" fmla="*/ 2062162 w 2595562"/>
                <a:gd name="connsiteY40" fmla="*/ 1462088 h 2343150"/>
                <a:gd name="connsiteX41" fmla="*/ 2028825 w 2595562"/>
                <a:gd name="connsiteY41" fmla="*/ 1524000 h 2343150"/>
                <a:gd name="connsiteX42" fmla="*/ 1981200 w 2595562"/>
                <a:gd name="connsiteY42" fmla="*/ 1476375 h 2343150"/>
                <a:gd name="connsiteX43" fmla="*/ 1733550 w 2595562"/>
                <a:gd name="connsiteY43" fmla="*/ 1481138 h 2343150"/>
                <a:gd name="connsiteX44" fmla="*/ 1724025 w 2595562"/>
                <a:gd name="connsiteY44" fmla="*/ 1447800 h 2343150"/>
                <a:gd name="connsiteX45" fmla="*/ 1681162 w 2595562"/>
                <a:gd name="connsiteY45" fmla="*/ 1447800 h 2343150"/>
                <a:gd name="connsiteX46" fmla="*/ 1600200 w 2595562"/>
                <a:gd name="connsiteY46" fmla="*/ 1381125 h 2343150"/>
                <a:gd name="connsiteX47" fmla="*/ 1376362 w 2595562"/>
                <a:gd name="connsiteY47" fmla="*/ 1395413 h 2343150"/>
                <a:gd name="connsiteX48" fmla="*/ 1304925 w 2595562"/>
                <a:gd name="connsiteY48" fmla="*/ 1495425 h 2343150"/>
                <a:gd name="connsiteX49" fmla="*/ 1233487 w 2595562"/>
                <a:gd name="connsiteY49" fmla="*/ 1452563 h 2343150"/>
                <a:gd name="connsiteX50" fmla="*/ 1062037 w 2595562"/>
                <a:gd name="connsiteY50" fmla="*/ 1504950 h 2343150"/>
                <a:gd name="connsiteX51" fmla="*/ 1195387 w 2595562"/>
                <a:gd name="connsiteY51" fmla="*/ 1752600 h 2343150"/>
                <a:gd name="connsiteX52" fmla="*/ 1195387 w 2595562"/>
                <a:gd name="connsiteY52" fmla="*/ 1766888 h 2343150"/>
                <a:gd name="connsiteX53" fmla="*/ 1033462 w 2595562"/>
                <a:gd name="connsiteY53" fmla="*/ 1676400 h 2343150"/>
                <a:gd name="connsiteX54" fmla="*/ 971550 w 2595562"/>
                <a:gd name="connsiteY54" fmla="*/ 1728788 h 2343150"/>
                <a:gd name="connsiteX55" fmla="*/ 890587 w 2595562"/>
                <a:gd name="connsiteY55" fmla="*/ 1714500 h 2343150"/>
                <a:gd name="connsiteX56" fmla="*/ 852487 w 2595562"/>
                <a:gd name="connsiteY56" fmla="*/ 1781175 h 2343150"/>
                <a:gd name="connsiteX57" fmla="*/ 814387 w 2595562"/>
                <a:gd name="connsiteY57" fmla="*/ 1785938 h 2343150"/>
                <a:gd name="connsiteX58" fmla="*/ 771525 w 2595562"/>
                <a:gd name="connsiteY58" fmla="*/ 1824038 h 2343150"/>
                <a:gd name="connsiteX59" fmla="*/ 771525 w 2595562"/>
                <a:gd name="connsiteY59" fmla="*/ 1905000 h 2343150"/>
                <a:gd name="connsiteX60" fmla="*/ 714375 w 2595562"/>
                <a:gd name="connsiteY60" fmla="*/ 1909763 h 2343150"/>
                <a:gd name="connsiteX61" fmla="*/ 714375 w 2595562"/>
                <a:gd name="connsiteY61" fmla="*/ 1947863 h 2343150"/>
                <a:gd name="connsiteX62" fmla="*/ 685800 w 2595562"/>
                <a:gd name="connsiteY62" fmla="*/ 1966913 h 2343150"/>
                <a:gd name="connsiteX63" fmla="*/ 719137 w 2595562"/>
                <a:gd name="connsiteY63" fmla="*/ 2057400 h 2343150"/>
                <a:gd name="connsiteX64" fmla="*/ 700087 w 2595562"/>
                <a:gd name="connsiteY64" fmla="*/ 2066925 h 2343150"/>
                <a:gd name="connsiteX65" fmla="*/ 719137 w 2595562"/>
                <a:gd name="connsiteY65" fmla="*/ 2109788 h 2343150"/>
                <a:gd name="connsiteX66" fmla="*/ 709612 w 2595562"/>
                <a:gd name="connsiteY66" fmla="*/ 2128838 h 2343150"/>
                <a:gd name="connsiteX67" fmla="*/ 657225 w 2595562"/>
                <a:gd name="connsiteY67" fmla="*/ 2100263 h 2343150"/>
                <a:gd name="connsiteX68" fmla="*/ 600075 w 2595562"/>
                <a:gd name="connsiteY68" fmla="*/ 2128838 h 2343150"/>
                <a:gd name="connsiteX69" fmla="*/ 542925 w 2595562"/>
                <a:gd name="connsiteY69" fmla="*/ 2114550 h 2343150"/>
                <a:gd name="connsiteX70" fmla="*/ 504825 w 2595562"/>
                <a:gd name="connsiteY70" fmla="*/ 2176463 h 2343150"/>
                <a:gd name="connsiteX71" fmla="*/ 528637 w 2595562"/>
                <a:gd name="connsiteY71" fmla="*/ 2243138 h 2343150"/>
                <a:gd name="connsiteX72" fmla="*/ 481012 w 2595562"/>
                <a:gd name="connsiteY72" fmla="*/ 2252663 h 2343150"/>
                <a:gd name="connsiteX73" fmla="*/ 442912 w 2595562"/>
                <a:gd name="connsiteY73" fmla="*/ 2252663 h 2343150"/>
                <a:gd name="connsiteX74" fmla="*/ 404812 w 2595562"/>
                <a:gd name="connsiteY74" fmla="*/ 2262188 h 2343150"/>
                <a:gd name="connsiteX75" fmla="*/ 447675 w 2595562"/>
                <a:gd name="connsiteY75" fmla="*/ 2214563 h 2343150"/>
                <a:gd name="connsiteX76" fmla="*/ 461962 w 2595562"/>
                <a:gd name="connsiteY76" fmla="*/ 2143125 h 2343150"/>
                <a:gd name="connsiteX77" fmla="*/ 342900 w 2595562"/>
                <a:gd name="connsiteY77" fmla="*/ 2085975 h 2343150"/>
                <a:gd name="connsiteX78" fmla="*/ 261937 w 2595562"/>
                <a:gd name="connsiteY78" fmla="*/ 2133600 h 2343150"/>
                <a:gd name="connsiteX79" fmla="*/ 180975 w 2595562"/>
                <a:gd name="connsiteY79" fmla="*/ 2133600 h 2343150"/>
                <a:gd name="connsiteX80" fmla="*/ 128587 w 2595562"/>
                <a:gd name="connsiteY80" fmla="*/ 2214563 h 2343150"/>
                <a:gd name="connsiteX81" fmla="*/ 142875 w 2595562"/>
                <a:gd name="connsiteY81" fmla="*/ 2286000 h 2343150"/>
                <a:gd name="connsiteX82" fmla="*/ 61912 w 2595562"/>
                <a:gd name="connsiteY82" fmla="*/ 2343150 h 2343150"/>
                <a:gd name="connsiteX83" fmla="*/ 0 w 2595562"/>
                <a:gd name="connsiteY83" fmla="*/ 2286000 h 2343150"/>
                <a:gd name="connsiteX84" fmla="*/ 28575 w 2595562"/>
                <a:gd name="connsiteY84" fmla="*/ 2205038 h 2343150"/>
                <a:gd name="connsiteX85" fmla="*/ 33337 w 2595562"/>
                <a:gd name="connsiteY85" fmla="*/ 2162175 h 2343150"/>
                <a:gd name="connsiteX86" fmla="*/ 76200 w 2595562"/>
                <a:gd name="connsiteY86" fmla="*/ 2105025 h 2343150"/>
                <a:gd name="connsiteX87" fmla="*/ 85725 w 2595562"/>
                <a:gd name="connsiteY87" fmla="*/ 1995488 h 2343150"/>
                <a:gd name="connsiteX88" fmla="*/ 47625 w 2595562"/>
                <a:gd name="connsiteY88" fmla="*/ 1976438 h 2343150"/>
                <a:gd name="connsiteX89" fmla="*/ 138112 w 2595562"/>
                <a:gd name="connsiteY89" fmla="*/ 1819275 h 2343150"/>
                <a:gd name="connsiteX90" fmla="*/ 152400 w 2595562"/>
                <a:gd name="connsiteY90" fmla="*/ 1657350 h 2343150"/>
                <a:gd name="connsiteX91" fmla="*/ 109537 w 2595562"/>
                <a:gd name="connsiteY91" fmla="*/ 1643063 h 2343150"/>
                <a:gd name="connsiteX92" fmla="*/ 180975 w 2595562"/>
                <a:gd name="connsiteY92" fmla="*/ 1495425 h 2343150"/>
                <a:gd name="connsiteX93" fmla="*/ 142875 w 2595562"/>
                <a:gd name="connsiteY93" fmla="*/ 1443038 h 2343150"/>
                <a:gd name="connsiteX94" fmla="*/ 147637 w 2595562"/>
                <a:gd name="connsiteY94" fmla="*/ 1381125 h 2343150"/>
                <a:gd name="connsiteX95" fmla="*/ 290512 w 2595562"/>
                <a:gd name="connsiteY95" fmla="*/ 1433513 h 2343150"/>
                <a:gd name="connsiteX96" fmla="*/ 328612 w 2595562"/>
                <a:gd name="connsiteY96" fmla="*/ 1414463 h 2343150"/>
                <a:gd name="connsiteX97" fmla="*/ 328612 w 2595562"/>
                <a:gd name="connsiteY97" fmla="*/ 1300163 h 2343150"/>
                <a:gd name="connsiteX98" fmla="*/ 314325 w 2595562"/>
                <a:gd name="connsiteY98" fmla="*/ 1228725 h 2343150"/>
                <a:gd name="connsiteX99" fmla="*/ 347662 w 2595562"/>
                <a:gd name="connsiteY99" fmla="*/ 1166813 h 2343150"/>
                <a:gd name="connsiteX100" fmla="*/ 338137 w 2595562"/>
                <a:gd name="connsiteY100" fmla="*/ 1033463 h 2343150"/>
                <a:gd name="connsiteX101" fmla="*/ 414337 w 2595562"/>
                <a:gd name="connsiteY101" fmla="*/ 1033463 h 2343150"/>
                <a:gd name="connsiteX102" fmla="*/ 447675 w 2595562"/>
                <a:gd name="connsiteY102" fmla="*/ 1047750 h 2343150"/>
                <a:gd name="connsiteX103" fmla="*/ 552450 w 2595562"/>
                <a:gd name="connsiteY103" fmla="*/ 952500 h 2343150"/>
                <a:gd name="connsiteX104" fmla="*/ 695325 w 2595562"/>
                <a:gd name="connsiteY104" fmla="*/ 1023938 h 2343150"/>
                <a:gd name="connsiteX105" fmla="*/ 709612 w 2595562"/>
                <a:gd name="connsiteY105" fmla="*/ 928688 h 2343150"/>
                <a:gd name="connsiteX106" fmla="*/ 766762 w 2595562"/>
                <a:gd name="connsiteY106" fmla="*/ 909638 h 2343150"/>
                <a:gd name="connsiteX107" fmla="*/ 809625 w 2595562"/>
                <a:gd name="connsiteY107" fmla="*/ 866775 h 2343150"/>
                <a:gd name="connsiteX108" fmla="*/ 862012 w 2595562"/>
                <a:gd name="connsiteY108" fmla="*/ 890588 h 2343150"/>
                <a:gd name="connsiteX109" fmla="*/ 914400 w 2595562"/>
                <a:gd name="connsiteY109" fmla="*/ 866775 h 2343150"/>
                <a:gd name="connsiteX110" fmla="*/ 985837 w 2595562"/>
                <a:gd name="connsiteY110" fmla="*/ 881063 h 2343150"/>
                <a:gd name="connsiteX111" fmla="*/ 1076325 w 2595562"/>
                <a:gd name="connsiteY111" fmla="*/ 600075 h 234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2595562" h="2343150">
                  <a:moveTo>
                    <a:pt x="1076325" y="600075"/>
                  </a:moveTo>
                  <a:lnTo>
                    <a:pt x="1166812" y="619125"/>
                  </a:lnTo>
                  <a:lnTo>
                    <a:pt x="1243012" y="628650"/>
                  </a:lnTo>
                  <a:lnTo>
                    <a:pt x="1290637" y="547688"/>
                  </a:lnTo>
                  <a:lnTo>
                    <a:pt x="1319212" y="490538"/>
                  </a:lnTo>
                  <a:lnTo>
                    <a:pt x="1319212" y="433388"/>
                  </a:lnTo>
                  <a:lnTo>
                    <a:pt x="1352550" y="333375"/>
                  </a:lnTo>
                  <a:lnTo>
                    <a:pt x="1366837" y="247650"/>
                  </a:lnTo>
                  <a:lnTo>
                    <a:pt x="1423987" y="257175"/>
                  </a:lnTo>
                  <a:lnTo>
                    <a:pt x="1452562" y="185738"/>
                  </a:lnTo>
                  <a:lnTo>
                    <a:pt x="1462087" y="133350"/>
                  </a:lnTo>
                  <a:lnTo>
                    <a:pt x="1462087" y="100013"/>
                  </a:lnTo>
                  <a:lnTo>
                    <a:pt x="1490662" y="85725"/>
                  </a:lnTo>
                  <a:lnTo>
                    <a:pt x="1495425" y="14288"/>
                  </a:lnTo>
                  <a:lnTo>
                    <a:pt x="1562100" y="0"/>
                  </a:lnTo>
                  <a:lnTo>
                    <a:pt x="1614487" y="23813"/>
                  </a:lnTo>
                  <a:lnTo>
                    <a:pt x="1643062" y="133350"/>
                  </a:lnTo>
                  <a:lnTo>
                    <a:pt x="1704975" y="138113"/>
                  </a:lnTo>
                  <a:lnTo>
                    <a:pt x="1804987" y="138113"/>
                  </a:lnTo>
                  <a:lnTo>
                    <a:pt x="1866900" y="152400"/>
                  </a:lnTo>
                  <a:lnTo>
                    <a:pt x="1914525" y="119063"/>
                  </a:lnTo>
                  <a:lnTo>
                    <a:pt x="2043112" y="133350"/>
                  </a:lnTo>
                  <a:lnTo>
                    <a:pt x="2085975" y="166688"/>
                  </a:lnTo>
                  <a:lnTo>
                    <a:pt x="2171700" y="161925"/>
                  </a:lnTo>
                  <a:lnTo>
                    <a:pt x="2305050" y="228600"/>
                  </a:lnTo>
                  <a:lnTo>
                    <a:pt x="2428875" y="404813"/>
                  </a:lnTo>
                  <a:lnTo>
                    <a:pt x="2390775" y="509588"/>
                  </a:lnTo>
                  <a:lnTo>
                    <a:pt x="2447925" y="538163"/>
                  </a:lnTo>
                  <a:lnTo>
                    <a:pt x="2595562" y="538163"/>
                  </a:lnTo>
                  <a:lnTo>
                    <a:pt x="2495550" y="785813"/>
                  </a:lnTo>
                  <a:lnTo>
                    <a:pt x="2543175" y="819150"/>
                  </a:lnTo>
                  <a:lnTo>
                    <a:pt x="2524125" y="871538"/>
                  </a:lnTo>
                  <a:lnTo>
                    <a:pt x="2481262" y="928688"/>
                  </a:lnTo>
                  <a:lnTo>
                    <a:pt x="2443162" y="962025"/>
                  </a:lnTo>
                  <a:lnTo>
                    <a:pt x="2457450" y="1023938"/>
                  </a:lnTo>
                  <a:lnTo>
                    <a:pt x="2419350" y="1462088"/>
                  </a:lnTo>
                  <a:lnTo>
                    <a:pt x="2319337" y="1471613"/>
                  </a:lnTo>
                  <a:lnTo>
                    <a:pt x="2286000" y="1419225"/>
                  </a:lnTo>
                  <a:lnTo>
                    <a:pt x="2219325" y="1514475"/>
                  </a:lnTo>
                  <a:lnTo>
                    <a:pt x="2152650" y="1476375"/>
                  </a:lnTo>
                  <a:lnTo>
                    <a:pt x="2062162" y="1462088"/>
                  </a:lnTo>
                  <a:lnTo>
                    <a:pt x="2028825" y="1524000"/>
                  </a:lnTo>
                  <a:lnTo>
                    <a:pt x="1981200" y="1476375"/>
                  </a:lnTo>
                  <a:lnTo>
                    <a:pt x="1733550" y="1481138"/>
                  </a:lnTo>
                  <a:lnTo>
                    <a:pt x="1724025" y="1447800"/>
                  </a:lnTo>
                  <a:lnTo>
                    <a:pt x="1681162" y="1447800"/>
                  </a:lnTo>
                  <a:lnTo>
                    <a:pt x="1600200" y="1381125"/>
                  </a:lnTo>
                  <a:lnTo>
                    <a:pt x="1376362" y="1395413"/>
                  </a:lnTo>
                  <a:lnTo>
                    <a:pt x="1304925" y="1495425"/>
                  </a:lnTo>
                  <a:lnTo>
                    <a:pt x="1233487" y="1452563"/>
                  </a:lnTo>
                  <a:lnTo>
                    <a:pt x="1062037" y="1504950"/>
                  </a:lnTo>
                  <a:lnTo>
                    <a:pt x="1195387" y="1752600"/>
                  </a:lnTo>
                  <a:lnTo>
                    <a:pt x="1195387" y="1766888"/>
                  </a:lnTo>
                  <a:lnTo>
                    <a:pt x="1033462" y="1676400"/>
                  </a:lnTo>
                  <a:lnTo>
                    <a:pt x="971550" y="1728788"/>
                  </a:lnTo>
                  <a:lnTo>
                    <a:pt x="890587" y="1714500"/>
                  </a:lnTo>
                  <a:lnTo>
                    <a:pt x="852487" y="1781175"/>
                  </a:lnTo>
                  <a:lnTo>
                    <a:pt x="814387" y="1785938"/>
                  </a:lnTo>
                  <a:lnTo>
                    <a:pt x="771525" y="1824038"/>
                  </a:lnTo>
                  <a:lnTo>
                    <a:pt x="771525" y="1905000"/>
                  </a:lnTo>
                  <a:lnTo>
                    <a:pt x="714375" y="1909763"/>
                  </a:lnTo>
                  <a:lnTo>
                    <a:pt x="714375" y="1947863"/>
                  </a:lnTo>
                  <a:lnTo>
                    <a:pt x="685800" y="1966913"/>
                  </a:lnTo>
                  <a:lnTo>
                    <a:pt x="719137" y="2057400"/>
                  </a:lnTo>
                  <a:lnTo>
                    <a:pt x="700087" y="2066925"/>
                  </a:lnTo>
                  <a:lnTo>
                    <a:pt x="719137" y="2109788"/>
                  </a:lnTo>
                  <a:lnTo>
                    <a:pt x="709612" y="2128838"/>
                  </a:lnTo>
                  <a:lnTo>
                    <a:pt x="657225" y="2100263"/>
                  </a:lnTo>
                  <a:lnTo>
                    <a:pt x="600075" y="2128838"/>
                  </a:lnTo>
                  <a:lnTo>
                    <a:pt x="542925" y="2114550"/>
                  </a:lnTo>
                  <a:lnTo>
                    <a:pt x="504825" y="2176463"/>
                  </a:lnTo>
                  <a:lnTo>
                    <a:pt x="528637" y="2243138"/>
                  </a:lnTo>
                  <a:lnTo>
                    <a:pt x="481012" y="2252663"/>
                  </a:lnTo>
                  <a:lnTo>
                    <a:pt x="442912" y="2252663"/>
                  </a:lnTo>
                  <a:lnTo>
                    <a:pt x="404812" y="2262188"/>
                  </a:lnTo>
                  <a:lnTo>
                    <a:pt x="447675" y="2214563"/>
                  </a:lnTo>
                  <a:lnTo>
                    <a:pt x="461962" y="2143125"/>
                  </a:lnTo>
                  <a:lnTo>
                    <a:pt x="342900" y="2085975"/>
                  </a:lnTo>
                  <a:lnTo>
                    <a:pt x="261937" y="2133600"/>
                  </a:lnTo>
                  <a:lnTo>
                    <a:pt x="180975" y="2133600"/>
                  </a:lnTo>
                  <a:lnTo>
                    <a:pt x="128587" y="2214563"/>
                  </a:lnTo>
                  <a:lnTo>
                    <a:pt x="142875" y="2286000"/>
                  </a:lnTo>
                  <a:lnTo>
                    <a:pt x="61912" y="2343150"/>
                  </a:lnTo>
                  <a:lnTo>
                    <a:pt x="0" y="2286000"/>
                  </a:lnTo>
                  <a:lnTo>
                    <a:pt x="28575" y="2205038"/>
                  </a:lnTo>
                  <a:lnTo>
                    <a:pt x="33337" y="2162175"/>
                  </a:lnTo>
                  <a:lnTo>
                    <a:pt x="76200" y="2105025"/>
                  </a:lnTo>
                  <a:lnTo>
                    <a:pt x="85725" y="1995488"/>
                  </a:lnTo>
                  <a:lnTo>
                    <a:pt x="47625" y="1976438"/>
                  </a:lnTo>
                  <a:lnTo>
                    <a:pt x="138112" y="1819275"/>
                  </a:lnTo>
                  <a:lnTo>
                    <a:pt x="152400" y="1657350"/>
                  </a:lnTo>
                  <a:lnTo>
                    <a:pt x="109537" y="1643063"/>
                  </a:lnTo>
                  <a:lnTo>
                    <a:pt x="180975" y="1495425"/>
                  </a:lnTo>
                  <a:lnTo>
                    <a:pt x="142875" y="1443038"/>
                  </a:lnTo>
                  <a:lnTo>
                    <a:pt x="147637" y="1381125"/>
                  </a:lnTo>
                  <a:lnTo>
                    <a:pt x="290512" y="1433513"/>
                  </a:lnTo>
                  <a:lnTo>
                    <a:pt x="328612" y="1414463"/>
                  </a:lnTo>
                  <a:lnTo>
                    <a:pt x="328612" y="1300163"/>
                  </a:lnTo>
                  <a:lnTo>
                    <a:pt x="314325" y="1228725"/>
                  </a:lnTo>
                  <a:lnTo>
                    <a:pt x="347662" y="1166813"/>
                  </a:lnTo>
                  <a:lnTo>
                    <a:pt x="338137" y="1033463"/>
                  </a:lnTo>
                  <a:lnTo>
                    <a:pt x="414337" y="1033463"/>
                  </a:lnTo>
                  <a:lnTo>
                    <a:pt x="447675" y="1047750"/>
                  </a:lnTo>
                  <a:lnTo>
                    <a:pt x="552450" y="952500"/>
                  </a:lnTo>
                  <a:lnTo>
                    <a:pt x="695325" y="1023938"/>
                  </a:lnTo>
                  <a:lnTo>
                    <a:pt x="709612" y="928688"/>
                  </a:lnTo>
                  <a:lnTo>
                    <a:pt x="766762" y="909638"/>
                  </a:lnTo>
                  <a:lnTo>
                    <a:pt x="809625" y="866775"/>
                  </a:lnTo>
                  <a:lnTo>
                    <a:pt x="862012" y="890588"/>
                  </a:lnTo>
                  <a:lnTo>
                    <a:pt x="914400" y="866775"/>
                  </a:lnTo>
                  <a:lnTo>
                    <a:pt x="985837" y="881063"/>
                  </a:lnTo>
                  <a:lnTo>
                    <a:pt x="1076325" y="600075"/>
                  </a:lnTo>
                  <a:close/>
                </a:path>
              </a:pathLst>
            </a:custGeom>
            <a:solidFill>
              <a:srgbClr val="70AD47">
                <a:lumMod val="40000"/>
                <a:lumOff val="60000"/>
              </a:srgbClr>
            </a:solidFill>
            <a:ln w="12700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24" name="Freeform: Shape 367">
              <a:extLst>
                <a:ext uri="{FF2B5EF4-FFF2-40B4-BE49-F238E27FC236}">
                  <a16:creationId xmlns:a16="http://schemas.microsoft.com/office/drawing/2014/main" xmlns="" id="{67C960A4-D6C7-46E0-AAE0-7B77E4454222}"/>
                </a:ext>
              </a:extLst>
            </p:cNvPr>
            <p:cNvSpPr/>
            <p:nvPr/>
          </p:nvSpPr>
          <p:spPr>
            <a:xfrm>
              <a:off x="7159916" y="2418662"/>
              <a:ext cx="1604942" cy="1871699"/>
            </a:xfrm>
            <a:custGeom>
              <a:avLst/>
              <a:gdLst>
                <a:gd name="connsiteX0" fmla="*/ 514350 w 2546350"/>
                <a:gd name="connsiteY0" fmla="*/ 0 h 2838450"/>
                <a:gd name="connsiteX1" fmla="*/ 558800 w 2546350"/>
                <a:gd name="connsiteY1" fmla="*/ 66675 h 2838450"/>
                <a:gd name="connsiteX2" fmla="*/ 625475 w 2546350"/>
                <a:gd name="connsiteY2" fmla="*/ 76200 h 2838450"/>
                <a:gd name="connsiteX3" fmla="*/ 638175 w 2546350"/>
                <a:gd name="connsiteY3" fmla="*/ 69850 h 2838450"/>
                <a:gd name="connsiteX4" fmla="*/ 660400 w 2546350"/>
                <a:gd name="connsiteY4" fmla="*/ 142875 h 2838450"/>
                <a:gd name="connsiteX5" fmla="*/ 708025 w 2546350"/>
                <a:gd name="connsiteY5" fmla="*/ 238125 h 2838450"/>
                <a:gd name="connsiteX6" fmla="*/ 708025 w 2546350"/>
                <a:gd name="connsiteY6" fmla="*/ 269875 h 2838450"/>
                <a:gd name="connsiteX7" fmla="*/ 850900 w 2546350"/>
                <a:gd name="connsiteY7" fmla="*/ 304800 h 2838450"/>
                <a:gd name="connsiteX8" fmla="*/ 895350 w 2546350"/>
                <a:gd name="connsiteY8" fmla="*/ 301625 h 2838450"/>
                <a:gd name="connsiteX9" fmla="*/ 958850 w 2546350"/>
                <a:gd name="connsiteY9" fmla="*/ 323850 h 2838450"/>
                <a:gd name="connsiteX10" fmla="*/ 1000125 w 2546350"/>
                <a:gd name="connsiteY10" fmla="*/ 349250 h 2838450"/>
                <a:gd name="connsiteX11" fmla="*/ 1003300 w 2546350"/>
                <a:gd name="connsiteY11" fmla="*/ 476250 h 2838450"/>
                <a:gd name="connsiteX12" fmla="*/ 1076325 w 2546350"/>
                <a:gd name="connsiteY12" fmla="*/ 536575 h 2838450"/>
                <a:gd name="connsiteX13" fmla="*/ 1092200 w 2546350"/>
                <a:gd name="connsiteY13" fmla="*/ 625475 h 2838450"/>
                <a:gd name="connsiteX14" fmla="*/ 1066800 w 2546350"/>
                <a:gd name="connsiteY14" fmla="*/ 768350 h 2838450"/>
                <a:gd name="connsiteX15" fmla="*/ 1177925 w 2546350"/>
                <a:gd name="connsiteY15" fmla="*/ 777875 h 2838450"/>
                <a:gd name="connsiteX16" fmla="*/ 1219200 w 2546350"/>
                <a:gd name="connsiteY16" fmla="*/ 869950 h 2838450"/>
                <a:gd name="connsiteX17" fmla="*/ 1289050 w 2546350"/>
                <a:gd name="connsiteY17" fmla="*/ 873125 h 2838450"/>
                <a:gd name="connsiteX18" fmla="*/ 1330325 w 2546350"/>
                <a:gd name="connsiteY18" fmla="*/ 854075 h 2838450"/>
                <a:gd name="connsiteX19" fmla="*/ 1343025 w 2546350"/>
                <a:gd name="connsiteY19" fmla="*/ 898525 h 2838450"/>
                <a:gd name="connsiteX20" fmla="*/ 1416050 w 2546350"/>
                <a:gd name="connsiteY20" fmla="*/ 873125 h 2838450"/>
                <a:gd name="connsiteX21" fmla="*/ 1450975 w 2546350"/>
                <a:gd name="connsiteY21" fmla="*/ 895350 h 2838450"/>
                <a:gd name="connsiteX22" fmla="*/ 1533525 w 2546350"/>
                <a:gd name="connsiteY22" fmla="*/ 790575 h 2838450"/>
                <a:gd name="connsiteX23" fmla="*/ 1597025 w 2546350"/>
                <a:gd name="connsiteY23" fmla="*/ 758825 h 2838450"/>
                <a:gd name="connsiteX24" fmla="*/ 1660525 w 2546350"/>
                <a:gd name="connsiteY24" fmla="*/ 768350 h 2838450"/>
                <a:gd name="connsiteX25" fmla="*/ 1670050 w 2546350"/>
                <a:gd name="connsiteY25" fmla="*/ 866775 h 2838450"/>
                <a:gd name="connsiteX26" fmla="*/ 1739900 w 2546350"/>
                <a:gd name="connsiteY26" fmla="*/ 977900 h 2838450"/>
                <a:gd name="connsiteX27" fmla="*/ 1717675 w 2546350"/>
                <a:gd name="connsiteY27" fmla="*/ 1060450 h 2838450"/>
                <a:gd name="connsiteX28" fmla="*/ 1727200 w 2546350"/>
                <a:gd name="connsiteY28" fmla="*/ 1098550 h 2838450"/>
                <a:gd name="connsiteX29" fmla="*/ 1838325 w 2546350"/>
                <a:gd name="connsiteY29" fmla="*/ 1098550 h 2838450"/>
                <a:gd name="connsiteX30" fmla="*/ 1841500 w 2546350"/>
                <a:gd name="connsiteY30" fmla="*/ 1136650 h 2838450"/>
                <a:gd name="connsiteX31" fmla="*/ 1905000 w 2546350"/>
                <a:gd name="connsiteY31" fmla="*/ 1146175 h 2838450"/>
                <a:gd name="connsiteX32" fmla="*/ 1905000 w 2546350"/>
                <a:gd name="connsiteY32" fmla="*/ 1146175 h 2838450"/>
                <a:gd name="connsiteX33" fmla="*/ 1993900 w 2546350"/>
                <a:gd name="connsiteY33" fmla="*/ 1155700 h 2838450"/>
                <a:gd name="connsiteX34" fmla="*/ 2000250 w 2546350"/>
                <a:gd name="connsiteY34" fmla="*/ 1082675 h 2838450"/>
                <a:gd name="connsiteX35" fmla="*/ 2022475 w 2546350"/>
                <a:gd name="connsiteY35" fmla="*/ 1066800 h 2838450"/>
                <a:gd name="connsiteX36" fmla="*/ 2095500 w 2546350"/>
                <a:gd name="connsiteY36" fmla="*/ 1098550 h 2838450"/>
                <a:gd name="connsiteX37" fmla="*/ 2098675 w 2546350"/>
                <a:gd name="connsiteY37" fmla="*/ 1130300 h 2838450"/>
                <a:gd name="connsiteX38" fmla="*/ 2127250 w 2546350"/>
                <a:gd name="connsiteY38" fmla="*/ 1098550 h 2838450"/>
                <a:gd name="connsiteX39" fmla="*/ 2168525 w 2546350"/>
                <a:gd name="connsiteY39" fmla="*/ 1146175 h 2838450"/>
                <a:gd name="connsiteX40" fmla="*/ 2184400 w 2546350"/>
                <a:gd name="connsiteY40" fmla="*/ 1174750 h 2838450"/>
                <a:gd name="connsiteX41" fmla="*/ 2219325 w 2546350"/>
                <a:gd name="connsiteY41" fmla="*/ 1181100 h 2838450"/>
                <a:gd name="connsiteX42" fmla="*/ 2292350 w 2546350"/>
                <a:gd name="connsiteY42" fmla="*/ 1203325 h 2838450"/>
                <a:gd name="connsiteX43" fmla="*/ 2336800 w 2546350"/>
                <a:gd name="connsiteY43" fmla="*/ 1181100 h 2838450"/>
                <a:gd name="connsiteX44" fmla="*/ 2339975 w 2546350"/>
                <a:gd name="connsiteY44" fmla="*/ 1041400 h 2838450"/>
                <a:gd name="connsiteX45" fmla="*/ 2365375 w 2546350"/>
                <a:gd name="connsiteY45" fmla="*/ 1019175 h 2838450"/>
                <a:gd name="connsiteX46" fmla="*/ 2397125 w 2546350"/>
                <a:gd name="connsiteY46" fmla="*/ 1047750 h 2838450"/>
                <a:gd name="connsiteX47" fmla="*/ 2381250 w 2546350"/>
                <a:gd name="connsiteY47" fmla="*/ 1146175 h 2838450"/>
                <a:gd name="connsiteX48" fmla="*/ 2413000 w 2546350"/>
                <a:gd name="connsiteY48" fmla="*/ 1162050 h 2838450"/>
                <a:gd name="connsiteX49" fmla="*/ 2413000 w 2546350"/>
                <a:gd name="connsiteY49" fmla="*/ 1193800 h 2838450"/>
                <a:gd name="connsiteX50" fmla="*/ 2374900 w 2546350"/>
                <a:gd name="connsiteY50" fmla="*/ 1206500 h 2838450"/>
                <a:gd name="connsiteX51" fmla="*/ 2400300 w 2546350"/>
                <a:gd name="connsiteY51" fmla="*/ 1270000 h 2838450"/>
                <a:gd name="connsiteX52" fmla="*/ 2393950 w 2546350"/>
                <a:gd name="connsiteY52" fmla="*/ 1311275 h 2838450"/>
                <a:gd name="connsiteX53" fmla="*/ 2393950 w 2546350"/>
                <a:gd name="connsiteY53" fmla="*/ 1365250 h 2838450"/>
                <a:gd name="connsiteX54" fmla="*/ 2419350 w 2546350"/>
                <a:gd name="connsiteY54" fmla="*/ 1371600 h 2838450"/>
                <a:gd name="connsiteX55" fmla="*/ 2406650 w 2546350"/>
                <a:gd name="connsiteY55" fmla="*/ 1428750 h 2838450"/>
                <a:gd name="connsiteX56" fmla="*/ 2413000 w 2546350"/>
                <a:gd name="connsiteY56" fmla="*/ 1463675 h 2838450"/>
                <a:gd name="connsiteX57" fmla="*/ 2432050 w 2546350"/>
                <a:gd name="connsiteY57" fmla="*/ 1463675 h 2838450"/>
                <a:gd name="connsiteX58" fmla="*/ 2403475 w 2546350"/>
                <a:gd name="connsiteY58" fmla="*/ 1527175 h 2838450"/>
                <a:gd name="connsiteX59" fmla="*/ 2435225 w 2546350"/>
                <a:gd name="connsiteY59" fmla="*/ 1565275 h 2838450"/>
                <a:gd name="connsiteX60" fmla="*/ 2457450 w 2546350"/>
                <a:gd name="connsiteY60" fmla="*/ 1562100 h 2838450"/>
                <a:gd name="connsiteX61" fmla="*/ 2460625 w 2546350"/>
                <a:gd name="connsiteY61" fmla="*/ 1593850 h 2838450"/>
                <a:gd name="connsiteX62" fmla="*/ 2416175 w 2546350"/>
                <a:gd name="connsiteY62" fmla="*/ 1609725 h 2838450"/>
                <a:gd name="connsiteX63" fmla="*/ 2432050 w 2546350"/>
                <a:gd name="connsiteY63" fmla="*/ 1628775 h 2838450"/>
                <a:gd name="connsiteX64" fmla="*/ 2470150 w 2546350"/>
                <a:gd name="connsiteY64" fmla="*/ 1647825 h 2838450"/>
                <a:gd name="connsiteX65" fmla="*/ 2466975 w 2546350"/>
                <a:gd name="connsiteY65" fmla="*/ 1676400 h 2838450"/>
                <a:gd name="connsiteX66" fmla="*/ 2495550 w 2546350"/>
                <a:gd name="connsiteY66" fmla="*/ 1692275 h 2838450"/>
                <a:gd name="connsiteX67" fmla="*/ 2527300 w 2546350"/>
                <a:gd name="connsiteY67" fmla="*/ 1666875 h 2838450"/>
                <a:gd name="connsiteX68" fmla="*/ 2533650 w 2546350"/>
                <a:gd name="connsiteY68" fmla="*/ 1695450 h 2838450"/>
                <a:gd name="connsiteX69" fmla="*/ 2546350 w 2546350"/>
                <a:gd name="connsiteY69" fmla="*/ 1733550 h 2838450"/>
                <a:gd name="connsiteX70" fmla="*/ 2495550 w 2546350"/>
                <a:gd name="connsiteY70" fmla="*/ 1730375 h 2838450"/>
                <a:gd name="connsiteX71" fmla="*/ 2466975 w 2546350"/>
                <a:gd name="connsiteY71" fmla="*/ 1733550 h 2838450"/>
                <a:gd name="connsiteX72" fmla="*/ 2432050 w 2546350"/>
                <a:gd name="connsiteY72" fmla="*/ 1714500 h 2838450"/>
                <a:gd name="connsiteX73" fmla="*/ 2365375 w 2546350"/>
                <a:gd name="connsiteY73" fmla="*/ 1746250 h 2838450"/>
                <a:gd name="connsiteX74" fmla="*/ 2330450 w 2546350"/>
                <a:gd name="connsiteY74" fmla="*/ 1771650 h 2838450"/>
                <a:gd name="connsiteX75" fmla="*/ 2327275 w 2546350"/>
                <a:gd name="connsiteY75" fmla="*/ 1812925 h 2838450"/>
                <a:gd name="connsiteX76" fmla="*/ 2308225 w 2546350"/>
                <a:gd name="connsiteY76" fmla="*/ 1835150 h 2838450"/>
                <a:gd name="connsiteX77" fmla="*/ 2254250 w 2546350"/>
                <a:gd name="connsiteY77" fmla="*/ 1838325 h 2838450"/>
                <a:gd name="connsiteX78" fmla="*/ 2251075 w 2546350"/>
                <a:gd name="connsiteY78" fmla="*/ 1939925 h 2838450"/>
                <a:gd name="connsiteX79" fmla="*/ 2273300 w 2546350"/>
                <a:gd name="connsiteY79" fmla="*/ 2054225 h 2838450"/>
                <a:gd name="connsiteX80" fmla="*/ 2270125 w 2546350"/>
                <a:gd name="connsiteY80" fmla="*/ 2155825 h 2838450"/>
                <a:gd name="connsiteX81" fmla="*/ 2282825 w 2546350"/>
                <a:gd name="connsiteY81" fmla="*/ 2212975 h 2838450"/>
                <a:gd name="connsiteX82" fmla="*/ 2266950 w 2546350"/>
                <a:gd name="connsiteY82" fmla="*/ 2263775 h 2838450"/>
                <a:gd name="connsiteX83" fmla="*/ 2260600 w 2546350"/>
                <a:gd name="connsiteY83" fmla="*/ 2301875 h 2838450"/>
                <a:gd name="connsiteX84" fmla="*/ 2139950 w 2546350"/>
                <a:gd name="connsiteY84" fmla="*/ 2333625 h 2838450"/>
                <a:gd name="connsiteX85" fmla="*/ 2082800 w 2546350"/>
                <a:gd name="connsiteY85" fmla="*/ 2333625 h 2838450"/>
                <a:gd name="connsiteX86" fmla="*/ 2063750 w 2546350"/>
                <a:gd name="connsiteY86" fmla="*/ 2393950 h 2838450"/>
                <a:gd name="connsiteX87" fmla="*/ 1987550 w 2546350"/>
                <a:gd name="connsiteY87" fmla="*/ 2409825 h 2838450"/>
                <a:gd name="connsiteX88" fmla="*/ 1974850 w 2546350"/>
                <a:gd name="connsiteY88" fmla="*/ 2508250 h 2838450"/>
                <a:gd name="connsiteX89" fmla="*/ 1905000 w 2546350"/>
                <a:gd name="connsiteY89" fmla="*/ 2508250 h 2838450"/>
                <a:gd name="connsiteX90" fmla="*/ 1847850 w 2546350"/>
                <a:gd name="connsiteY90" fmla="*/ 2517775 h 2838450"/>
                <a:gd name="connsiteX91" fmla="*/ 1724025 w 2546350"/>
                <a:gd name="connsiteY91" fmla="*/ 2501900 h 2838450"/>
                <a:gd name="connsiteX92" fmla="*/ 1704975 w 2546350"/>
                <a:gd name="connsiteY92" fmla="*/ 2616200 h 2838450"/>
                <a:gd name="connsiteX93" fmla="*/ 1641475 w 2546350"/>
                <a:gd name="connsiteY93" fmla="*/ 2603500 h 2838450"/>
                <a:gd name="connsiteX94" fmla="*/ 1593850 w 2546350"/>
                <a:gd name="connsiteY94" fmla="*/ 2587625 h 2838450"/>
                <a:gd name="connsiteX95" fmla="*/ 1552575 w 2546350"/>
                <a:gd name="connsiteY95" fmla="*/ 2606675 h 2838450"/>
                <a:gd name="connsiteX96" fmla="*/ 1454150 w 2546350"/>
                <a:gd name="connsiteY96" fmla="*/ 2606675 h 2838450"/>
                <a:gd name="connsiteX97" fmla="*/ 1419225 w 2546350"/>
                <a:gd name="connsiteY97" fmla="*/ 2689225 h 2838450"/>
                <a:gd name="connsiteX98" fmla="*/ 1339850 w 2546350"/>
                <a:gd name="connsiteY98" fmla="*/ 2660650 h 2838450"/>
                <a:gd name="connsiteX99" fmla="*/ 1222375 w 2546350"/>
                <a:gd name="connsiteY99" fmla="*/ 2663825 h 2838450"/>
                <a:gd name="connsiteX100" fmla="*/ 1149350 w 2546350"/>
                <a:gd name="connsiteY100" fmla="*/ 2628900 h 2838450"/>
                <a:gd name="connsiteX101" fmla="*/ 1127125 w 2546350"/>
                <a:gd name="connsiteY101" fmla="*/ 2628900 h 2838450"/>
                <a:gd name="connsiteX102" fmla="*/ 1127125 w 2546350"/>
                <a:gd name="connsiteY102" fmla="*/ 2654300 h 2838450"/>
                <a:gd name="connsiteX103" fmla="*/ 1146175 w 2546350"/>
                <a:gd name="connsiteY103" fmla="*/ 2698750 h 2838450"/>
                <a:gd name="connsiteX104" fmla="*/ 1085850 w 2546350"/>
                <a:gd name="connsiteY104" fmla="*/ 2705100 h 2838450"/>
                <a:gd name="connsiteX105" fmla="*/ 1006475 w 2546350"/>
                <a:gd name="connsiteY105" fmla="*/ 2806700 h 2838450"/>
                <a:gd name="connsiteX106" fmla="*/ 958850 w 2546350"/>
                <a:gd name="connsiteY106" fmla="*/ 2806700 h 2838450"/>
                <a:gd name="connsiteX107" fmla="*/ 946150 w 2546350"/>
                <a:gd name="connsiteY107" fmla="*/ 2838450 h 2838450"/>
                <a:gd name="connsiteX108" fmla="*/ 758825 w 2546350"/>
                <a:gd name="connsiteY108" fmla="*/ 2797175 h 2838450"/>
                <a:gd name="connsiteX109" fmla="*/ 698500 w 2546350"/>
                <a:gd name="connsiteY109" fmla="*/ 2806700 h 2838450"/>
                <a:gd name="connsiteX110" fmla="*/ 657225 w 2546350"/>
                <a:gd name="connsiteY110" fmla="*/ 2797175 h 2838450"/>
                <a:gd name="connsiteX111" fmla="*/ 704850 w 2546350"/>
                <a:gd name="connsiteY111" fmla="*/ 2743200 h 2838450"/>
                <a:gd name="connsiteX112" fmla="*/ 704850 w 2546350"/>
                <a:gd name="connsiteY112" fmla="*/ 2705100 h 2838450"/>
                <a:gd name="connsiteX113" fmla="*/ 660400 w 2546350"/>
                <a:gd name="connsiteY113" fmla="*/ 2705100 h 2838450"/>
                <a:gd name="connsiteX114" fmla="*/ 708025 w 2546350"/>
                <a:gd name="connsiteY114" fmla="*/ 2552700 h 2838450"/>
                <a:gd name="connsiteX115" fmla="*/ 752475 w 2546350"/>
                <a:gd name="connsiteY115" fmla="*/ 2552700 h 2838450"/>
                <a:gd name="connsiteX116" fmla="*/ 809625 w 2546350"/>
                <a:gd name="connsiteY116" fmla="*/ 2409825 h 2838450"/>
                <a:gd name="connsiteX117" fmla="*/ 866775 w 2546350"/>
                <a:gd name="connsiteY117" fmla="*/ 2409825 h 2838450"/>
                <a:gd name="connsiteX118" fmla="*/ 885825 w 2546350"/>
                <a:gd name="connsiteY118" fmla="*/ 2317750 h 2838450"/>
                <a:gd name="connsiteX119" fmla="*/ 850900 w 2546350"/>
                <a:gd name="connsiteY119" fmla="*/ 2257425 h 2838450"/>
                <a:gd name="connsiteX120" fmla="*/ 815975 w 2546350"/>
                <a:gd name="connsiteY120" fmla="*/ 2311400 h 2838450"/>
                <a:gd name="connsiteX121" fmla="*/ 749300 w 2546350"/>
                <a:gd name="connsiteY121" fmla="*/ 2286000 h 2838450"/>
                <a:gd name="connsiteX122" fmla="*/ 720725 w 2546350"/>
                <a:gd name="connsiteY122" fmla="*/ 2289175 h 2838450"/>
                <a:gd name="connsiteX123" fmla="*/ 685800 w 2546350"/>
                <a:gd name="connsiteY123" fmla="*/ 2219325 h 2838450"/>
                <a:gd name="connsiteX124" fmla="*/ 746125 w 2546350"/>
                <a:gd name="connsiteY124" fmla="*/ 2171700 h 2838450"/>
                <a:gd name="connsiteX125" fmla="*/ 447675 w 2546350"/>
                <a:gd name="connsiteY125" fmla="*/ 1978025 h 2838450"/>
                <a:gd name="connsiteX126" fmla="*/ 479425 w 2546350"/>
                <a:gd name="connsiteY126" fmla="*/ 1917700 h 2838450"/>
                <a:gd name="connsiteX127" fmla="*/ 517525 w 2546350"/>
                <a:gd name="connsiteY127" fmla="*/ 1917700 h 2838450"/>
                <a:gd name="connsiteX128" fmla="*/ 473075 w 2546350"/>
                <a:gd name="connsiteY128" fmla="*/ 1835150 h 2838450"/>
                <a:gd name="connsiteX129" fmla="*/ 469900 w 2546350"/>
                <a:gd name="connsiteY129" fmla="*/ 1609725 h 2838450"/>
                <a:gd name="connsiteX130" fmla="*/ 377825 w 2546350"/>
                <a:gd name="connsiteY130" fmla="*/ 1609725 h 2838450"/>
                <a:gd name="connsiteX131" fmla="*/ 342900 w 2546350"/>
                <a:gd name="connsiteY131" fmla="*/ 1641475 h 2838450"/>
                <a:gd name="connsiteX132" fmla="*/ 285750 w 2546350"/>
                <a:gd name="connsiteY132" fmla="*/ 1597025 h 2838450"/>
                <a:gd name="connsiteX133" fmla="*/ 152400 w 2546350"/>
                <a:gd name="connsiteY133" fmla="*/ 1673225 h 2838450"/>
                <a:gd name="connsiteX134" fmla="*/ 73025 w 2546350"/>
                <a:gd name="connsiteY134" fmla="*/ 1651000 h 2838450"/>
                <a:gd name="connsiteX135" fmla="*/ 95250 w 2546350"/>
                <a:gd name="connsiteY135" fmla="*/ 1568450 h 2838450"/>
                <a:gd name="connsiteX136" fmla="*/ 98425 w 2546350"/>
                <a:gd name="connsiteY136" fmla="*/ 1524000 h 2838450"/>
                <a:gd name="connsiteX137" fmla="*/ 53975 w 2546350"/>
                <a:gd name="connsiteY137" fmla="*/ 1508125 h 2838450"/>
                <a:gd name="connsiteX138" fmla="*/ 114300 w 2546350"/>
                <a:gd name="connsiteY138" fmla="*/ 1431925 h 2838450"/>
                <a:gd name="connsiteX139" fmla="*/ 152400 w 2546350"/>
                <a:gd name="connsiteY139" fmla="*/ 1435100 h 2838450"/>
                <a:gd name="connsiteX140" fmla="*/ 168275 w 2546350"/>
                <a:gd name="connsiteY140" fmla="*/ 1422400 h 2838450"/>
                <a:gd name="connsiteX141" fmla="*/ 117475 w 2546350"/>
                <a:gd name="connsiteY141" fmla="*/ 1314450 h 2838450"/>
                <a:gd name="connsiteX142" fmla="*/ 171450 w 2546350"/>
                <a:gd name="connsiteY142" fmla="*/ 1254125 h 2838450"/>
                <a:gd name="connsiteX143" fmla="*/ 146050 w 2546350"/>
                <a:gd name="connsiteY143" fmla="*/ 1216025 h 2838450"/>
                <a:gd name="connsiteX144" fmla="*/ 193675 w 2546350"/>
                <a:gd name="connsiteY144" fmla="*/ 1136650 h 2838450"/>
                <a:gd name="connsiteX145" fmla="*/ 161925 w 2546350"/>
                <a:gd name="connsiteY145" fmla="*/ 1127125 h 2838450"/>
                <a:gd name="connsiteX146" fmla="*/ 95250 w 2546350"/>
                <a:gd name="connsiteY146" fmla="*/ 1114425 h 2838450"/>
                <a:gd name="connsiteX147" fmla="*/ 146050 w 2546350"/>
                <a:gd name="connsiteY147" fmla="*/ 965200 h 2838450"/>
                <a:gd name="connsiteX148" fmla="*/ 60325 w 2546350"/>
                <a:gd name="connsiteY148" fmla="*/ 968375 h 2838450"/>
                <a:gd name="connsiteX149" fmla="*/ 60325 w 2546350"/>
                <a:gd name="connsiteY149" fmla="*/ 895350 h 2838450"/>
                <a:gd name="connsiteX150" fmla="*/ 95250 w 2546350"/>
                <a:gd name="connsiteY150" fmla="*/ 854075 h 2838450"/>
                <a:gd name="connsiteX151" fmla="*/ 0 w 2546350"/>
                <a:gd name="connsiteY151" fmla="*/ 704850 h 2838450"/>
                <a:gd name="connsiteX152" fmla="*/ 44450 w 2546350"/>
                <a:gd name="connsiteY152" fmla="*/ 644525 h 2838450"/>
                <a:gd name="connsiteX153" fmla="*/ 146050 w 2546350"/>
                <a:gd name="connsiteY153" fmla="*/ 663575 h 2838450"/>
                <a:gd name="connsiteX154" fmla="*/ 196850 w 2546350"/>
                <a:gd name="connsiteY154" fmla="*/ 704850 h 2838450"/>
                <a:gd name="connsiteX155" fmla="*/ 266700 w 2546350"/>
                <a:gd name="connsiteY155" fmla="*/ 596900 h 2838450"/>
                <a:gd name="connsiteX156" fmla="*/ 301625 w 2546350"/>
                <a:gd name="connsiteY156" fmla="*/ 657225 h 2838450"/>
                <a:gd name="connsiteX157" fmla="*/ 396875 w 2546350"/>
                <a:gd name="connsiteY157" fmla="*/ 647700 h 2838450"/>
                <a:gd name="connsiteX158" fmla="*/ 425450 w 2546350"/>
                <a:gd name="connsiteY158" fmla="*/ 193675 h 2838450"/>
                <a:gd name="connsiteX159" fmla="*/ 422275 w 2546350"/>
                <a:gd name="connsiteY159" fmla="*/ 139700 h 2838450"/>
                <a:gd name="connsiteX160" fmla="*/ 514350 w 2546350"/>
                <a:gd name="connsiteY160" fmla="*/ 0 h 2838450"/>
                <a:gd name="connsiteX0" fmla="*/ 523875 w 2546350"/>
                <a:gd name="connsiteY0" fmla="*/ 0 h 2828925"/>
                <a:gd name="connsiteX1" fmla="*/ 558800 w 2546350"/>
                <a:gd name="connsiteY1" fmla="*/ 57150 h 2828925"/>
                <a:gd name="connsiteX2" fmla="*/ 625475 w 2546350"/>
                <a:gd name="connsiteY2" fmla="*/ 66675 h 2828925"/>
                <a:gd name="connsiteX3" fmla="*/ 638175 w 2546350"/>
                <a:gd name="connsiteY3" fmla="*/ 60325 h 2828925"/>
                <a:gd name="connsiteX4" fmla="*/ 660400 w 2546350"/>
                <a:gd name="connsiteY4" fmla="*/ 133350 h 2828925"/>
                <a:gd name="connsiteX5" fmla="*/ 708025 w 2546350"/>
                <a:gd name="connsiteY5" fmla="*/ 228600 h 2828925"/>
                <a:gd name="connsiteX6" fmla="*/ 708025 w 2546350"/>
                <a:gd name="connsiteY6" fmla="*/ 260350 h 2828925"/>
                <a:gd name="connsiteX7" fmla="*/ 850900 w 2546350"/>
                <a:gd name="connsiteY7" fmla="*/ 295275 h 2828925"/>
                <a:gd name="connsiteX8" fmla="*/ 895350 w 2546350"/>
                <a:gd name="connsiteY8" fmla="*/ 292100 h 2828925"/>
                <a:gd name="connsiteX9" fmla="*/ 958850 w 2546350"/>
                <a:gd name="connsiteY9" fmla="*/ 314325 h 2828925"/>
                <a:gd name="connsiteX10" fmla="*/ 1000125 w 2546350"/>
                <a:gd name="connsiteY10" fmla="*/ 339725 h 2828925"/>
                <a:gd name="connsiteX11" fmla="*/ 1003300 w 2546350"/>
                <a:gd name="connsiteY11" fmla="*/ 466725 h 2828925"/>
                <a:gd name="connsiteX12" fmla="*/ 1076325 w 2546350"/>
                <a:gd name="connsiteY12" fmla="*/ 527050 h 2828925"/>
                <a:gd name="connsiteX13" fmla="*/ 1092200 w 2546350"/>
                <a:gd name="connsiteY13" fmla="*/ 615950 h 2828925"/>
                <a:gd name="connsiteX14" fmla="*/ 1066800 w 2546350"/>
                <a:gd name="connsiteY14" fmla="*/ 758825 h 2828925"/>
                <a:gd name="connsiteX15" fmla="*/ 1177925 w 2546350"/>
                <a:gd name="connsiteY15" fmla="*/ 768350 h 2828925"/>
                <a:gd name="connsiteX16" fmla="*/ 1219200 w 2546350"/>
                <a:gd name="connsiteY16" fmla="*/ 860425 h 2828925"/>
                <a:gd name="connsiteX17" fmla="*/ 1289050 w 2546350"/>
                <a:gd name="connsiteY17" fmla="*/ 863600 h 2828925"/>
                <a:gd name="connsiteX18" fmla="*/ 1330325 w 2546350"/>
                <a:gd name="connsiteY18" fmla="*/ 844550 h 2828925"/>
                <a:gd name="connsiteX19" fmla="*/ 1343025 w 2546350"/>
                <a:gd name="connsiteY19" fmla="*/ 889000 h 2828925"/>
                <a:gd name="connsiteX20" fmla="*/ 1416050 w 2546350"/>
                <a:gd name="connsiteY20" fmla="*/ 863600 h 2828925"/>
                <a:gd name="connsiteX21" fmla="*/ 1450975 w 2546350"/>
                <a:gd name="connsiteY21" fmla="*/ 885825 h 2828925"/>
                <a:gd name="connsiteX22" fmla="*/ 1533525 w 2546350"/>
                <a:gd name="connsiteY22" fmla="*/ 781050 h 2828925"/>
                <a:gd name="connsiteX23" fmla="*/ 1597025 w 2546350"/>
                <a:gd name="connsiteY23" fmla="*/ 749300 h 2828925"/>
                <a:gd name="connsiteX24" fmla="*/ 1660525 w 2546350"/>
                <a:gd name="connsiteY24" fmla="*/ 758825 h 2828925"/>
                <a:gd name="connsiteX25" fmla="*/ 1670050 w 2546350"/>
                <a:gd name="connsiteY25" fmla="*/ 857250 h 2828925"/>
                <a:gd name="connsiteX26" fmla="*/ 1739900 w 2546350"/>
                <a:gd name="connsiteY26" fmla="*/ 968375 h 2828925"/>
                <a:gd name="connsiteX27" fmla="*/ 1717675 w 2546350"/>
                <a:gd name="connsiteY27" fmla="*/ 1050925 h 2828925"/>
                <a:gd name="connsiteX28" fmla="*/ 1727200 w 2546350"/>
                <a:gd name="connsiteY28" fmla="*/ 1089025 h 2828925"/>
                <a:gd name="connsiteX29" fmla="*/ 1838325 w 2546350"/>
                <a:gd name="connsiteY29" fmla="*/ 1089025 h 2828925"/>
                <a:gd name="connsiteX30" fmla="*/ 1841500 w 2546350"/>
                <a:gd name="connsiteY30" fmla="*/ 1127125 h 2828925"/>
                <a:gd name="connsiteX31" fmla="*/ 1905000 w 2546350"/>
                <a:gd name="connsiteY31" fmla="*/ 1136650 h 2828925"/>
                <a:gd name="connsiteX32" fmla="*/ 1905000 w 2546350"/>
                <a:gd name="connsiteY32" fmla="*/ 1136650 h 2828925"/>
                <a:gd name="connsiteX33" fmla="*/ 1993900 w 2546350"/>
                <a:gd name="connsiteY33" fmla="*/ 1146175 h 2828925"/>
                <a:gd name="connsiteX34" fmla="*/ 2000250 w 2546350"/>
                <a:gd name="connsiteY34" fmla="*/ 1073150 h 2828925"/>
                <a:gd name="connsiteX35" fmla="*/ 2022475 w 2546350"/>
                <a:gd name="connsiteY35" fmla="*/ 1057275 h 2828925"/>
                <a:gd name="connsiteX36" fmla="*/ 2095500 w 2546350"/>
                <a:gd name="connsiteY36" fmla="*/ 1089025 h 2828925"/>
                <a:gd name="connsiteX37" fmla="*/ 2098675 w 2546350"/>
                <a:gd name="connsiteY37" fmla="*/ 1120775 h 2828925"/>
                <a:gd name="connsiteX38" fmla="*/ 2127250 w 2546350"/>
                <a:gd name="connsiteY38" fmla="*/ 1089025 h 2828925"/>
                <a:gd name="connsiteX39" fmla="*/ 2168525 w 2546350"/>
                <a:gd name="connsiteY39" fmla="*/ 1136650 h 2828925"/>
                <a:gd name="connsiteX40" fmla="*/ 2184400 w 2546350"/>
                <a:gd name="connsiteY40" fmla="*/ 1165225 h 2828925"/>
                <a:gd name="connsiteX41" fmla="*/ 2219325 w 2546350"/>
                <a:gd name="connsiteY41" fmla="*/ 1171575 h 2828925"/>
                <a:gd name="connsiteX42" fmla="*/ 2292350 w 2546350"/>
                <a:gd name="connsiteY42" fmla="*/ 1193800 h 2828925"/>
                <a:gd name="connsiteX43" fmla="*/ 2336800 w 2546350"/>
                <a:gd name="connsiteY43" fmla="*/ 1171575 h 2828925"/>
                <a:gd name="connsiteX44" fmla="*/ 2339975 w 2546350"/>
                <a:gd name="connsiteY44" fmla="*/ 1031875 h 2828925"/>
                <a:gd name="connsiteX45" fmla="*/ 2365375 w 2546350"/>
                <a:gd name="connsiteY45" fmla="*/ 1009650 h 2828925"/>
                <a:gd name="connsiteX46" fmla="*/ 2397125 w 2546350"/>
                <a:gd name="connsiteY46" fmla="*/ 1038225 h 2828925"/>
                <a:gd name="connsiteX47" fmla="*/ 2381250 w 2546350"/>
                <a:gd name="connsiteY47" fmla="*/ 1136650 h 2828925"/>
                <a:gd name="connsiteX48" fmla="*/ 2413000 w 2546350"/>
                <a:gd name="connsiteY48" fmla="*/ 1152525 h 2828925"/>
                <a:gd name="connsiteX49" fmla="*/ 2413000 w 2546350"/>
                <a:gd name="connsiteY49" fmla="*/ 1184275 h 2828925"/>
                <a:gd name="connsiteX50" fmla="*/ 2374900 w 2546350"/>
                <a:gd name="connsiteY50" fmla="*/ 1196975 h 2828925"/>
                <a:gd name="connsiteX51" fmla="*/ 2400300 w 2546350"/>
                <a:gd name="connsiteY51" fmla="*/ 1260475 h 2828925"/>
                <a:gd name="connsiteX52" fmla="*/ 2393950 w 2546350"/>
                <a:gd name="connsiteY52" fmla="*/ 1301750 h 2828925"/>
                <a:gd name="connsiteX53" fmla="*/ 2393950 w 2546350"/>
                <a:gd name="connsiteY53" fmla="*/ 1355725 h 2828925"/>
                <a:gd name="connsiteX54" fmla="*/ 2419350 w 2546350"/>
                <a:gd name="connsiteY54" fmla="*/ 1362075 h 2828925"/>
                <a:gd name="connsiteX55" fmla="*/ 2406650 w 2546350"/>
                <a:gd name="connsiteY55" fmla="*/ 1419225 h 2828925"/>
                <a:gd name="connsiteX56" fmla="*/ 2413000 w 2546350"/>
                <a:gd name="connsiteY56" fmla="*/ 1454150 h 2828925"/>
                <a:gd name="connsiteX57" fmla="*/ 2432050 w 2546350"/>
                <a:gd name="connsiteY57" fmla="*/ 1454150 h 2828925"/>
                <a:gd name="connsiteX58" fmla="*/ 2403475 w 2546350"/>
                <a:gd name="connsiteY58" fmla="*/ 1517650 h 2828925"/>
                <a:gd name="connsiteX59" fmla="*/ 2435225 w 2546350"/>
                <a:gd name="connsiteY59" fmla="*/ 1555750 h 2828925"/>
                <a:gd name="connsiteX60" fmla="*/ 2457450 w 2546350"/>
                <a:gd name="connsiteY60" fmla="*/ 1552575 h 2828925"/>
                <a:gd name="connsiteX61" fmla="*/ 2460625 w 2546350"/>
                <a:gd name="connsiteY61" fmla="*/ 1584325 h 2828925"/>
                <a:gd name="connsiteX62" fmla="*/ 2416175 w 2546350"/>
                <a:gd name="connsiteY62" fmla="*/ 1600200 h 2828925"/>
                <a:gd name="connsiteX63" fmla="*/ 2432050 w 2546350"/>
                <a:gd name="connsiteY63" fmla="*/ 1619250 h 2828925"/>
                <a:gd name="connsiteX64" fmla="*/ 2470150 w 2546350"/>
                <a:gd name="connsiteY64" fmla="*/ 1638300 h 2828925"/>
                <a:gd name="connsiteX65" fmla="*/ 2466975 w 2546350"/>
                <a:gd name="connsiteY65" fmla="*/ 1666875 h 2828925"/>
                <a:gd name="connsiteX66" fmla="*/ 2495550 w 2546350"/>
                <a:gd name="connsiteY66" fmla="*/ 1682750 h 2828925"/>
                <a:gd name="connsiteX67" fmla="*/ 2527300 w 2546350"/>
                <a:gd name="connsiteY67" fmla="*/ 1657350 h 2828925"/>
                <a:gd name="connsiteX68" fmla="*/ 2533650 w 2546350"/>
                <a:gd name="connsiteY68" fmla="*/ 1685925 h 2828925"/>
                <a:gd name="connsiteX69" fmla="*/ 2546350 w 2546350"/>
                <a:gd name="connsiteY69" fmla="*/ 1724025 h 2828925"/>
                <a:gd name="connsiteX70" fmla="*/ 2495550 w 2546350"/>
                <a:gd name="connsiteY70" fmla="*/ 1720850 h 2828925"/>
                <a:gd name="connsiteX71" fmla="*/ 2466975 w 2546350"/>
                <a:gd name="connsiteY71" fmla="*/ 1724025 h 2828925"/>
                <a:gd name="connsiteX72" fmla="*/ 2432050 w 2546350"/>
                <a:gd name="connsiteY72" fmla="*/ 1704975 h 2828925"/>
                <a:gd name="connsiteX73" fmla="*/ 2365375 w 2546350"/>
                <a:gd name="connsiteY73" fmla="*/ 1736725 h 2828925"/>
                <a:gd name="connsiteX74" fmla="*/ 2330450 w 2546350"/>
                <a:gd name="connsiteY74" fmla="*/ 1762125 h 2828925"/>
                <a:gd name="connsiteX75" fmla="*/ 2327275 w 2546350"/>
                <a:gd name="connsiteY75" fmla="*/ 1803400 h 2828925"/>
                <a:gd name="connsiteX76" fmla="*/ 2308225 w 2546350"/>
                <a:gd name="connsiteY76" fmla="*/ 1825625 h 2828925"/>
                <a:gd name="connsiteX77" fmla="*/ 2254250 w 2546350"/>
                <a:gd name="connsiteY77" fmla="*/ 1828800 h 2828925"/>
                <a:gd name="connsiteX78" fmla="*/ 2251075 w 2546350"/>
                <a:gd name="connsiteY78" fmla="*/ 1930400 h 2828925"/>
                <a:gd name="connsiteX79" fmla="*/ 2273300 w 2546350"/>
                <a:gd name="connsiteY79" fmla="*/ 2044700 h 2828925"/>
                <a:gd name="connsiteX80" fmla="*/ 2270125 w 2546350"/>
                <a:gd name="connsiteY80" fmla="*/ 2146300 h 2828925"/>
                <a:gd name="connsiteX81" fmla="*/ 2282825 w 2546350"/>
                <a:gd name="connsiteY81" fmla="*/ 2203450 h 2828925"/>
                <a:gd name="connsiteX82" fmla="*/ 2266950 w 2546350"/>
                <a:gd name="connsiteY82" fmla="*/ 2254250 h 2828925"/>
                <a:gd name="connsiteX83" fmla="*/ 2260600 w 2546350"/>
                <a:gd name="connsiteY83" fmla="*/ 2292350 h 2828925"/>
                <a:gd name="connsiteX84" fmla="*/ 2139950 w 2546350"/>
                <a:gd name="connsiteY84" fmla="*/ 2324100 h 2828925"/>
                <a:gd name="connsiteX85" fmla="*/ 2082800 w 2546350"/>
                <a:gd name="connsiteY85" fmla="*/ 2324100 h 2828925"/>
                <a:gd name="connsiteX86" fmla="*/ 2063750 w 2546350"/>
                <a:gd name="connsiteY86" fmla="*/ 2384425 h 2828925"/>
                <a:gd name="connsiteX87" fmla="*/ 1987550 w 2546350"/>
                <a:gd name="connsiteY87" fmla="*/ 2400300 h 2828925"/>
                <a:gd name="connsiteX88" fmla="*/ 1974850 w 2546350"/>
                <a:gd name="connsiteY88" fmla="*/ 2498725 h 2828925"/>
                <a:gd name="connsiteX89" fmla="*/ 1905000 w 2546350"/>
                <a:gd name="connsiteY89" fmla="*/ 2498725 h 2828925"/>
                <a:gd name="connsiteX90" fmla="*/ 1847850 w 2546350"/>
                <a:gd name="connsiteY90" fmla="*/ 2508250 h 2828925"/>
                <a:gd name="connsiteX91" fmla="*/ 1724025 w 2546350"/>
                <a:gd name="connsiteY91" fmla="*/ 2492375 h 2828925"/>
                <a:gd name="connsiteX92" fmla="*/ 1704975 w 2546350"/>
                <a:gd name="connsiteY92" fmla="*/ 2606675 h 2828925"/>
                <a:gd name="connsiteX93" fmla="*/ 1641475 w 2546350"/>
                <a:gd name="connsiteY93" fmla="*/ 2593975 h 2828925"/>
                <a:gd name="connsiteX94" fmla="*/ 1593850 w 2546350"/>
                <a:gd name="connsiteY94" fmla="*/ 2578100 h 2828925"/>
                <a:gd name="connsiteX95" fmla="*/ 1552575 w 2546350"/>
                <a:gd name="connsiteY95" fmla="*/ 2597150 h 2828925"/>
                <a:gd name="connsiteX96" fmla="*/ 1454150 w 2546350"/>
                <a:gd name="connsiteY96" fmla="*/ 2597150 h 2828925"/>
                <a:gd name="connsiteX97" fmla="*/ 1419225 w 2546350"/>
                <a:gd name="connsiteY97" fmla="*/ 2679700 h 2828925"/>
                <a:gd name="connsiteX98" fmla="*/ 1339850 w 2546350"/>
                <a:gd name="connsiteY98" fmla="*/ 2651125 h 2828925"/>
                <a:gd name="connsiteX99" fmla="*/ 1222375 w 2546350"/>
                <a:gd name="connsiteY99" fmla="*/ 2654300 h 2828925"/>
                <a:gd name="connsiteX100" fmla="*/ 1149350 w 2546350"/>
                <a:gd name="connsiteY100" fmla="*/ 2619375 h 2828925"/>
                <a:gd name="connsiteX101" fmla="*/ 1127125 w 2546350"/>
                <a:gd name="connsiteY101" fmla="*/ 2619375 h 2828925"/>
                <a:gd name="connsiteX102" fmla="*/ 1127125 w 2546350"/>
                <a:gd name="connsiteY102" fmla="*/ 2644775 h 2828925"/>
                <a:gd name="connsiteX103" fmla="*/ 1146175 w 2546350"/>
                <a:gd name="connsiteY103" fmla="*/ 2689225 h 2828925"/>
                <a:gd name="connsiteX104" fmla="*/ 1085850 w 2546350"/>
                <a:gd name="connsiteY104" fmla="*/ 2695575 h 2828925"/>
                <a:gd name="connsiteX105" fmla="*/ 1006475 w 2546350"/>
                <a:gd name="connsiteY105" fmla="*/ 2797175 h 2828925"/>
                <a:gd name="connsiteX106" fmla="*/ 958850 w 2546350"/>
                <a:gd name="connsiteY106" fmla="*/ 2797175 h 2828925"/>
                <a:gd name="connsiteX107" fmla="*/ 946150 w 2546350"/>
                <a:gd name="connsiteY107" fmla="*/ 2828925 h 2828925"/>
                <a:gd name="connsiteX108" fmla="*/ 758825 w 2546350"/>
                <a:gd name="connsiteY108" fmla="*/ 2787650 h 2828925"/>
                <a:gd name="connsiteX109" fmla="*/ 698500 w 2546350"/>
                <a:gd name="connsiteY109" fmla="*/ 2797175 h 2828925"/>
                <a:gd name="connsiteX110" fmla="*/ 657225 w 2546350"/>
                <a:gd name="connsiteY110" fmla="*/ 2787650 h 2828925"/>
                <a:gd name="connsiteX111" fmla="*/ 704850 w 2546350"/>
                <a:gd name="connsiteY111" fmla="*/ 2733675 h 2828925"/>
                <a:gd name="connsiteX112" fmla="*/ 704850 w 2546350"/>
                <a:gd name="connsiteY112" fmla="*/ 2695575 h 2828925"/>
                <a:gd name="connsiteX113" fmla="*/ 660400 w 2546350"/>
                <a:gd name="connsiteY113" fmla="*/ 2695575 h 2828925"/>
                <a:gd name="connsiteX114" fmla="*/ 708025 w 2546350"/>
                <a:gd name="connsiteY114" fmla="*/ 2543175 h 2828925"/>
                <a:gd name="connsiteX115" fmla="*/ 752475 w 2546350"/>
                <a:gd name="connsiteY115" fmla="*/ 2543175 h 2828925"/>
                <a:gd name="connsiteX116" fmla="*/ 809625 w 2546350"/>
                <a:gd name="connsiteY116" fmla="*/ 2400300 h 2828925"/>
                <a:gd name="connsiteX117" fmla="*/ 866775 w 2546350"/>
                <a:gd name="connsiteY117" fmla="*/ 2400300 h 2828925"/>
                <a:gd name="connsiteX118" fmla="*/ 885825 w 2546350"/>
                <a:gd name="connsiteY118" fmla="*/ 2308225 h 2828925"/>
                <a:gd name="connsiteX119" fmla="*/ 850900 w 2546350"/>
                <a:gd name="connsiteY119" fmla="*/ 2247900 h 2828925"/>
                <a:gd name="connsiteX120" fmla="*/ 815975 w 2546350"/>
                <a:gd name="connsiteY120" fmla="*/ 2301875 h 2828925"/>
                <a:gd name="connsiteX121" fmla="*/ 749300 w 2546350"/>
                <a:gd name="connsiteY121" fmla="*/ 2276475 h 2828925"/>
                <a:gd name="connsiteX122" fmla="*/ 720725 w 2546350"/>
                <a:gd name="connsiteY122" fmla="*/ 2279650 h 2828925"/>
                <a:gd name="connsiteX123" fmla="*/ 685800 w 2546350"/>
                <a:gd name="connsiteY123" fmla="*/ 2209800 h 2828925"/>
                <a:gd name="connsiteX124" fmla="*/ 746125 w 2546350"/>
                <a:gd name="connsiteY124" fmla="*/ 2162175 h 2828925"/>
                <a:gd name="connsiteX125" fmla="*/ 447675 w 2546350"/>
                <a:gd name="connsiteY125" fmla="*/ 1968500 h 2828925"/>
                <a:gd name="connsiteX126" fmla="*/ 479425 w 2546350"/>
                <a:gd name="connsiteY126" fmla="*/ 1908175 h 2828925"/>
                <a:gd name="connsiteX127" fmla="*/ 517525 w 2546350"/>
                <a:gd name="connsiteY127" fmla="*/ 1908175 h 2828925"/>
                <a:gd name="connsiteX128" fmla="*/ 473075 w 2546350"/>
                <a:gd name="connsiteY128" fmla="*/ 1825625 h 2828925"/>
                <a:gd name="connsiteX129" fmla="*/ 469900 w 2546350"/>
                <a:gd name="connsiteY129" fmla="*/ 1600200 h 2828925"/>
                <a:gd name="connsiteX130" fmla="*/ 377825 w 2546350"/>
                <a:gd name="connsiteY130" fmla="*/ 1600200 h 2828925"/>
                <a:gd name="connsiteX131" fmla="*/ 342900 w 2546350"/>
                <a:gd name="connsiteY131" fmla="*/ 1631950 h 2828925"/>
                <a:gd name="connsiteX132" fmla="*/ 285750 w 2546350"/>
                <a:gd name="connsiteY132" fmla="*/ 1587500 h 2828925"/>
                <a:gd name="connsiteX133" fmla="*/ 152400 w 2546350"/>
                <a:gd name="connsiteY133" fmla="*/ 1663700 h 2828925"/>
                <a:gd name="connsiteX134" fmla="*/ 73025 w 2546350"/>
                <a:gd name="connsiteY134" fmla="*/ 1641475 h 2828925"/>
                <a:gd name="connsiteX135" fmla="*/ 95250 w 2546350"/>
                <a:gd name="connsiteY135" fmla="*/ 1558925 h 2828925"/>
                <a:gd name="connsiteX136" fmla="*/ 98425 w 2546350"/>
                <a:gd name="connsiteY136" fmla="*/ 1514475 h 2828925"/>
                <a:gd name="connsiteX137" fmla="*/ 53975 w 2546350"/>
                <a:gd name="connsiteY137" fmla="*/ 1498600 h 2828925"/>
                <a:gd name="connsiteX138" fmla="*/ 114300 w 2546350"/>
                <a:gd name="connsiteY138" fmla="*/ 1422400 h 2828925"/>
                <a:gd name="connsiteX139" fmla="*/ 152400 w 2546350"/>
                <a:gd name="connsiteY139" fmla="*/ 1425575 h 2828925"/>
                <a:gd name="connsiteX140" fmla="*/ 168275 w 2546350"/>
                <a:gd name="connsiteY140" fmla="*/ 1412875 h 2828925"/>
                <a:gd name="connsiteX141" fmla="*/ 117475 w 2546350"/>
                <a:gd name="connsiteY141" fmla="*/ 1304925 h 2828925"/>
                <a:gd name="connsiteX142" fmla="*/ 171450 w 2546350"/>
                <a:gd name="connsiteY142" fmla="*/ 1244600 h 2828925"/>
                <a:gd name="connsiteX143" fmla="*/ 146050 w 2546350"/>
                <a:gd name="connsiteY143" fmla="*/ 1206500 h 2828925"/>
                <a:gd name="connsiteX144" fmla="*/ 193675 w 2546350"/>
                <a:gd name="connsiteY144" fmla="*/ 1127125 h 2828925"/>
                <a:gd name="connsiteX145" fmla="*/ 161925 w 2546350"/>
                <a:gd name="connsiteY145" fmla="*/ 1117600 h 2828925"/>
                <a:gd name="connsiteX146" fmla="*/ 95250 w 2546350"/>
                <a:gd name="connsiteY146" fmla="*/ 1104900 h 2828925"/>
                <a:gd name="connsiteX147" fmla="*/ 146050 w 2546350"/>
                <a:gd name="connsiteY147" fmla="*/ 955675 h 2828925"/>
                <a:gd name="connsiteX148" fmla="*/ 60325 w 2546350"/>
                <a:gd name="connsiteY148" fmla="*/ 958850 h 2828925"/>
                <a:gd name="connsiteX149" fmla="*/ 60325 w 2546350"/>
                <a:gd name="connsiteY149" fmla="*/ 885825 h 2828925"/>
                <a:gd name="connsiteX150" fmla="*/ 95250 w 2546350"/>
                <a:gd name="connsiteY150" fmla="*/ 844550 h 2828925"/>
                <a:gd name="connsiteX151" fmla="*/ 0 w 2546350"/>
                <a:gd name="connsiteY151" fmla="*/ 695325 h 2828925"/>
                <a:gd name="connsiteX152" fmla="*/ 44450 w 2546350"/>
                <a:gd name="connsiteY152" fmla="*/ 635000 h 2828925"/>
                <a:gd name="connsiteX153" fmla="*/ 146050 w 2546350"/>
                <a:gd name="connsiteY153" fmla="*/ 654050 h 2828925"/>
                <a:gd name="connsiteX154" fmla="*/ 196850 w 2546350"/>
                <a:gd name="connsiteY154" fmla="*/ 695325 h 2828925"/>
                <a:gd name="connsiteX155" fmla="*/ 266700 w 2546350"/>
                <a:gd name="connsiteY155" fmla="*/ 587375 h 2828925"/>
                <a:gd name="connsiteX156" fmla="*/ 301625 w 2546350"/>
                <a:gd name="connsiteY156" fmla="*/ 647700 h 2828925"/>
                <a:gd name="connsiteX157" fmla="*/ 396875 w 2546350"/>
                <a:gd name="connsiteY157" fmla="*/ 638175 h 2828925"/>
                <a:gd name="connsiteX158" fmla="*/ 425450 w 2546350"/>
                <a:gd name="connsiteY158" fmla="*/ 184150 h 2828925"/>
                <a:gd name="connsiteX159" fmla="*/ 422275 w 2546350"/>
                <a:gd name="connsiteY159" fmla="*/ 130175 h 2828925"/>
                <a:gd name="connsiteX160" fmla="*/ 523875 w 2546350"/>
                <a:gd name="connsiteY160" fmla="*/ 0 h 2828925"/>
                <a:gd name="connsiteX0" fmla="*/ 523875 w 2546350"/>
                <a:gd name="connsiteY0" fmla="*/ 0 h 2828925"/>
                <a:gd name="connsiteX1" fmla="*/ 558800 w 2546350"/>
                <a:gd name="connsiteY1" fmla="*/ 57150 h 2828925"/>
                <a:gd name="connsiteX2" fmla="*/ 625475 w 2546350"/>
                <a:gd name="connsiteY2" fmla="*/ 66675 h 2828925"/>
                <a:gd name="connsiteX3" fmla="*/ 638175 w 2546350"/>
                <a:gd name="connsiteY3" fmla="*/ 60325 h 2828925"/>
                <a:gd name="connsiteX4" fmla="*/ 660400 w 2546350"/>
                <a:gd name="connsiteY4" fmla="*/ 133350 h 2828925"/>
                <a:gd name="connsiteX5" fmla="*/ 708025 w 2546350"/>
                <a:gd name="connsiteY5" fmla="*/ 228600 h 2828925"/>
                <a:gd name="connsiteX6" fmla="*/ 708025 w 2546350"/>
                <a:gd name="connsiteY6" fmla="*/ 260350 h 2828925"/>
                <a:gd name="connsiteX7" fmla="*/ 850900 w 2546350"/>
                <a:gd name="connsiteY7" fmla="*/ 295275 h 2828925"/>
                <a:gd name="connsiteX8" fmla="*/ 895350 w 2546350"/>
                <a:gd name="connsiteY8" fmla="*/ 292100 h 2828925"/>
                <a:gd name="connsiteX9" fmla="*/ 958850 w 2546350"/>
                <a:gd name="connsiteY9" fmla="*/ 314325 h 2828925"/>
                <a:gd name="connsiteX10" fmla="*/ 1000125 w 2546350"/>
                <a:gd name="connsiteY10" fmla="*/ 339725 h 2828925"/>
                <a:gd name="connsiteX11" fmla="*/ 1003300 w 2546350"/>
                <a:gd name="connsiteY11" fmla="*/ 466725 h 2828925"/>
                <a:gd name="connsiteX12" fmla="*/ 1076325 w 2546350"/>
                <a:gd name="connsiteY12" fmla="*/ 527050 h 2828925"/>
                <a:gd name="connsiteX13" fmla="*/ 1092200 w 2546350"/>
                <a:gd name="connsiteY13" fmla="*/ 615950 h 2828925"/>
                <a:gd name="connsiteX14" fmla="*/ 1066800 w 2546350"/>
                <a:gd name="connsiteY14" fmla="*/ 758825 h 2828925"/>
                <a:gd name="connsiteX15" fmla="*/ 1177925 w 2546350"/>
                <a:gd name="connsiteY15" fmla="*/ 768350 h 2828925"/>
                <a:gd name="connsiteX16" fmla="*/ 1219200 w 2546350"/>
                <a:gd name="connsiteY16" fmla="*/ 860425 h 2828925"/>
                <a:gd name="connsiteX17" fmla="*/ 1289050 w 2546350"/>
                <a:gd name="connsiteY17" fmla="*/ 863600 h 2828925"/>
                <a:gd name="connsiteX18" fmla="*/ 1330325 w 2546350"/>
                <a:gd name="connsiteY18" fmla="*/ 844550 h 2828925"/>
                <a:gd name="connsiteX19" fmla="*/ 1343025 w 2546350"/>
                <a:gd name="connsiteY19" fmla="*/ 889000 h 2828925"/>
                <a:gd name="connsiteX20" fmla="*/ 1416050 w 2546350"/>
                <a:gd name="connsiteY20" fmla="*/ 863600 h 2828925"/>
                <a:gd name="connsiteX21" fmla="*/ 1450975 w 2546350"/>
                <a:gd name="connsiteY21" fmla="*/ 885825 h 2828925"/>
                <a:gd name="connsiteX22" fmla="*/ 1533525 w 2546350"/>
                <a:gd name="connsiteY22" fmla="*/ 781050 h 2828925"/>
                <a:gd name="connsiteX23" fmla="*/ 1597025 w 2546350"/>
                <a:gd name="connsiteY23" fmla="*/ 749300 h 2828925"/>
                <a:gd name="connsiteX24" fmla="*/ 1660525 w 2546350"/>
                <a:gd name="connsiteY24" fmla="*/ 758825 h 2828925"/>
                <a:gd name="connsiteX25" fmla="*/ 1670050 w 2546350"/>
                <a:gd name="connsiteY25" fmla="*/ 857250 h 2828925"/>
                <a:gd name="connsiteX26" fmla="*/ 1739900 w 2546350"/>
                <a:gd name="connsiteY26" fmla="*/ 968375 h 2828925"/>
                <a:gd name="connsiteX27" fmla="*/ 1717675 w 2546350"/>
                <a:gd name="connsiteY27" fmla="*/ 1050925 h 2828925"/>
                <a:gd name="connsiteX28" fmla="*/ 1727200 w 2546350"/>
                <a:gd name="connsiteY28" fmla="*/ 1089025 h 2828925"/>
                <a:gd name="connsiteX29" fmla="*/ 1838325 w 2546350"/>
                <a:gd name="connsiteY29" fmla="*/ 1089025 h 2828925"/>
                <a:gd name="connsiteX30" fmla="*/ 1841500 w 2546350"/>
                <a:gd name="connsiteY30" fmla="*/ 1127125 h 2828925"/>
                <a:gd name="connsiteX31" fmla="*/ 1905000 w 2546350"/>
                <a:gd name="connsiteY31" fmla="*/ 1136650 h 2828925"/>
                <a:gd name="connsiteX32" fmla="*/ 1905000 w 2546350"/>
                <a:gd name="connsiteY32" fmla="*/ 1136650 h 2828925"/>
                <a:gd name="connsiteX33" fmla="*/ 1993900 w 2546350"/>
                <a:gd name="connsiteY33" fmla="*/ 1146175 h 2828925"/>
                <a:gd name="connsiteX34" fmla="*/ 2000250 w 2546350"/>
                <a:gd name="connsiteY34" fmla="*/ 1073150 h 2828925"/>
                <a:gd name="connsiteX35" fmla="*/ 2022475 w 2546350"/>
                <a:gd name="connsiteY35" fmla="*/ 1057275 h 2828925"/>
                <a:gd name="connsiteX36" fmla="*/ 2095500 w 2546350"/>
                <a:gd name="connsiteY36" fmla="*/ 1089025 h 2828925"/>
                <a:gd name="connsiteX37" fmla="*/ 2098675 w 2546350"/>
                <a:gd name="connsiteY37" fmla="*/ 1120775 h 2828925"/>
                <a:gd name="connsiteX38" fmla="*/ 2127250 w 2546350"/>
                <a:gd name="connsiteY38" fmla="*/ 1089025 h 2828925"/>
                <a:gd name="connsiteX39" fmla="*/ 2168525 w 2546350"/>
                <a:gd name="connsiteY39" fmla="*/ 1136650 h 2828925"/>
                <a:gd name="connsiteX40" fmla="*/ 2184400 w 2546350"/>
                <a:gd name="connsiteY40" fmla="*/ 1165225 h 2828925"/>
                <a:gd name="connsiteX41" fmla="*/ 2219325 w 2546350"/>
                <a:gd name="connsiteY41" fmla="*/ 1171575 h 2828925"/>
                <a:gd name="connsiteX42" fmla="*/ 2292350 w 2546350"/>
                <a:gd name="connsiteY42" fmla="*/ 1193800 h 2828925"/>
                <a:gd name="connsiteX43" fmla="*/ 2336800 w 2546350"/>
                <a:gd name="connsiteY43" fmla="*/ 1171575 h 2828925"/>
                <a:gd name="connsiteX44" fmla="*/ 2339975 w 2546350"/>
                <a:gd name="connsiteY44" fmla="*/ 1031875 h 2828925"/>
                <a:gd name="connsiteX45" fmla="*/ 2365375 w 2546350"/>
                <a:gd name="connsiteY45" fmla="*/ 1009650 h 2828925"/>
                <a:gd name="connsiteX46" fmla="*/ 2397125 w 2546350"/>
                <a:gd name="connsiteY46" fmla="*/ 1038225 h 2828925"/>
                <a:gd name="connsiteX47" fmla="*/ 2381250 w 2546350"/>
                <a:gd name="connsiteY47" fmla="*/ 1136650 h 2828925"/>
                <a:gd name="connsiteX48" fmla="*/ 2413000 w 2546350"/>
                <a:gd name="connsiteY48" fmla="*/ 1152525 h 2828925"/>
                <a:gd name="connsiteX49" fmla="*/ 2413000 w 2546350"/>
                <a:gd name="connsiteY49" fmla="*/ 1184275 h 2828925"/>
                <a:gd name="connsiteX50" fmla="*/ 2374900 w 2546350"/>
                <a:gd name="connsiteY50" fmla="*/ 1196975 h 2828925"/>
                <a:gd name="connsiteX51" fmla="*/ 2400300 w 2546350"/>
                <a:gd name="connsiteY51" fmla="*/ 1260475 h 2828925"/>
                <a:gd name="connsiteX52" fmla="*/ 2393950 w 2546350"/>
                <a:gd name="connsiteY52" fmla="*/ 1301750 h 2828925"/>
                <a:gd name="connsiteX53" fmla="*/ 2393950 w 2546350"/>
                <a:gd name="connsiteY53" fmla="*/ 1355725 h 2828925"/>
                <a:gd name="connsiteX54" fmla="*/ 2419350 w 2546350"/>
                <a:gd name="connsiteY54" fmla="*/ 1362075 h 2828925"/>
                <a:gd name="connsiteX55" fmla="*/ 2406650 w 2546350"/>
                <a:gd name="connsiteY55" fmla="*/ 1419225 h 2828925"/>
                <a:gd name="connsiteX56" fmla="*/ 2413000 w 2546350"/>
                <a:gd name="connsiteY56" fmla="*/ 1454150 h 2828925"/>
                <a:gd name="connsiteX57" fmla="*/ 2432050 w 2546350"/>
                <a:gd name="connsiteY57" fmla="*/ 1454150 h 2828925"/>
                <a:gd name="connsiteX58" fmla="*/ 2403475 w 2546350"/>
                <a:gd name="connsiteY58" fmla="*/ 1517650 h 2828925"/>
                <a:gd name="connsiteX59" fmla="*/ 2435225 w 2546350"/>
                <a:gd name="connsiteY59" fmla="*/ 1555750 h 2828925"/>
                <a:gd name="connsiteX60" fmla="*/ 2457450 w 2546350"/>
                <a:gd name="connsiteY60" fmla="*/ 1552575 h 2828925"/>
                <a:gd name="connsiteX61" fmla="*/ 2460625 w 2546350"/>
                <a:gd name="connsiteY61" fmla="*/ 1584325 h 2828925"/>
                <a:gd name="connsiteX62" fmla="*/ 2416175 w 2546350"/>
                <a:gd name="connsiteY62" fmla="*/ 1600200 h 2828925"/>
                <a:gd name="connsiteX63" fmla="*/ 2432050 w 2546350"/>
                <a:gd name="connsiteY63" fmla="*/ 1619250 h 2828925"/>
                <a:gd name="connsiteX64" fmla="*/ 2470150 w 2546350"/>
                <a:gd name="connsiteY64" fmla="*/ 1638300 h 2828925"/>
                <a:gd name="connsiteX65" fmla="*/ 2466975 w 2546350"/>
                <a:gd name="connsiteY65" fmla="*/ 1666875 h 2828925"/>
                <a:gd name="connsiteX66" fmla="*/ 2495550 w 2546350"/>
                <a:gd name="connsiteY66" fmla="*/ 1682750 h 2828925"/>
                <a:gd name="connsiteX67" fmla="*/ 2527300 w 2546350"/>
                <a:gd name="connsiteY67" fmla="*/ 1657350 h 2828925"/>
                <a:gd name="connsiteX68" fmla="*/ 2533650 w 2546350"/>
                <a:gd name="connsiteY68" fmla="*/ 1685925 h 2828925"/>
                <a:gd name="connsiteX69" fmla="*/ 2546350 w 2546350"/>
                <a:gd name="connsiteY69" fmla="*/ 1724025 h 2828925"/>
                <a:gd name="connsiteX70" fmla="*/ 2495550 w 2546350"/>
                <a:gd name="connsiteY70" fmla="*/ 1720850 h 2828925"/>
                <a:gd name="connsiteX71" fmla="*/ 2466975 w 2546350"/>
                <a:gd name="connsiteY71" fmla="*/ 1724025 h 2828925"/>
                <a:gd name="connsiteX72" fmla="*/ 2432050 w 2546350"/>
                <a:gd name="connsiteY72" fmla="*/ 1704975 h 2828925"/>
                <a:gd name="connsiteX73" fmla="*/ 2365375 w 2546350"/>
                <a:gd name="connsiteY73" fmla="*/ 1736725 h 2828925"/>
                <a:gd name="connsiteX74" fmla="*/ 2330450 w 2546350"/>
                <a:gd name="connsiteY74" fmla="*/ 1762125 h 2828925"/>
                <a:gd name="connsiteX75" fmla="*/ 2327275 w 2546350"/>
                <a:gd name="connsiteY75" fmla="*/ 1803400 h 2828925"/>
                <a:gd name="connsiteX76" fmla="*/ 2308225 w 2546350"/>
                <a:gd name="connsiteY76" fmla="*/ 1825625 h 2828925"/>
                <a:gd name="connsiteX77" fmla="*/ 2254250 w 2546350"/>
                <a:gd name="connsiteY77" fmla="*/ 1828800 h 2828925"/>
                <a:gd name="connsiteX78" fmla="*/ 2251075 w 2546350"/>
                <a:gd name="connsiteY78" fmla="*/ 1930400 h 2828925"/>
                <a:gd name="connsiteX79" fmla="*/ 2273300 w 2546350"/>
                <a:gd name="connsiteY79" fmla="*/ 2044700 h 2828925"/>
                <a:gd name="connsiteX80" fmla="*/ 2270125 w 2546350"/>
                <a:gd name="connsiteY80" fmla="*/ 2146300 h 2828925"/>
                <a:gd name="connsiteX81" fmla="*/ 2282825 w 2546350"/>
                <a:gd name="connsiteY81" fmla="*/ 2203450 h 2828925"/>
                <a:gd name="connsiteX82" fmla="*/ 2266950 w 2546350"/>
                <a:gd name="connsiteY82" fmla="*/ 2254250 h 2828925"/>
                <a:gd name="connsiteX83" fmla="*/ 2260600 w 2546350"/>
                <a:gd name="connsiteY83" fmla="*/ 2292350 h 2828925"/>
                <a:gd name="connsiteX84" fmla="*/ 2139950 w 2546350"/>
                <a:gd name="connsiteY84" fmla="*/ 2324100 h 2828925"/>
                <a:gd name="connsiteX85" fmla="*/ 2082800 w 2546350"/>
                <a:gd name="connsiteY85" fmla="*/ 2324100 h 2828925"/>
                <a:gd name="connsiteX86" fmla="*/ 2063750 w 2546350"/>
                <a:gd name="connsiteY86" fmla="*/ 2384425 h 2828925"/>
                <a:gd name="connsiteX87" fmla="*/ 1987550 w 2546350"/>
                <a:gd name="connsiteY87" fmla="*/ 2400300 h 2828925"/>
                <a:gd name="connsiteX88" fmla="*/ 1974850 w 2546350"/>
                <a:gd name="connsiteY88" fmla="*/ 2498725 h 2828925"/>
                <a:gd name="connsiteX89" fmla="*/ 1905000 w 2546350"/>
                <a:gd name="connsiteY89" fmla="*/ 2498725 h 2828925"/>
                <a:gd name="connsiteX90" fmla="*/ 1847850 w 2546350"/>
                <a:gd name="connsiteY90" fmla="*/ 2508250 h 2828925"/>
                <a:gd name="connsiteX91" fmla="*/ 1724025 w 2546350"/>
                <a:gd name="connsiteY91" fmla="*/ 2492375 h 2828925"/>
                <a:gd name="connsiteX92" fmla="*/ 1704975 w 2546350"/>
                <a:gd name="connsiteY92" fmla="*/ 2606675 h 2828925"/>
                <a:gd name="connsiteX93" fmla="*/ 1641475 w 2546350"/>
                <a:gd name="connsiteY93" fmla="*/ 2593975 h 2828925"/>
                <a:gd name="connsiteX94" fmla="*/ 1593850 w 2546350"/>
                <a:gd name="connsiteY94" fmla="*/ 2578100 h 2828925"/>
                <a:gd name="connsiteX95" fmla="*/ 1552575 w 2546350"/>
                <a:gd name="connsiteY95" fmla="*/ 2597150 h 2828925"/>
                <a:gd name="connsiteX96" fmla="*/ 1454150 w 2546350"/>
                <a:gd name="connsiteY96" fmla="*/ 2597150 h 2828925"/>
                <a:gd name="connsiteX97" fmla="*/ 1419225 w 2546350"/>
                <a:gd name="connsiteY97" fmla="*/ 2679700 h 2828925"/>
                <a:gd name="connsiteX98" fmla="*/ 1339850 w 2546350"/>
                <a:gd name="connsiteY98" fmla="*/ 2651125 h 2828925"/>
                <a:gd name="connsiteX99" fmla="*/ 1222375 w 2546350"/>
                <a:gd name="connsiteY99" fmla="*/ 2654300 h 2828925"/>
                <a:gd name="connsiteX100" fmla="*/ 1149350 w 2546350"/>
                <a:gd name="connsiteY100" fmla="*/ 2619375 h 2828925"/>
                <a:gd name="connsiteX101" fmla="*/ 1127125 w 2546350"/>
                <a:gd name="connsiteY101" fmla="*/ 2619375 h 2828925"/>
                <a:gd name="connsiteX102" fmla="*/ 1127125 w 2546350"/>
                <a:gd name="connsiteY102" fmla="*/ 2644775 h 2828925"/>
                <a:gd name="connsiteX103" fmla="*/ 1146175 w 2546350"/>
                <a:gd name="connsiteY103" fmla="*/ 2689225 h 2828925"/>
                <a:gd name="connsiteX104" fmla="*/ 1085850 w 2546350"/>
                <a:gd name="connsiteY104" fmla="*/ 2695575 h 2828925"/>
                <a:gd name="connsiteX105" fmla="*/ 1006475 w 2546350"/>
                <a:gd name="connsiteY105" fmla="*/ 2797175 h 2828925"/>
                <a:gd name="connsiteX106" fmla="*/ 958850 w 2546350"/>
                <a:gd name="connsiteY106" fmla="*/ 2797175 h 2828925"/>
                <a:gd name="connsiteX107" fmla="*/ 946150 w 2546350"/>
                <a:gd name="connsiteY107" fmla="*/ 2828925 h 2828925"/>
                <a:gd name="connsiteX108" fmla="*/ 758825 w 2546350"/>
                <a:gd name="connsiteY108" fmla="*/ 2787650 h 2828925"/>
                <a:gd name="connsiteX109" fmla="*/ 698500 w 2546350"/>
                <a:gd name="connsiteY109" fmla="*/ 2797175 h 2828925"/>
                <a:gd name="connsiteX110" fmla="*/ 657225 w 2546350"/>
                <a:gd name="connsiteY110" fmla="*/ 2787650 h 2828925"/>
                <a:gd name="connsiteX111" fmla="*/ 704850 w 2546350"/>
                <a:gd name="connsiteY111" fmla="*/ 2733675 h 2828925"/>
                <a:gd name="connsiteX112" fmla="*/ 704850 w 2546350"/>
                <a:gd name="connsiteY112" fmla="*/ 2695575 h 2828925"/>
                <a:gd name="connsiteX113" fmla="*/ 660400 w 2546350"/>
                <a:gd name="connsiteY113" fmla="*/ 2695575 h 2828925"/>
                <a:gd name="connsiteX114" fmla="*/ 708025 w 2546350"/>
                <a:gd name="connsiteY114" fmla="*/ 2543175 h 2828925"/>
                <a:gd name="connsiteX115" fmla="*/ 752475 w 2546350"/>
                <a:gd name="connsiteY115" fmla="*/ 2543175 h 2828925"/>
                <a:gd name="connsiteX116" fmla="*/ 809625 w 2546350"/>
                <a:gd name="connsiteY116" fmla="*/ 2400300 h 2828925"/>
                <a:gd name="connsiteX117" fmla="*/ 866775 w 2546350"/>
                <a:gd name="connsiteY117" fmla="*/ 2400300 h 2828925"/>
                <a:gd name="connsiteX118" fmla="*/ 885825 w 2546350"/>
                <a:gd name="connsiteY118" fmla="*/ 2308225 h 2828925"/>
                <a:gd name="connsiteX119" fmla="*/ 850900 w 2546350"/>
                <a:gd name="connsiteY119" fmla="*/ 2247900 h 2828925"/>
                <a:gd name="connsiteX120" fmla="*/ 815975 w 2546350"/>
                <a:gd name="connsiteY120" fmla="*/ 2301875 h 2828925"/>
                <a:gd name="connsiteX121" fmla="*/ 749300 w 2546350"/>
                <a:gd name="connsiteY121" fmla="*/ 2276475 h 2828925"/>
                <a:gd name="connsiteX122" fmla="*/ 720725 w 2546350"/>
                <a:gd name="connsiteY122" fmla="*/ 2279650 h 2828925"/>
                <a:gd name="connsiteX123" fmla="*/ 685800 w 2546350"/>
                <a:gd name="connsiteY123" fmla="*/ 2209800 h 2828925"/>
                <a:gd name="connsiteX124" fmla="*/ 746125 w 2546350"/>
                <a:gd name="connsiteY124" fmla="*/ 2162175 h 2828925"/>
                <a:gd name="connsiteX125" fmla="*/ 447675 w 2546350"/>
                <a:gd name="connsiteY125" fmla="*/ 1968500 h 2828925"/>
                <a:gd name="connsiteX126" fmla="*/ 479425 w 2546350"/>
                <a:gd name="connsiteY126" fmla="*/ 1908175 h 2828925"/>
                <a:gd name="connsiteX127" fmla="*/ 517525 w 2546350"/>
                <a:gd name="connsiteY127" fmla="*/ 1908175 h 2828925"/>
                <a:gd name="connsiteX128" fmla="*/ 473075 w 2546350"/>
                <a:gd name="connsiteY128" fmla="*/ 1825625 h 2828925"/>
                <a:gd name="connsiteX129" fmla="*/ 469900 w 2546350"/>
                <a:gd name="connsiteY129" fmla="*/ 1600200 h 2828925"/>
                <a:gd name="connsiteX130" fmla="*/ 377825 w 2546350"/>
                <a:gd name="connsiteY130" fmla="*/ 1600200 h 2828925"/>
                <a:gd name="connsiteX131" fmla="*/ 342900 w 2546350"/>
                <a:gd name="connsiteY131" fmla="*/ 1631950 h 2828925"/>
                <a:gd name="connsiteX132" fmla="*/ 285750 w 2546350"/>
                <a:gd name="connsiteY132" fmla="*/ 1587500 h 2828925"/>
                <a:gd name="connsiteX133" fmla="*/ 152400 w 2546350"/>
                <a:gd name="connsiteY133" fmla="*/ 1663700 h 2828925"/>
                <a:gd name="connsiteX134" fmla="*/ 73025 w 2546350"/>
                <a:gd name="connsiteY134" fmla="*/ 1641475 h 2828925"/>
                <a:gd name="connsiteX135" fmla="*/ 95250 w 2546350"/>
                <a:gd name="connsiteY135" fmla="*/ 1558925 h 2828925"/>
                <a:gd name="connsiteX136" fmla="*/ 98425 w 2546350"/>
                <a:gd name="connsiteY136" fmla="*/ 1514475 h 2828925"/>
                <a:gd name="connsiteX137" fmla="*/ 53975 w 2546350"/>
                <a:gd name="connsiteY137" fmla="*/ 1498600 h 2828925"/>
                <a:gd name="connsiteX138" fmla="*/ 114300 w 2546350"/>
                <a:gd name="connsiteY138" fmla="*/ 1422400 h 2828925"/>
                <a:gd name="connsiteX139" fmla="*/ 152400 w 2546350"/>
                <a:gd name="connsiteY139" fmla="*/ 1425575 h 2828925"/>
                <a:gd name="connsiteX140" fmla="*/ 168275 w 2546350"/>
                <a:gd name="connsiteY140" fmla="*/ 1412875 h 2828925"/>
                <a:gd name="connsiteX141" fmla="*/ 117475 w 2546350"/>
                <a:gd name="connsiteY141" fmla="*/ 1304925 h 2828925"/>
                <a:gd name="connsiteX142" fmla="*/ 171450 w 2546350"/>
                <a:gd name="connsiteY142" fmla="*/ 1244600 h 2828925"/>
                <a:gd name="connsiteX143" fmla="*/ 146050 w 2546350"/>
                <a:gd name="connsiteY143" fmla="*/ 1206500 h 2828925"/>
                <a:gd name="connsiteX144" fmla="*/ 193675 w 2546350"/>
                <a:gd name="connsiteY144" fmla="*/ 1127125 h 2828925"/>
                <a:gd name="connsiteX145" fmla="*/ 161925 w 2546350"/>
                <a:gd name="connsiteY145" fmla="*/ 1117600 h 2828925"/>
                <a:gd name="connsiteX146" fmla="*/ 95250 w 2546350"/>
                <a:gd name="connsiteY146" fmla="*/ 1104900 h 2828925"/>
                <a:gd name="connsiteX147" fmla="*/ 146050 w 2546350"/>
                <a:gd name="connsiteY147" fmla="*/ 955675 h 2828925"/>
                <a:gd name="connsiteX148" fmla="*/ 60325 w 2546350"/>
                <a:gd name="connsiteY148" fmla="*/ 958850 h 2828925"/>
                <a:gd name="connsiteX149" fmla="*/ 60325 w 2546350"/>
                <a:gd name="connsiteY149" fmla="*/ 885825 h 2828925"/>
                <a:gd name="connsiteX150" fmla="*/ 95250 w 2546350"/>
                <a:gd name="connsiteY150" fmla="*/ 844550 h 2828925"/>
                <a:gd name="connsiteX151" fmla="*/ 0 w 2546350"/>
                <a:gd name="connsiteY151" fmla="*/ 695325 h 2828925"/>
                <a:gd name="connsiteX152" fmla="*/ 44450 w 2546350"/>
                <a:gd name="connsiteY152" fmla="*/ 635000 h 2828925"/>
                <a:gd name="connsiteX153" fmla="*/ 146050 w 2546350"/>
                <a:gd name="connsiteY153" fmla="*/ 654050 h 2828925"/>
                <a:gd name="connsiteX154" fmla="*/ 196850 w 2546350"/>
                <a:gd name="connsiteY154" fmla="*/ 695325 h 2828925"/>
                <a:gd name="connsiteX155" fmla="*/ 266700 w 2546350"/>
                <a:gd name="connsiteY155" fmla="*/ 587375 h 2828925"/>
                <a:gd name="connsiteX156" fmla="*/ 301625 w 2546350"/>
                <a:gd name="connsiteY156" fmla="*/ 647700 h 2828925"/>
                <a:gd name="connsiteX157" fmla="*/ 396875 w 2546350"/>
                <a:gd name="connsiteY157" fmla="*/ 638175 h 2828925"/>
                <a:gd name="connsiteX158" fmla="*/ 425450 w 2546350"/>
                <a:gd name="connsiteY158" fmla="*/ 184150 h 2828925"/>
                <a:gd name="connsiteX159" fmla="*/ 422275 w 2546350"/>
                <a:gd name="connsiteY159" fmla="*/ 130175 h 2828925"/>
                <a:gd name="connsiteX160" fmla="*/ 523875 w 2546350"/>
                <a:gd name="connsiteY160" fmla="*/ 0 h 2828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</a:cxnLst>
              <a:rect l="l" t="t" r="r" b="b"/>
              <a:pathLst>
                <a:path w="2546350" h="2828925">
                  <a:moveTo>
                    <a:pt x="523875" y="0"/>
                  </a:moveTo>
                  <a:lnTo>
                    <a:pt x="558800" y="57150"/>
                  </a:lnTo>
                  <a:lnTo>
                    <a:pt x="625475" y="66675"/>
                  </a:lnTo>
                  <a:lnTo>
                    <a:pt x="638175" y="60325"/>
                  </a:lnTo>
                  <a:lnTo>
                    <a:pt x="660400" y="133350"/>
                  </a:lnTo>
                  <a:lnTo>
                    <a:pt x="708025" y="228600"/>
                  </a:lnTo>
                  <a:lnTo>
                    <a:pt x="708025" y="260350"/>
                  </a:lnTo>
                  <a:lnTo>
                    <a:pt x="850900" y="295275"/>
                  </a:lnTo>
                  <a:lnTo>
                    <a:pt x="895350" y="292100"/>
                  </a:lnTo>
                  <a:lnTo>
                    <a:pt x="958850" y="314325"/>
                  </a:lnTo>
                  <a:lnTo>
                    <a:pt x="1000125" y="339725"/>
                  </a:lnTo>
                  <a:cubicBezTo>
                    <a:pt x="1001183" y="382058"/>
                    <a:pt x="1002242" y="424392"/>
                    <a:pt x="1003300" y="466725"/>
                  </a:cubicBezTo>
                  <a:lnTo>
                    <a:pt x="1076325" y="527050"/>
                  </a:lnTo>
                  <a:lnTo>
                    <a:pt x="1092200" y="615950"/>
                  </a:lnTo>
                  <a:lnTo>
                    <a:pt x="1066800" y="758825"/>
                  </a:lnTo>
                  <a:lnTo>
                    <a:pt x="1177925" y="768350"/>
                  </a:lnTo>
                  <a:lnTo>
                    <a:pt x="1219200" y="860425"/>
                  </a:lnTo>
                  <a:lnTo>
                    <a:pt x="1289050" y="863600"/>
                  </a:lnTo>
                  <a:lnTo>
                    <a:pt x="1330325" y="844550"/>
                  </a:lnTo>
                  <a:lnTo>
                    <a:pt x="1343025" y="889000"/>
                  </a:lnTo>
                  <a:lnTo>
                    <a:pt x="1416050" y="863600"/>
                  </a:lnTo>
                  <a:lnTo>
                    <a:pt x="1450975" y="885825"/>
                  </a:lnTo>
                  <a:lnTo>
                    <a:pt x="1533525" y="781050"/>
                  </a:lnTo>
                  <a:lnTo>
                    <a:pt x="1597025" y="749300"/>
                  </a:lnTo>
                  <a:lnTo>
                    <a:pt x="1660525" y="758825"/>
                  </a:lnTo>
                  <a:lnTo>
                    <a:pt x="1670050" y="857250"/>
                  </a:lnTo>
                  <a:lnTo>
                    <a:pt x="1739900" y="968375"/>
                  </a:lnTo>
                  <a:lnTo>
                    <a:pt x="1717675" y="1050925"/>
                  </a:lnTo>
                  <a:lnTo>
                    <a:pt x="1727200" y="1089025"/>
                  </a:lnTo>
                  <a:lnTo>
                    <a:pt x="1838325" y="1089025"/>
                  </a:lnTo>
                  <a:lnTo>
                    <a:pt x="1841500" y="1127125"/>
                  </a:lnTo>
                  <a:lnTo>
                    <a:pt x="1905000" y="1136650"/>
                  </a:lnTo>
                  <a:lnTo>
                    <a:pt x="1905000" y="1136650"/>
                  </a:lnTo>
                  <a:lnTo>
                    <a:pt x="1993900" y="1146175"/>
                  </a:lnTo>
                  <a:lnTo>
                    <a:pt x="2000250" y="1073150"/>
                  </a:lnTo>
                  <a:lnTo>
                    <a:pt x="2022475" y="1057275"/>
                  </a:lnTo>
                  <a:lnTo>
                    <a:pt x="2095500" y="1089025"/>
                  </a:lnTo>
                  <a:lnTo>
                    <a:pt x="2098675" y="1120775"/>
                  </a:lnTo>
                  <a:lnTo>
                    <a:pt x="2127250" y="1089025"/>
                  </a:lnTo>
                  <a:lnTo>
                    <a:pt x="2168525" y="1136650"/>
                  </a:lnTo>
                  <a:lnTo>
                    <a:pt x="2184400" y="1165225"/>
                  </a:lnTo>
                  <a:lnTo>
                    <a:pt x="2219325" y="1171575"/>
                  </a:lnTo>
                  <a:lnTo>
                    <a:pt x="2292350" y="1193800"/>
                  </a:lnTo>
                  <a:lnTo>
                    <a:pt x="2336800" y="1171575"/>
                  </a:lnTo>
                  <a:cubicBezTo>
                    <a:pt x="2337858" y="1125008"/>
                    <a:pt x="2338917" y="1078442"/>
                    <a:pt x="2339975" y="1031875"/>
                  </a:cubicBezTo>
                  <a:lnTo>
                    <a:pt x="2365375" y="1009650"/>
                  </a:lnTo>
                  <a:lnTo>
                    <a:pt x="2397125" y="1038225"/>
                  </a:lnTo>
                  <a:lnTo>
                    <a:pt x="2381250" y="1136650"/>
                  </a:lnTo>
                  <a:lnTo>
                    <a:pt x="2413000" y="1152525"/>
                  </a:lnTo>
                  <a:lnTo>
                    <a:pt x="2413000" y="1184275"/>
                  </a:lnTo>
                  <a:lnTo>
                    <a:pt x="2374900" y="1196975"/>
                  </a:lnTo>
                  <a:lnTo>
                    <a:pt x="2400300" y="1260475"/>
                  </a:lnTo>
                  <a:lnTo>
                    <a:pt x="2393950" y="1301750"/>
                  </a:lnTo>
                  <a:lnTo>
                    <a:pt x="2393950" y="1355725"/>
                  </a:lnTo>
                  <a:lnTo>
                    <a:pt x="2419350" y="1362075"/>
                  </a:lnTo>
                  <a:lnTo>
                    <a:pt x="2406650" y="1419225"/>
                  </a:lnTo>
                  <a:lnTo>
                    <a:pt x="2413000" y="1454150"/>
                  </a:lnTo>
                  <a:lnTo>
                    <a:pt x="2432050" y="1454150"/>
                  </a:lnTo>
                  <a:lnTo>
                    <a:pt x="2403475" y="1517650"/>
                  </a:lnTo>
                  <a:lnTo>
                    <a:pt x="2435225" y="1555750"/>
                  </a:lnTo>
                  <a:lnTo>
                    <a:pt x="2457450" y="1552575"/>
                  </a:lnTo>
                  <a:lnTo>
                    <a:pt x="2460625" y="1584325"/>
                  </a:lnTo>
                  <a:lnTo>
                    <a:pt x="2416175" y="1600200"/>
                  </a:lnTo>
                  <a:lnTo>
                    <a:pt x="2432050" y="1619250"/>
                  </a:lnTo>
                  <a:lnTo>
                    <a:pt x="2470150" y="1638300"/>
                  </a:lnTo>
                  <a:lnTo>
                    <a:pt x="2466975" y="1666875"/>
                  </a:lnTo>
                  <a:lnTo>
                    <a:pt x="2495550" y="1682750"/>
                  </a:lnTo>
                  <a:lnTo>
                    <a:pt x="2527300" y="1657350"/>
                  </a:lnTo>
                  <a:lnTo>
                    <a:pt x="2533650" y="1685925"/>
                  </a:lnTo>
                  <a:lnTo>
                    <a:pt x="2546350" y="1724025"/>
                  </a:lnTo>
                  <a:lnTo>
                    <a:pt x="2495550" y="1720850"/>
                  </a:lnTo>
                  <a:lnTo>
                    <a:pt x="2466975" y="1724025"/>
                  </a:lnTo>
                  <a:lnTo>
                    <a:pt x="2432050" y="1704975"/>
                  </a:lnTo>
                  <a:lnTo>
                    <a:pt x="2365375" y="1736725"/>
                  </a:lnTo>
                  <a:lnTo>
                    <a:pt x="2330450" y="1762125"/>
                  </a:lnTo>
                  <a:lnTo>
                    <a:pt x="2327275" y="1803400"/>
                  </a:lnTo>
                  <a:lnTo>
                    <a:pt x="2308225" y="1825625"/>
                  </a:lnTo>
                  <a:lnTo>
                    <a:pt x="2254250" y="1828800"/>
                  </a:lnTo>
                  <a:cubicBezTo>
                    <a:pt x="2253192" y="1862667"/>
                    <a:pt x="2252133" y="1896533"/>
                    <a:pt x="2251075" y="1930400"/>
                  </a:cubicBezTo>
                  <a:lnTo>
                    <a:pt x="2273300" y="2044700"/>
                  </a:lnTo>
                  <a:cubicBezTo>
                    <a:pt x="2272242" y="2078567"/>
                    <a:pt x="2271183" y="2112433"/>
                    <a:pt x="2270125" y="2146300"/>
                  </a:cubicBezTo>
                  <a:lnTo>
                    <a:pt x="2282825" y="2203450"/>
                  </a:lnTo>
                  <a:lnTo>
                    <a:pt x="2266950" y="2254250"/>
                  </a:lnTo>
                  <a:lnTo>
                    <a:pt x="2260600" y="2292350"/>
                  </a:lnTo>
                  <a:lnTo>
                    <a:pt x="2139950" y="2324100"/>
                  </a:lnTo>
                  <a:lnTo>
                    <a:pt x="2082800" y="2324100"/>
                  </a:lnTo>
                  <a:lnTo>
                    <a:pt x="2063750" y="2384425"/>
                  </a:lnTo>
                  <a:lnTo>
                    <a:pt x="1987550" y="2400300"/>
                  </a:lnTo>
                  <a:lnTo>
                    <a:pt x="1974850" y="2498725"/>
                  </a:lnTo>
                  <a:lnTo>
                    <a:pt x="1905000" y="2498725"/>
                  </a:lnTo>
                  <a:lnTo>
                    <a:pt x="1847850" y="2508250"/>
                  </a:lnTo>
                  <a:lnTo>
                    <a:pt x="1724025" y="2492375"/>
                  </a:lnTo>
                  <a:lnTo>
                    <a:pt x="1704975" y="2606675"/>
                  </a:lnTo>
                  <a:lnTo>
                    <a:pt x="1641475" y="2593975"/>
                  </a:lnTo>
                  <a:lnTo>
                    <a:pt x="1593850" y="2578100"/>
                  </a:lnTo>
                  <a:lnTo>
                    <a:pt x="1552575" y="2597150"/>
                  </a:lnTo>
                  <a:lnTo>
                    <a:pt x="1454150" y="2597150"/>
                  </a:lnTo>
                  <a:lnTo>
                    <a:pt x="1419225" y="2679700"/>
                  </a:lnTo>
                  <a:lnTo>
                    <a:pt x="1339850" y="2651125"/>
                  </a:lnTo>
                  <a:lnTo>
                    <a:pt x="1222375" y="2654300"/>
                  </a:lnTo>
                  <a:lnTo>
                    <a:pt x="1149350" y="2619375"/>
                  </a:lnTo>
                  <a:lnTo>
                    <a:pt x="1127125" y="2619375"/>
                  </a:lnTo>
                  <a:lnTo>
                    <a:pt x="1127125" y="2644775"/>
                  </a:lnTo>
                  <a:lnTo>
                    <a:pt x="1146175" y="2689225"/>
                  </a:lnTo>
                  <a:lnTo>
                    <a:pt x="1085850" y="2695575"/>
                  </a:lnTo>
                  <a:lnTo>
                    <a:pt x="1006475" y="2797175"/>
                  </a:lnTo>
                  <a:lnTo>
                    <a:pt x="958850" y="2797175"/>
                  </a:lnTo>
                  <a:lnTo>
                    <a:pt x="946150" y="2828925"/>
                  </a:lnTo>
                  <a:lnTo>
                    <a:pt x="758825" y="2787650"/>
                  </a:lnTo>
                  <a:lnTo>
                    <a:pt x="698500" y="2797175"/>
                  </a:lnTo>
                  <a:lnTo>
                    <a:pt x="657225" y="2787650"/>
                  </a:lnTo>
                  <a:lnTo>
                    <a:pt x="704850" y="2733675"/>
                  </a:lnTo>
                  <a:lnTo>
                    <a:pt x="704850" y="2695575"/>
                  </a:lnTo>
                  <a:lnTo>
                    <a:pt x="660400" y="2695575"/>
                  </a:lnTo>
                  <a:lnTo>
                    <a:pt x="708025" y="2543175"/>
                  </a:lnTo>
                  <a:lnTo>
                    <a:pt x="752475" y="2543175"/>
                  </a:lnTo>
                  <a:lnTo>
                    <a:pt x="809625" y="2400300"/>
                  </a:lnTo>
                  <a:lnTo>
                    <a:pt x="866775" y="2400300"/>
                  </a:lnTo>
                  <a:lnTo>
                    <a:pt x="885825" y="2308225"/>
                  </a:lnTo>
                  <a:lnTo>
                    <a:pt x="850900" y="2247900"/>
                  </a:lnTo>
                  <a:lnTo>
                    <a:pt x="815975" y="2301875"/>
                  </a:lnTo>
                  <a:lnTo>
                    <a:pt x="749300" y="2276475"/>
                  </a:lnTo>
                  <a:lnTo>
                    <a:pt x="720725" y="2279650"/>
                  </a:lnTo>
                  <a:lnTo>
                    <a:pt x="685800" y="2209800"/>
                  </a:lnTo>
                  <a:lnTo>
                    <a:pt x="746125" y="2162175"/>
                  </a:lnTo>
                  <a:lnTo>
                    <a:pt x="447675" y="1968500"/>
                  </a:lnTo>
                  <a:lnTo>
                    <a:pt x="479425" y="1908175"/>
                  </a:lnTo>
                  <a:lnTo>
                    <a:pt x="517525" y="1908175"/>
                  </a:lnTo>
                  <a:lnTo>
                    <a:pt x="473075" y="1825625"/>
                  </a:lnTo>
                  <a:cubicBezTo>
                    <a:pt x="472017" y="1750483"/>
                    <a:pt x="470958" y="1675342"/>
                    <a:pt x="469900" y="1600200"/>
                  </a:cubicBezTo>
                  <a:lnTo>
                    <a:pt x="377825" y="1600200"/>
                  </a:lnTo>
                  <a:lnTo>
                    <a:pt x="342900" y="1631950"/>
                  </a:lnTo>
                  <a:lnTo>
                    <a:pt x="285750" y="1587500"/>
                  </a:lnTo>
                  <a:lnTo>
                    <a:pt x="152400" y="1663700"/>
                  </a:lnTo>
                  <a:lnTo>
                    <a:pt x="73025" y="1641475"/>
                  </a:lnTo>
                  <a:lnTo>
                    <a:pt x="95250" y="1558925"/>
                  </a:lnTo>
                  <a:lnTo>
                    <a:pt x="98425" y="1514475"/>
                  </a:lnTo>
                  <a:lnTo>
                    <a:pt x="53975" y="1498600"/>
                  </a:lnTo>
                  <a:lnTo>
                    <a:pt x="114300" y="1422400"/>
                  </a:lnTo>
                  <a:lnTo>
                    <a:pt x="152400" y="1425575"/>
                  </a:lnTo>
                  <a:lnTo>
                    <a:pt x="168275" y="1412875"/>
                  </a:lnTo>
                  <a:lnTo>
                    <a:pt x="117475" y="1304925"/>
                  </a:lnTo>
                  <a:lnTo>
                    <a:pt x="171450" y="1244600"/>
                  </a:lnTo>
                  <a:lnTo>
                    <a:pt x="146050" y="1206500"/>
                  </a:lnTo>
                  <a:lnTo>
                    <a:pt x="193675" y="1127125"/>
                  </a:lnTo>
                  <a:lnTo>
                    <a:pt x="161925" y="1117600"/>
                  </a:lnTo>
                  <a:lnTo>
                    <a:pt x="95250" y="1104900"/>
                  </a:lnTo>
                  <a:lnTo>
                    <a:pt x="146050" y="955675"/>
                  </a:lnTo>
                  <a:lnTo>
                    <a:pt x="60325" y="958850"/>
                  </a:lnTo>
                  <a:lnTo>
                    <a:pt x="60325" y="885825"/>
                  </a:lnTo>
                  <a:lnTo>
                    <a:pt x="95250" y="844550"/>
                  </a:lnTo>
                  <a:lnTo>
                    <a:pt x="0" y="695325"/>
                  </a:lnTo>
                  <a:lnTo>
                    <a:pt x="44450" y="635000"/>
                  </a:lnTo>
                  <a:lnTo>
                    <a:pt x="146050" y="654050"/>
                  </a:lnTo>
                  <a:lnTo>
                    <a:pt x="196850" y="695325"/>
                  </a:lnTo>
                  <a:lnTo>
                    <a:pt x="266700" y="587375"/>
                  </a:lnTo>
                  <a:lnTo>
                    <a:pt x="301625" y="647700"/>
                  </a:lnTo>
                  <a:lnTo>
                    <a:pt x="396875" y="638175"/>
                  </a:lnTo>
                  <a:lnTo>
                    <a:pt x="425450" y="184150"/>
                  </a:lnTo>
                  <a:lnTo>
                    <a:pt x="422275" y="130175"/>
                  </a:lnTo>
                  <a:cubicBezTo>
                    <a:pt x="456142" y="86783"/>
                    <a:pt x="497152" y="60061"/>
                    <a:pt x="523875" y="0"/>
                  </a:cubicBezTo>
                  <a:close/>
                </a:path>
              </a:pathLst>
            </a:custGeom>
            <a:solidFill>
              <a:srgbClr val="ED7D31">
                <a:lumMod val="20000"/>
                <a:lumOff val="80000"/>
              </a:srgbClr>
            </a:solidFill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97" charset="-128"/>
                <a:cs typeface="Calibri" panose="020F0502020204030204" pitchFamily="34" charset="0"/>
              </a:endParaRPr>
            </a:p>
          </p:txBody>
        </p:sp>
        <p:sp>
          <p:nvSpPr>
            <p:cNvPr id="325" name="Freeform: Shape 368">
              <a:extLst>
                <a:ext uri="{FF2B5EF4-FFF2-40B4-BE49-F238E27FC236}">
                  <a16:creationId xmlns:a16="http://schemas.microsoft.com/office/drawing/2014/main" xmlns="" id="{E7CC2CCE-C08D-40AE-9DB2-C3CF72EB3C06}"/>
                </a:ext>
              </a:extLst>
            </p:cNvPr>
            <p:cNvSpPr/>
            <p:nvPr/>
          </p:nvSpPr>
          <p:spPr>
            <a:xfrm>
              <a:off x="6314920" y="2787855"/>
              <a:ext cx="966568" cy="836593"/>
            </a:xfrm>
            <a:custGeom>
              <a:avLst/>
              <a:gdLst>
                <a:gd name="connsiteX0" fmla="*/ 504825 w 1533525"/>
                <a:gd name="connsiteY0" fmla="*/ 383382 h 1264444"/>
                <a:gd name="connsiteX1" fmla="*/ 347663 w 1533525"/>
                <a:gd name="connsiteY1" fmla="*/ 292894 h 1264444"/>
                <a:gd name="connsiteX2" fmla="*/ 288132 w 1533525"/>
                <a:gd name="connsiteY2" fmla="*/ 347663 h 1264444"/>
                <a:gd name="connsiteX3" fmla="*/ 209550 w 1533525"/>
                <a:gd name="connsiteY3" fmla="*/ 326232 h 1264444"/>
                <a:gd name="connsiteX4" fmla="*/ 173832 w 1533525"/>
                <a:gd name="connsiteY4" fmla="*/ 392907 h 1264444"/>
                <a:gd name="connsiteX5" fmla="*/ 130969 w 1533525"/>
                <a:gd name="connsiteY5" fmla="*/ 400050 h 1264444"/>
                <a:gd name="connsiteX6" fmla="*/ 85725 w 1533525"/>
                <a:gd name="connsiteY6" fmla="*/ 438150 h 1264444"/>
                <a:gd name="connsiteX7" fmla="*/ 90488 w 1533525"/>
                <a:gd name="connsiteY7" fmla="*/ 526257 h 1264444"/>
                <a:gd name="connsiteX8" fmla="*/ 33338 w 1533525"/>
                <a:gd name="connsiteY8" fmla="*/ 526257 h 1264444"/>
                <a:gd name="connsiteX9" fmla="*/ 28575 w 1533525"/>
                <a:gd name="connsiteY9" fmla="*/ 569119 h 1264444"/>
                <a:gd name="connsiteX10" fmla="*/ 0 w 1533525"/>
                <a:gd name="connsiteY10" fmla="*/ 583407 h 1264444"/>
                <a:gd name="connsiteX11" fmla="*/ 38100 w 1533525"/>
                <a:gd name="connsiteY11" fmla="*/ 671513 h 1264444"/>
                <a:gd name="connsiteX12" fmla="*/ 21432 w 1533525"/>
                <a:gd name="connsiteY12" fmla="*/ 685800 h 1264444"/>
                <a:gd name="connsiteX13" fmla="*/ 71438 w 1533525"/>
                <a:gd name="connsiteY13" fmla="*/ 666750 h 1264444"/>
                <a:gd name="connsiteX14" fmla="*/ 171450 w 1533525"/>
                <a:gd name="connsiteY14" fmla="*/ 723900 h 1264444"/>
                <a:gd name="connsiteX15" fmla="*/ 128588 w 1533525"/>
                <a:gd name="connsiteY15" fmla="*/ 747713 h 1264444"/>
                <a:gd name="connsiteX16" fmla="*/ 95250 w 1533525"/>
                <a:gd name="connsiteY16" fmla="*/ 785813 h 1264444"/>
                <a:gd name="connsiteX17" fmla="*/ 100013 w 1533525"/>
                <a:gd name="connsiteY17" fmla="*/ 802482 h 1264444"/>
                <a:gd name="connsiteX18" fmla="*/ 54769 w 1533525"/>
                <a:gd name="connsiteY18" fmla="*/ 888207 h 1264444"/>
                <a:gd name="connsiteX19" fmla="*/ 111919 w 1533525"/>
                <a:gd name="connsiteY19" fmla="*/ 928688 h 1264444"/>
                <a:gd name="connsiteX20" fmla="*/ 157163 w 1533525"/>
                <a:gd name="connsiteY20" fmla="*/ 912019 h 1264444"/>
                <a:gd name="connsiteX21" fmla="*/ 238125 w 1533525"/>
                <a:gd name="connsiteY21" fmla="*/ 976313 h 1264444"/>
                <a:gd name="connsiteX22" fmla="*/ 314325 w 1533525"/>
                <a:gd name="connsiteY22" fmla="*/ 995363 h 1264444"/>
                <a:gd name="connsiteX23" fmla="*/ 323850 w 1533525"/>
                <a:gd name="connsiteY23" fmla="*/ 885825 h 1264444"/>
                <a:gd name="connsiteX24" fmla="*/ 402432 w 1533525"/>
                <a:gd name="connsiteY24" fmla="*/ 923925 h 1264444"/>
                <a:gd name="connsiteX25" fmla="*/ 466725 w 1533525"/>
                <a:gd name="connsiteY25" fmla="*/ 928688 h 1264444"/>
                <a:gd name="connsiteX26" fmla="*/ 471488 w 1533525"/>
                <a:gd name="connsiteY26" fmla="*/ 995363 h 1264444"/>
                <a:gd name="connsiteX27" fmla="*/ 557213 w 1533525"/>
                <a:gd name="connsiteY27" fmla="*/ 997744 h 1264444"/>
                <a:gd name="connsiteX28" fmla="*/ 564357 w 1533525"/>
                <a:gd name="connsiteY28" fmla="*/ 1071563 h 1264444"/>
                <a:gd name="connsiteX29" fmla="*/ 614363 w 1533525"/>
                <a:gd name="connsiteY29" fmla="*/ 1078707 h 1264444"/>
                <a:gd name="connsiteX30" fmla="*/ 590550 w 1533525"/>
                <a:gd name="connsiteY30" fmla="*/ 1154907 h 1264444"/>
                <a:gd name="connsiteX31" fmla="*/ 561975 w 1533525"/>
                <a:gd name="connsiteY31" fmla="*/ 1164432 h 1264444"/>
                <a:gd name="connsiteX32" fmla="*/ 552450 w 1533525"/>
                <a:gd name="connsiteY32" fmla="*/ 1185863 h 1264444"/>
                <a:gd name="connsiteX33" fmla="*/ 602457 w 1533525"/>
                <a:gd name="connsiteY33" fmla="*/ 1209675 h 1264444"/>
                <a:gd name="connsiteX34" fmla="*/ 611982 w 1533525"/>
                <a:gd name="connsiteY34" fmla="*/ 1216819 h 1264444"/>
                <a:gd name="connsiteX35" fmla="*/ 645319 w 1533525"/>
                <a:gd name="connsiteY35" fmla="*/ 1200150 h 1264444"/>
                <a:gd name="connsiteX36" fmla="*/ 669132 w 1533525"/>
                <a:gd name="connsiteY36" fmla="*/ 1231107 h 1264444"/>
                <a:gd name="connsiteX37" fmla="*/ 709613 w 1533525"/>
                <a:gd name="connsiteY37" fmla="*/ 1176338 h 1264444"/>
                <a:gd name="connsiteX38" fmla="*/ 731044 w 1533525"/>
                <a:gd name="connsiteY38" fmla="*/ 1185863 h 1264444"/>
                <a:gd name="connsiteX39" fmla="*/ 766763 w 1533525"/>
                <a:gd name="connsiteY39" fmla="*/ 1176338 h 1264444"/>
                <a:gd name="connsiteX40" fmla="*/ 809625 w 1533525"/>
                <a:gd name="connsiteY40" fmla="*/ 1193007 h 1264444"/>
                <a:gd name="connsiteX41" fmla="*/ 854869 w 1533525"/>
                <a:gd name="connsiteY41" fmla="*/ 1173957 h 1264444"/>
                <a:gd name="connsiteX42" fmla="*/ 909638 w 1533525"/>
                <a:gd name="connsiteY42" fmla="*/ 1183482 h 1264444"/>
                <a:gd name="connsiteX43" fmla="*/ 954882 w 1533525"/>
                <a:gd name="connsiteY43" fmla="*/ 1176338 h 1264444"/>
                <a:gd name="connsiteX44" fmla="*/ 969169 w 1533525"/>
                <a:gd name="connsiteY44" fmla="*/ 1119188 h 1264444"/>
                <a:gd name="connsiteX45" fmla="*/ 990600 w 1533525"/>
                <a:gd name="connsiteY45" fmla="*/ 1131094 h 1264444"/>
                <a:gd name="connsiteX46" fmla="*/ 990600 w 1533525"/>
                <a:gd name="connsiteY46" fmla="*/ 1173957 h 1264444"/>
                <a:gd name="connsiteX47" fmla="*/ 1023938 w 1533525"/>
                <a:gd name="connsiteY47" fmla="*/ 1197769 h 1264444"/>
                <a:gd name="connsiteX48" fmla="*/ 1038225 w 1533525"/>
                <a:gd name="connsiteY48" fmla="*/ 1223963 h 1264444"/>
                <a:gd name="connsiteX49" fmla="*/ 1085850 w 1533525"/>
                <a:gd name="connsiteY49" fmla="*/ 1264444 h 1264444"/>
                <a:gd name="connsiteX50" fmla="*/ 1138238 w 1533525"/>
                <a:gd name="connsiteY50" fmla="*/ 1264444 h 1264444"/>
                <a:gd name="connsiteX51" fmla="*/ 1166813 w 1533525"/>
                <a:gd name="connsiteY51" fmla="*/ 1221582 h 1264444"/>
                <a:gd name="connsiteX52" fmla="*/ 1138238 w 1533525"/>
                <a:gd name="connsiteY52" fmla="*/ 1190625 h 1264444"/>
                <a:gd name="connsiteX53" fmla="*/ 1126332 w 1533525"/>
                <a:gd name="connsiteY53" fmla="*/ 1100138 h 1264444"/>
                <a:gd name="connsiteX54" fmla="*/ 1209675 w 1533525"/>
                <a:gd name="connsiteY54" fmla="*/ 1040607 h 1264444"/>
                <a:gd name="connsiteX55" fmla="*/ 1178719 w 1533525"/>
                <a:gd name="connsiteY55" fmla="*/ 983457 h 1264444"/>
                <a:gd name="connsiteX56" fmla="*/ 1421607 w 1533525"/>
                <a:gd name="connsiteY56" fmla="*/ 1059657 h 1264444"/>
                <a:gd name="connsiteX57" fmla="*/ 1443038 w 1533525"/>
                <a:gd name="connsiteY57" fmla="*/ 954882 h 1264444"/>
                <a:gd name="connsiteX58" fmla="*/ 1393032 w 1533525"/>
                <a:gd name="connsiteY58" fmla="*/ 938213 h 1264444"/>
                <a:gd name="connsiteX59" fmla="*/ 1459707 w 1533525"/>
                <a:gd name="connsiteY59" fmla="*/ 864394 h 1264444"/>
                <a:gd name="connsiteX60" fmla="*/ 1500188 w 1533525"/>
                <a:gd name="connsiteY60" fmla="*/ 866775 h 1264444"/>
                <a:gd name="connsiteX61" fmla="*/ 1512094 w 1533525"/>
                <a:gd name="connsiteY61" fmla="*/ 852488 h 1264444"/>
                <a:gd name="connsiteX62" fmla="*/ 1459707 w 1533525"/>
                <a:gd name="connsiteY62" fmla="*/ 745332 h 1264444"/>
                <a:gd name="connsiteX63" fmla="*/ 1512094 w 1533525"/>
                <a:gd name="connsiteY63" fmla="*/ 683419 h 1264444"/>
                <a:gd name="connsiteX64" fmla="*/ 1488282 w 1533525"/>
                <a:gd name="connsiteY64" fmla="*/ 650082 h 1264444"/>
                <a:gd name="connsiteX65" fmla="*/ 1533525 w 1533525"/>
                <a:gd name="connsiteY65" fmla="*/ 564357 h 1264444"/>
                <a:gd name="connsiteX66" fmla="*/ 1438275 w 1533525"/>
                <a:gd name="connsiteY66" fmla="*/ 533400 h 1264444"/>
                <a:gd name="connsiteX67" fmla="*/ 1488282 w 1533525"/>
                <a:gd name="connsiteY67" fmla="*/ 400050 h 1264444"/>
                <a:gd name="connsiteX68" fmla="*/ 1402557 w 1533525"/>
                <a:gd name="connsiteY68" fmla="*/ 400050 h 1264444"/>
                <a:gd name="connsiteX69" fmla="*/ 1397794 w 1533525"/>
                <a:gd name="connsiteY69" fmla="*/ 326232 h 1264444"/>
                <a:gd name="connsiteX70" fmla="*/ 1435894 w 1533525"/>
                <a:gd name="connsiteY70" fmla="*/ 280988 h 1264444"/>
                <a:gd name="connsiteX71" fmla="*/ 1335882 w 1533525"/>
                <a:gd name="connsiteY71" fmla="*/ 130969 h 1264444"/>
                <a:gd name="connsiteX72" fmla="*/ 1295400 w 1533525"/>
                <a:gd name="connsiteY72" fmla="*/ 90488 h 1264444"/>
                <a:gd name="connsiteX73" fmla="*/ 1045369 w 1533525"/>
                <a:gd name="connsiteY73" fmla="*/ 97632 h 1264444"/>
                <a:gd name="connsiteX74" fmla="*/ 1040607 w 1533525"/>
                <a:gd name="connsiteY74" fmla="*/ 57150 h 1264444"/>
                <a:gd name="connsiteX75" fmla="*/ 990600 w 1533525"/>
                <a:gd name="connsiteY75" fmla="*/ 64294 h 1264444"/>
                <a:gd name="connsiteX76" fmla="*/ 923925 w 1533525"/>
                <a:gd name="connsiteY76" fmla="*/ 0 h 1264444"/>
                <a:gd name="connsiteX77" fmla="*/ 695325 w 1533525"/>
                <a:gd name="connsiteY77" fmla="*/ 9525 h 1264444"/>
                <a:gd name="connsiteX78" fmla="*/ 623888 w 1533525"/>
                <a:gd name="connsiteY78" fmla="*/ 109538 h 1264444"/>
                <a:gd name="connsiteX79" fmla="*/ 550069 w 1533525"/>
                <a:gd name="connsiteY79" fmla="*/ 69057 h 1264444"/>
                <a:gd name="connsiteX80" fmla="*/ 383382 w 1533525"/>
                <a:gd name="connsiteY80" fmla="*/ 119063 h 1264444"/>
                <a:gd name="connsiteX81" fmla="*/ 504825 w 1533525"/>
                <a:gd name="connsiteY81" fmla="*/ 383382 h 1264444"/>
                <a:gd name="connsiteX0" fmla="*/ 504825 w 1533525"/>
                <a:gd name="connsiteY0" fmla="*/ 383382 h 1264444"/>
                <a:gd name="connsiteX1" fmla="*/ 347663 w 1533525"/>
                <a:gd name="connsiteY1" fmla="*/ 292894 h 1264444"/>
                <a:gd name="connsiteX2" fmla="*/ 288132 w 1533525"/>
                <a:gd name="connsiteY2" fmla="*/ 347663 h 1264444"/>
                <a:gd name="connsiteX3" fmla="*/ 209550 w 1533525"/>
                <a:gd name="connsiteY3" fmla="*/ 326232 h 1264444"/>
                <a:gd name="connsiteX4" fmla="*/ 173832 w 1533525"/>
                <a:gd name="connsiteY4" fmla="*/ 392907 h 1264444"/>
                <a:gd name="connsiteX5" fmla="*/ 130969 w 1533525"/>
                <a:gd name="connsiteY5" fmla="*/ 400050 h 1264444"/>
                <a:gd name="connsiteX6" fmla="*/ 85725 w 1533525"/>
                <a:gd name="connsiteY6" fmla="*/ 438150 h 1264444"/>
                <a:gd name="connsiteX7" fmla="*/ 90488 w 1533525"/>
                <a:gd name="connsiteY7" fmla="*/ 526257 h 1264444"/>
                <a:gd name="connsiteX8" fmla="*/ 33338 w 1533525"/>
                <a:gd name="connsiteY8" fmla="*/ 526257 h 1264444"/>
                <a:gd name="connsiteX9" fmla="*/ 28575 w 1533525"/>
                <a:gd name="connsiteY9" fmla="*/ 569119 h 1264444"/>
                <a:gd name="connsiteX10" fmla="*/ 0 w 1533525"/>
                <a:gd name="connsiteY10" fmla="*/ 583407 h 1264444"/>
                <a:gd name="connsiteX11" fmla="*/ 38100 w 1533525"/>
                <a:gd name="connsiteY11" fmla="*/ 671513 h 1264444"/>
                <a:gd name="connsiteX12" fmla="*/ 21432 w 1533525"/>
                <a:gd name="connsiteY12" fmla="*/ 685800 h 1264444"/>
                <a:gd name="connsiteX13" fmla="*/ 71438 w 1533525"/>
                <a:gd name="connsiteY13" fmla="*/ 666750 h 1264444"/>
                <a:gd name="connsiteX14" fmla="*/ 171450 w 1533525"/>
                <a:gd name="connsiteY14" fmla="*/ 723900 h 1264444"/>
                <a:gd name="connsiteX15" fmla="*/ 128588 w 1533525"/>
                <a:gd name="connsiteY15" fmla="*/ 747713 h 1264444"/>
                <a:gd name="connsiteX16" fmla="*/ 95250 w 1533525"/>
                <a:gd name="connsiteY16" fmla="*/ 785813 h 1264444"/>
                <a:gd name="connsiteX17" fmla="*/ 100013 w 1533525"/>
                <a:gd name="connsiteY17" fmla="*/ 802482 h 1264444"/>
                <a:gd name="connsiteX18" fmla="*/ 54769 w 1533525"/>
                <a:gd name="connsiteY18" fmla="*/ 888207 h 1264444"/>
                <a:gd name="connsiteX19" fmla="*/ 111919 w 1533525"/>
                <a:gd name="connsiteY19" fmla="*/ 928688 h 1264444"/>
                <a:gd name="connsiteX20" fmla="*/ 157163 w 1533525"/>
                <a:gd name="connsiteY20" fmla="*/ 912019 h 1264444"/>
                <a:gd name="connsiteX21" fmla="*/ 238125 w 1533525"/>
                <a:gd name="connsiteY21" fmla="*/ 976313 h 1264444"/>
                <a:gd name="connsiteX22" fmla="*/ 314325 w 1533525"/>
                <a:gd name="connsiteY22" fmla="*/ 995363 h 1264444"/>
                <a:gd name="connsiteX23" fmla="*/ 323850 w 1533525"/>
                <a:gd name="connsiteY23" fmla="*/ 885825 h 1264444"/>
                <a:gd name="connsiteX24" fmla="*/ 402432 w 1533525"/>
                <a:gd name="connsiteY24" fmla="*/ 923925 h 1264444"/>
                <a:gd name="connsiteX25" fmla="*/ 466725 w 1533525"/>
                <a:gd name="connsiteY25" fmla="*/ 928688 h 1264444"/>
                <a:gd name="connsiteX26" fmla="*/ 471488 w 1533525"/>
                <a:gd name="connsiteY26" fmla="*/ 995363 h 1264444"/>
                <a:gd name="connsiteX27" fmla="*/ 557213 w 1533525"/>
                <a:gd name="connsiteY27" fmla="*/ 997744 h 1264444"/>
                <a:gd name="connsiteX28" fmla="*/ 564357 w 1533525"/>
                <a:gd name="connsiteY28" fmla="*/ 1071563 h 1264444"/>
                <a:gd name="connsiteX29" fmla="*/ 614363 w 1533525"/>
                <a:gd name="connsiteY29" fmla="*/ 1078707 h 1264444"/>
                <a:gd name="connsiteX30" fmla="*/ 590550 w 1533525"/>
                <a:gd name="connsiteY30" fmla="*/ 1154907 h 1264444"/>
                <a:gd name="connsiteX31" fmla="*/ 561975 w 1533525"/>
                <a:gd name="connsiteY31" fmla="*/ 1164432 h 1264444"/>
                <a:gd name="connsiteX32" fmla="*/ 552450 w 1533525"/>
                <a:gd name="connsiteY32" fmla="*/ 1185863 h 1264444"/>
                <a:gd name="connsiteX33" fmla="*/ 602457 w 1533525"/>
                <a:gd name="connsiteY33" fmla="*/ 1209675 h 1264444"/>
                <a:gd name="connsiteX34" fmla="*/ 611982 w 1533525"/>
                <a:gd name="connsiteY34" fmla="*/ 1216819 h 1264444"/>
                <a:gd name="connsiteX35" fmla="*/ 645319 w 1533525"/>
                <a:gd name="connsiteY35" fmla="*/ 1200150 h 1264444"/>
                <a:gd name="connsiteX36" fmla="*/ 669132 w 1533525"/>
                <a:gd name="connsiteY36" fmla="*/ 1231107 h 1264444"/>
                <a:gd name="connsiteX37" fmla="*/ 709613 w 1533525"/>
                <a:gd name="connsiteY37" fmla="*/ 1176338 h 1264444"/>
                <a:gd name="connsiteX38" fmla="*/ 731044 w 1533525"/>
                <a:gd name="connsiteY38" fmla="*/ 1185863 h 1264444"/>
                <a:gd name="connsiteX39" fmla="*/ 766763 w 1533525"/>
                <a:gd name="connsiteY39" fmla="*/ 1176338 h 1264444"/>
                <a:gd name="connsiteX40" fmla="*/ 809625 w 1533525"/>
                <a:gd name="connsiteY40" fmla="*/ 1193007 h 1264444"/>
                <a:gd name="connsiteX41" fmla="*/ 854869 w 1533525"/>
                <a:gd name="connsiteY41" fmla="*/ 1173957 h 1264444"/>
                <a:gd name="connsiteX42" fmla="*/ 909638 w 1533525"/>
                <a:gd name="connsiteY42" fmla="*/ 1183482 h 1264444"/>
                <a:gd name="connsiteX43" fmla="*/ 954882 w 1533525"/>
                <a:gd name="connsiteY43" fmla="*/ 1176338 h 1264444"/>
                <a:gd name="connsiteX44" fmla="*/ 969169 w 1533525"/>
                <a:gd name="connsiteY44" fmla="*/ 1119188 h 1264444"/>
                <a:gd name="connsiteX45" fmla="*/ 990600 w 1533525"/>
                <a:gd name="connsiteY45" fmla="*/ 1131094 h 1264444"/>
                <a:gd name="connsiteX46" fmla="*/ 990600 w 1533525"/>
                <a:gd name="connsiteY46" fmla="*/ 1173957 h 1264444"/>
                <a:gd name="connsiteX47" fmla="*/ 1023938 w 1533525"/>
                <a:gd name="connsiteY47" fmla="*/ 1197769 h 1264444"/>
                <a:gd name="connsiteX48" fmla="*/ 1038225 w 1533525"/>
                <a:gd name="connsiteY48" fmla="*/ 1223963 h 1264444"/>
                <a:gd name="connsiteX49" fmla="*/ 1085850 w 1533525"/>
                <a:gd name="connsiteY49" fmla="*/ 1264444 h 1264444"/>
                <a:gd name="connsiteX50" fmla="*/ 1138238 w 1533525"/>
                <a:gd name="connsiteY50" fmla="*/ 1264444 h 1264444"/>
                <a:gd name="connsiteX51" fmla="*/ 1166813 w 1533525"/>
                <a:gd name="connsiteY51" fmla="*/ 1221582 h 1264444"/>
                <a:gd name="connsiteX52" fmla="*/ 1138238 w 1533525"/>
                <a:gd name="connsiteY52" fmla="*/ 1190625 h 1264444"/>
                <a:gd name="connsiteX53" fmla="*/ 1126332 w 1533525"/>
                <a:gd name="connsiteY53" fmla="*/ 1100138 h 1264444"/>
                <a:gd name="connsiteX54" fmla="*/ 1209675 w 1533525"/>
                <a:gd name="connsiteY54" fmla="*/ 1040607 h 1264444"/>
                <a:gd name="connsiteX55" fmla="*/ 1178719 w 1533525"/>
                <a:gd name="connsiteY55" fmla="*/ 983457 h 1264444"/>
                <a:gd name="connsiteX56" fmla="*/ 1421607 w 1533525"/>
                <a:gd name="connsiteY56" fmla="*/ 1059657 h 1264444"/>
                <a:gd name="connsiteX57" fmla="*/ 1443038 w 1533525"/>
                <a:gd name="connsiteY57" fmla="*/ 954882 h 1264444"/>
                <a:gd name="connsiteX58" fmla="*/ 1393032 w 1533525"/>
                <a:gd name="connsiteY58" fmla="*/ 938213 h 1264444"/>
                <a:gd name="connsiteX59" fmla="*/ 1459707 w 1533525"/>
                <a:gd name="connsiteY59" fmla="*/ 864394 h 1264444"/>
                <a:gd name="connsiteX60" fmla="*/ 1500188 w 1533525"/>
                <a:gd name="connsiteY60" fmla="*/ 866775 h 1264444"/>
                <a:gd name="connsiteX61" fmla="*/ 1512094 w 1533525"/>
                <a:gd name="connsiteY61" fmla="*/ 852488 h 1264444"/>
                <a:gd name="connsiteX62" fmla="*/ 1459707 w 1533525"/>
                <a:gd name="connsiteY62" fmla="*/ 745332 h 1264444"/>
                <a:gd name="connsiteX63" fmla="*/ 1512094 w 1533525"/>
                <a:gd name="connsiteY63" fmla="*/ 683419 h 1264444"/>
                <a:gd name="connsiteX64" fmla="*/ 1488282 w 1533525"/>
                <a:gd name="connsiteY64" fmla="*/ 650082 h 1264444"/>
                <a:gd name="connsiteX65" fmla="*/ 1533525 w 1533525"/>
                <a:gd name="connsiteY65" fmla="*/ 564357 h 1264444"/>
                <a:gd name="connsiteX66" fmla="*/ 1438275 w 1533525"/>
                <a:gd name="connsiteY66" fmla="*/ 533400 h 1264444"/>
                <a:gd name="connsiteX67" fmla="*/ 1488282 w 1533525"/>
                <a:gd name="connsiteY67" fmla="*/ 400050 h 1264444"/>
                <a:gd name="connsiteX68" fmla="*/ 1402557 w 1533525"/>
                <a:gd name="connsiteY68" fmla="*/ 400050 h 1264444"/>
                <a:gd name="connsiteX69" fmla="*/ 1397794 w 1533525"/>
                <a:gd name="connsiteY69" fmla="*/ 326232 h 1264444"/>
                <a:gd name="connsiteX70" fmla="*/ 1435894 w 1533525"/>
                <a:gd name="connsiteY70" fmla="*/ 280988 h 1264444"/>
                <a:gd name="connsiteX71" fmla="*/ 1335882 w 1533525"/>
                <a:gd name="connsiteY71" fmla="*/ 130969 h 1264444"/>
                <a:gd name="connsiteX72" fmla="*/ 1295400 w 1533525"/>
                <a:gd name="connsiteY72" fmla="*/ 90488 h 1264444"/>
                <a:gd name="connsiteX73" fmla="*/ 1045369 w 1533525"/>
                <a:gd name="connsiteY73" fmla="*/ 97632 h 1264444"/>
                <a:gd name="connsiteX74" fmla="*/ 1040607 w 1533525"/>
                <a:gd name="connsiteY74" fmla="*/ 57150 h 1264444"/>
                <a:gd name="connsiteX75" fmla="*/ 990600 w 1533525"/>
                <a:gd name="connsiteY75" fmla="*/ 64294 h 1264444"/>
                <a:gd name="connsiteX76" fmla="*/ 923925 w 1533525"/>
                <a:gd name="connsiteY76" fmla="*/ 0 h 1264444"/>
                <a:gd name="connsiteX77" fmla="*/ 695325 w 1533525"/>
                <a:gd name="connsiteY77" fmla="*/ 9525 h 1264444"/>
                <a:gd name="connsiteX78" fmla="*/ 623888 w 1533525"/>
                <a:gd name="connsiteY78" fmla="*/ 109538 h 1264444"/>
                <a:gd name="connsiteX79" fmla="*/ 550069 w 1533525"/>
                <a:gd name="connsiteY79" fmla="*/ 69057 h 1264444"/>
                <a:gd name="connsiteX80" fmla="*/ 383382 w 1533525"/>
                <a:gd name="connsiteY80" fmla="*/ 119063 h 1264444"/>
                <a:gd name="connsiteX81" fmla="*/ 504825 w 1533525"/>
                <a:gd name="connsiteY81" fmla="*/ 383382 h 12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533525" h="1264444">
                  <a:moveTo>
                    <a:pt x="504825" y="383382"/>
                  </a:moveTo>
                  <a:lnTo>
                    <a:pt x="347663" y="292894"/>
                  </a:lnTo>
                  <a:lnTo>
                    <a:pt x="288132" y="347663"/>
                  </a:lnTo>
                  <a:lnTo>
                    <a:pt x="209550" y="326232"/>
                  </a:lnTo>
                  <a:lnTo>
                    <a:pt x="173832" y="392907"/>
                  </a:lnTo>
                  <a:lnTo>
                    <a:pt x="130969" y="400050"/>
                  </a:lnTo>
                  <a:lnTo>
                    <a:pt x="85725" y="438150"/>
                  </a:lnTo>
                  <a:lnTo>
                    <a:pt x="90488" y="526257"/>
                  </a:lnTo>
                  <a:lnTo>
                    <a:pt x="33338" y="526257"/>
                  </a:lnTo>
                  <a:lnTo>
                    <a:pt x="28575" y="569119"/>
                  </a:lnTo>
                  <a:lnTo>
                    <a:pt x="0" y="583407"/>
                  </a:lnTo>
                  <a:lnTo>
                    <a:pt x="38100" y="671513"/>
                  </a:lnTo>
                  <a:lnTo>
                    <a:pt x="21432" y="685800"/>
                  </a:lnTo>
                  <a:lnTo>
                    <a:pt x="71438" y="666750"/>
                  </a:lnTo>
                  <a:lnTo>
                    <a:pt x="171450" y="723900"/>
                  </a:lnTo>
                  <a:lnTo>
                    <a:pt x="128588" y="747713"/>
                  </a:lnTo>
                  <a:lnTo>
                    <a:pt x="95250" y="785813"/>
                  </a:lnTo>
                  <a:lnTo>
                    <a:pt x="100013" y="802482"/>
                  </a:lnTo>
                  <a:lnTo>
                    <a:pt x="54769" y="888207"/>
                  </a:lnTo>
                  <a:lnTo>
                    <a:pt x="111919" y="928688"/>
                  </a:lnTo>
                  <a:lnTo>
                    <a:pt x="157163" y="912019"/>
                  </a:lnTo>
                  <a:lnTo>
                    <a:pt x="238125" y="976313"/>
                  </a:lnTo>
                  <a:lnTo>
                    <a:pt x="314325" y="995363"/>
                  </a:lnTo>
                  <a:lnTo>
                    <a:pt x="323850" y="885825"/>
                  </a:lnTo>
                  <a:lnTo>
                    <a:pt x="402432" y="923925"/>
                  </a:lnTo>
                  <a:lnTo>
                    <a:pt x="466725" y="928688"/>
                  </a:lnTo>
                  <a:lnTo>
                    <a:pt x="471488" y="995363"/>
                  </a:lnTo>
                  <a:lnTo>
                    <a:pt x="557213" y="997744"/>
                  </a:lnTo>
                  <a:lnTo>
                    <a:pt x="564357" y="1071563"/>
                  </a:lnTo>
                  <a:lnTo>
                    <a:pt x="614363" y="1078707"/>
                  </a:lnTo>
                  <a:lnTo>
                    <a:pt x="590550" y="1154907"/>
                  </a:lnTo>
                  <a:lnTo>
                    <a:pt x="561975" y="1164432"/>
                  </a:lnTo>
                  <a:lnTo>
                    <a:pt x="552450" y="1185863"/>
                  </a:lnTo>
                  <a:lnTo>
                    <a:pt x="602457" y="1209675"/>
                  </a:lnTo>
                  <a:lnTo>
                    <a:pt x="611982" y="1216819"/>
                  </a:lnTo>
                  <a:lnTo>
                    <a:pt x="645319" y="1200150"/>
                  </a:lnTo>
                  <a:lnTo>
                    <a:pt x="669132" y="1231107"/>
                  </a:lnTo>
                  <a:lnTo>
                    <a:pt x="709613" y="1176338"/>
                  </a:lnTo>
                  <a:lnTo>
                    <a:pt x="731044" y="1185863"/>
                  </a:lnTo>
                  <a:lnTo>
                    <a:pt x="766763" y="1176338"/>
                  </a:lnTo>
                  <a:lnTo>
                    <a:pt x="809625" y="1193007"/>
                  </a:lnTo>
                  <a:lnTo>
                    <a:pt x="854869" y="1173957"/>
                  </a:lnTo>
                  <a:lnTo>
                    <a:pt x="909638" y="1183482"/>
                  </a:lnTo>
                  <a:lnTo>
                    <a:pt x="954882" y="1176338"/>
                  </a:lnTo>
                  <a:lnTo>
                    <a:pt x="969169" y="1119188"/>
                  </a:lnTo>
                  <a:lnTo>
                    <a:pt x="990600" y="1131094"/>
                  </a:lnTo>
                  <a:lnTo>
                    <a:pt x="990600" y="1173957"/>
                  </a:lnTo>
                  <a:lnTo>
                    <a:pt x="1023938" y="1197769"/>
                  </a:lnTo>
                  <a:lnTo>
                    <a:pt x="1038225" y="1223963"/>
                  </a:lnTo>
                  <a:lnTo>
                    <a:pt x="1085850" y="1264444"/>
                  </a:lnTo>
                  <a:lnTo>
                    <a:pt x="1138238" y="1264444"/>
                  </a:lnTo>
                  <a:lnTo>
                    <a:pt x="1166813" y="1221582"/>
                  </a:lnTo>
                  <a:lnTo>
                    <a:pt x="1138238" y="1190625"/>
                  </a:lnTo>
                  <a:lnTo>
                    <a:pt x="1126332" y="1100138"/>
                  </a:lnTo>
                  <a:lnTo>
                    <a:pt x="1209675" y="1040607"/>
                  </a:lnTo>
                  <a:lnTo>
                    <a:pt x="1178719" y="983457"/>
                  </a:lnTo>
                  <a:lnTo>
                    <a:pt x="1421607" y="1059657"/>
                  </a:lnTo>
                  <a:lnTo>
                    <a:pt x="1443038" y="954882"/>
                  </a:lnTo>
                  <a:lnTo>
                    <a:pt x="1393032" y="938213"/>
                  </a:lnTo>
                  <a:lnTo>
                    <a:pt x="1459707" y="864394"/>
                  </a:lnTo>
                  <a:lnTo>
                    <a:pt x="1500188" y="866775"/>
                  </a:lnTo>
                  <a:lnTo>
                    <a:pt x="1512094" y="852488"/>
                  </a:lnTo>
                  <a:lnTo>
                    <a:pt x="1459707" y="745332"/>
                  </a:lnTo>
                  <a:lnTo>
                    <a:pt x="1512094" y="683419"/>
                  </a:lnTo>
                  <a:lnTo>
                    <a:pt x="1488282" y="650082"/>
                  </a:lnTo>
                  <a:lnTo>
                    <a:pt x="1533525" y="564357"/>
                  </a:lnTo>
                  <a:lnTo>
                    <a:pt x="1438275" y="533400"/>
                  </a:lnTo>
                  <a:lnTo>
                    <a:pt x="1488282" y="400050"/>
                  </a:lnTo>
                  <a:lnTo>
                    <a:pt x="1402557" y="400050"/>
                  </a:lnTo>
                  <a:lnTo>
                    <a:pt x="1397794" y="326232"/>
                  </a:lnTo>
                  <a:lnTo>
                    <a:pt x="1435894" y="280988"/>
                  </a:lnTo>
                  <a:lnTo>
                    <a:pt x="1335882" y="130969"/>
                  </a:lnTo>
                  <a:lnTo>
                    <a:pt x="1295400" y="90488"/>
                  </a:lnTo>
                  <a:lnTo>
                    <a:pt x="1045369" y="97632"/>
                  </a:lnTo>
                  <a:lnTo>
                    <a:pt x="1040607" y="57150"/>
                  </a:lnTo>
                  <a:lnTo>
                    <a:pt x="990600" y="64294"/>
                  </a:lnTo>
                  <a:lnTo>
                    <a:pt x="923925" y="0"/>
                  </a:lnTo>
                  <a:lnTo>
                    <a:pt x="695325" y="9525"/>
                  </a:lnTo>
                  <a:lnTo>
                    <a:pt x="623888" y="109538"/>
                  </a:lnTo>
                  <a:lnTo>
                    <a:pt x="550069" y="69057"/>
                  </a:lnTo>
                  <a:lnTo>
                    <a:pt x="383382" y="119063"/>
                  </a:lnTo>
                  <a:lnTo>
                    <a:pt x="504825" y="383382"/>
                  </a:lnTo>
                  <a:close/>
                </a:path>
              </a:pathLst>
            </a:custGeom>
            <a:solidFill>
              <a:srgbClr val="E7E6E6"/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26" name="Freeform: Shape 369">
              <a:extLst>
                <a:ext uri="{FF2B5EF4-FFF2-40B4-BE49-F238E27FC236}">
                  <a16:creationId xmlns:a16="http://schemas.microsoft.com/office/drawing/2014/main" xmlns="" id="{5C97F46A-2F41-4BAC-8801-CAD87DE33D03}"/>
                </a:ext>
              </a:extLst>
            </p:cNvPr>
            <p:cNvSpPr/>
            <p:nvPr/>
          </p:nvSpPr>
          <p:spPr>
            <a:xfrm>
              <a:off x="6754679" y="3440114"/>
              <a:ext cx="1023601" cy="1430558"/>
            </a:xfrm>
            <a:custGeom>
              <a:avLst/>
              <a:gdLst>
                <a:gd name="connsiteX0" fmla="*/ 483393 w 1624012"/>
                <a:gd name="connsiteY0" fmla="*/ 0 h 2162175"/>
                <a:gd name="connsiteX1" fmla="*/ 514350 w 1624012"/>
                <a:gd name="connsiteY1" fmla="*/ 59531 h 2162175"/>
                <a:gd name="connsiteX2" fmla="*/ 423862 w 1624012"/>
                <a:gd name="connsiteY2" fmla="*/ 116681 h 2162175"/>
                <a:gd name="connsiteX3" fmla="*/ 442912 w 1624012"/>
                <a:gd name="connsiteY3" fmla="*/ 209550 h 2162175"/>
                <a:gd name="connsiteX4" fmla="*/ 469106 w 1624012"/>
                <a:gd name="connsiteY4" fmla="*/ 238125 h 2162175"/>
                <a:gd name="connsiteX5" fmla="*/ 442912 w 1624012"/>
                <a:gd name="connsiteY5" fmla="*/ 283369 h 2162175"/>
                <a:gd name="connsiteX6" fmla="*/ 416718 w 1624012"/>
                <a:gd name="connsiteY6" fmla="*/ 285750 h 2162175"/>
                <a:gd name="connsiteX7" fmla="*/ 407193 w 1624012"/>
                <a:gd name="connsiteY7" fmla="*/ 323850 h 2162175"/>
                <a:gd name="connsiteX8" fmla="*/ 407193 w 1624012"/>
                <a:gd name="connsiteY8" fmla="*/ 323850 h 2162175"/>
                <a:gd name="connsiteX9" fmla="*/ 354806 w 1624012"/>
                <a:gd name="connsiteY9" fmla="*/ 314325 h 2162175"/>
                <a:gd name="connsiteX10" fmla="*/ 319087 w 1624012"/>
                <a:gd name="connsiteY10" fmla="*/ 316706 h 2162175"/>
                <a:gd name="connsiteX11" fmla="*/ 307181 w 1624012"/>
                <a:gd name="connsiteY11" fmla="*/ 397669 h 2162175"/>
                <a:gd name="connsiteX12" fmla="*/ 252412 w 1624012"/>
                <a:gd name="connsiteY12" fmla="*/ 381000 h 2162175"/>
                <a:gd name="connsiteX13" fmla="*/ 152400 w 1624012"/>
                <a:gd name="connsiteY13" fmla="*/ 352425 h 2162175"/>
                <a:gd name="connsiteX14" fmla="*/ 0 w 1624012"/>
                <a:gd name="connsiteY14" fmla="*/ 345281 h 2162175"/>
                <a:gd name="connsiteX15" fmla="*/ 19050 w 1624012"/>
                <a:gd name="connsiteY15" fmla="*/ 381000 h 2162175"/>
                <a:gd name="connsiteX16" fmla="*/ 133350 w 1624012"/>
                <a:gd name="connsiteY16" fmla="*/ 419100 h 2162175"/>
                <a:gd name="connsiteX17" fmla="*/ 135731 w 1624012"/>
                <a:gd name="connsiteY17" fmla="*/ 595312 h 2162175"/>
                <a:gd name="connsiteX18" fmla="*/ 195262 w 1624012"/>
                <a:gd name="connsiteY18" fmla="*/ 590550 h 2162175"/>
                <a:gd name="connsiteX19" fmla="*/ 238125 w 1624012"/>
                <a:gd name="connsiteY19" fmla="*/ 647700 h 2162175"/>
                <a:gd name="connsiteX20" fmla="*/ 300037 w 1624012"/>
                <a:gd name="connsiteY20" fmla="*/ 652462 h 2162175"/>
                <a:gd name="connsiteX21" fmla="*/ 300037 w 1624012"/>
                <a:gd name="connsiteY21" fmla="*/ 685800 h 2162175"/>
                <a:gd name="connsiteX22" fmla="*/ 230981 w 1624012"/>
                <a:gd name="connsiteY22" fmla="*/ 692944 h 2162175"/>
                <a:gd name="connsiteX23" fmla="*/ 230981 w 1624012"/>
                <a:gd name="connsiteY23" fmla="*/ 842962 h 2162175"/>
                <a:gd name="connsiteX24" fmla="*/ 138112 w 1624012"/>
                <a:gd name="connsiteY24" fmla="*/ 842962 h 2162175"/>
                <a:gd name="connsiteX25" fmla="*/ 140493 w 1624012"/>
                <a:gd name="connsiteY25" fmla="*/ 883444 h 2162175"/>
                <a:gd name="connsiteX26" fmla="*/ 142875 w 1624012"/>
                <a:gd name="connsiteY26" fmla="*/ 992981 h 2162175"/>
                <a:gd name="connsiteX27" fmla="*/ 133350 w 1624012"/>
                <a:gd name="connsiteY27" fmla="*/ 1107281 h 2162175"/>
                <a:gd name="connsiteX28" fmla="*/ 140493 w 1624012"/>
                <a:gd name="connsiteY28" fmla="*/ 1193006 h 2162175"/>
                <a:gd name="connsiteX29" fmla="*/ 69056 w 1624012"/>
                <a:gd name="connsiteY29" fmla="*/ 1271587 h 2162175"/>
                <a:gd name="connsiteX30" fmla="*/ 176212 w 1624012"/>
                <a:gd name="connsiteY30" fmla="*/ 1269206 h 2162175"/>
                <a:gd name="connsiteX31" fmla="*/ 223837 w 1624012"/>
                <a:gd name="connsiteY31" fmla="*/ 1226344 h 2162175"/>
                <a:gd name="connsiteX32" fmla="*/ 271462 w 1624012"/>
                <a:gd name="connsiteY32" fmla="*/ 1333500 h 2162175"/>
                <a:gd name="connsiteX33" fmla="*/ 407193 w 1624012"/>
                <a:gd name="connsiteY33" fmla="*/ 1366837 h 2162175"/>
                <a:gd name="connsiteX34" fmla="*/ 392906 w 1624012"/>
                <a:gd name="connsiteY34" fmla="*/ 1464469 h 2162175"/>
                <a:gd name="connsiteX35" fmla="*/ 311943 w 1624012"/>
                <a:gd name="connsiteY35" fmla="*/ 1519237 h 2162175"/>
                <a:gd name="connsiteX36" fmla="*/ 266700 w 1624012"/>
                <a:gd name="connsiteY36" fmla="*/ 1521619 h 2162175"/>
                <a:gd name="connsiteX37" fmla="*/ 264318 w 1624012"/>
                <a:gd name="connsiteY37" fmla="*/ 1550194 h 2162175"/>
                <a:gd name="connsiteX38" fmla="*/ 219075 w 1624012"/>
                <a:gd name="connsiteY38" fmla="*/ 1550194 h 2162175"/>
                <a:gd name="connsiteX39" fmla="*/ 195262 w 1624012"/>
                <a:gd name="connsiteY39" fmla="*/ 1528762 h 2162175"/>
                <a:gd name="connsiteX40" fmla="*/ 104775 w 1624012"/>
                <a:gd name="connsiteY40" fmla="*/ 1519237 h 2162175"/>
                <a:gd name="connsiteX41" fmla="*/ 100012 w 1624012"/>
                <a:gd name="connsiteY41" fmla="*/ 1652587 h 2162175"/>
                <a:gd name="connsiteX42" fmla="*/ 66675 w 1624012"/>
                <a:gd name="connsiteY42" fmla="*/ 1683544 h 2162175"/>
                <a:gd name="connsiteX43" fmla="*/ 66675 w 1624012"/>
                <a:gd name="connsiteY43" fmla="*/ 1714500 h 2162175"/>
                <a:gd name="connsiteX44" fmla="*/ 116681 w 1624012"/>
                <a:gd name="connsiteY44" fmla="*/ 1724025 h 2162175"/>
                <a:gd name="connsiteX45" fmla="*/ 128587 w 1624012"/>
                <a:gd name="connsiteY45" fmla="*/ 1778794 h 2162175"/>
                <a:gd name="connsiteX46" fmla="*/ 238125 w 1624012"/>
                <a:gd name="connsiteY46" fmla="*/ 1804987 h 2162175"/>
                <a:gd name="connsiteX47" fmla="*/ 147637 w 1624012"/>
                <a:gd name="connsiteY47" fmla="*/ 2074069 h 2162175"/>
                <a:gd name="connsiteX48" fmla="*/ 190500 w 1624012"/>
                <a:gd name="connsiteY48" fmla="*/ 2095500 h 2162175"/>
                <a:gd name="connsiteX49" fmla="*/ 254793 w 1624012"/>
                <a:gd name="connsiteY49" fmla="*/ 2085975 h 2162175"/>
                <a:gd name="connsiteX50" fmla="*/ 330993 w 1624012"/>
                <a:gd name="connsiteY50" fmla="*/ 2162175 h 2162175"/>
                <a:gd name="connsiteX51" fmla="*/ 388143 w 1624012"/>
                <a:gd name="connsiteY51" fmla="*/ 2133600 h 2162175"/>
                <a:gd name="connsiteX52" fmla="*/ 433387 w 1624012"/>
                <a:gd name="connsiteY52" fmla="*/ 2133600 h 2162175"/>
                <a:gd name="connsiteX53" fmla="*/ 464343 w 1624012"/>
                <a:gd name="connsiteY53" fmla="*/ 1950244 h 2162175"/>
                <a:gd name="connsiteX54" fmla="*/ 481012 w 1624012"/>
                <a:gd name="connsiteY54" fmla="*/ 1921669 h 2162175"/>
                <a:gd name="connsiteX55" fmla="*/ 507206 w 1624012"/>
                <a:gd name="connsiteY55" fmla="*/ 1940719 h 2162175"/>
                <a:gd name="connsiteX56" fmla="*/ 631031 w 1624012"/>
                <a:gd name="connsiteY56" fmla="*/ 1952625 h 2162175"/>
                <a:gd name="connsiteX57" fmla="*/ 666750 w 1624012"/>
                <a:gd name="connsiteY57" fmla="*/ 1964531 h 2162175"/>
                <a:gd name="connsiteX58" fmla="*/ 669131 w 1624012"/>
                <a:gd name="connsiteY58" fmla="*/ 1902619 h 2162175"/>
                <a:gd name="connsiteX59" fmla="*/ 719137 w 1624012"/>
                <a:gd name="connsiteY59" fmla="*/ 1883569 h 2162175"/>
                <a:gd name="connsiteX60" fmla="*/ 776287 w 1624012"/>
                <a:gd name="connsiteY60" fmla="*/ 1812131 h 2162175"/>
                <a:gd name="connsiteX61" fmla="*/ 792956 w 1624012"/>
                <a:gd name="connsiteY61" fmla="*/ 1797844 h 2162175"/>
                <a:gd name="connsiteX62" fmla="*/ 926306 w 1624012"/>
                <a:gd name="connsiteY62" fmla="*/ 1802606 h 2162175"/>
                <a:gd name="connsiteX63" fmla="*/ 966787 w 1624012"/>
                <a:gd name="connsiteY63" fmla="*/ 1809750 h 2162175"/>
                <a:gd name="connsiteX64" fmla="*/ 1000125 w 1624012"/>
                <a:gd name="connsiteY64" fmla="*/ 1747837 h 2162175"/>
                <a:gd name="connsiteX65" fmla="*/ 1066800 w 1624012"/>
                <a:gd name="connsiteY65" fmla="*/ 1712119 h 2162175"/>
                <a:gd name="connsiteX66" fmla="*/ 1095375 w 1624012"/>
                <a:gd name="connsiteY66" fmla="*/ 1707356 h 2162175"/>
                <a:gd name="connsiteX67" fmla="*/ 1119187 w 1624012"/>
                <a:gd name="connsiteY67" fmla="*/ 1683544 h 2162175"/>
                <a:gd name="connsiteX68" fmla="*/ 1140618 w 1624012"/>
                <a:gd name="connsiteY68" fmla="*/ 1704975 h 2162175"/>
                <a:gd name="connsiteX69" fmla="*/ 1154906 w 1624012"/>
                <a:gd name="connsiteY69" fmla="*/ 1750219 h 2162175"/>
                <a:gd name="connsiteX70" fmla="*/ 1150143 w 1624012"/>
                <a:gd name="connsiteY70" fmla="*/ 1895475 h 2162175"/>
                <a:gd name="connsiteX71" fmla="*/ 1259681 w 1624012"/>
                <a:gd name="connsiteY71" fmla="*/ 1864519 h 2162175"/>
                <a:gd name="connsiteX72" fmla="*/ 1269206 w 1624012"/>
                <a:gd name="connsiteY72" fmla="*/ 1843087 h 2162175"/>
                <a:gd name="connsiteX73" fmla="*/ 1340643 w 1624012"/>
                <a:gd name="connsiteY73" fmla="*/ 1812131 h 2162175"/>
                <a:gd name="connsiteX74" fmla="*/ 1371600 w 1624012"/>
                <a:gd name="connsiteY74" fmla="*/ 1785937 h 2162175"/>
                <a:gd name="connsiteX75" fmla="*/ 1419225 w 1624012"/>
                <a:gd name="connsiteY75" fmla="*/ 1783556 h 2162175"/>
                <a:gd name="connsiteX76" fmla="*/ 1457325 w 1624012"/>
                <a:gd name="connsiteY76" fmla="*/ 1752600 h 2162175"/>
                <a:gd name="connsiteX77" fmla="*/ 1478756 w 1624012"/>
                <a:gd name="connsiteY77" fmla="*/ 1690687 h 2162175"/>
                <a:gd name="connsiteX78" fmla="*/ 1504950 w 1624012"/>
                <a:gd name="connsiteY78" fmla="*/ 1654969 h 2162175"/>
                <a:gd name="connsiteX79" fmla="*/ 1585912 w 1624012"/>
                <a:gd name="connsiteY79" fmla="*/ 1633537 h 2162175"/>
                <a:gd name="connsiteX80" fmla="*/ 1616868 w 1624012"/>
                <a:gd name="connsiteY80" fmla="*/ 1574006 h 2162175"/>
                <a:gd name="connsiteX81" fmla="*/ 1624012 w 1624012"/>
                <a:gd name="connsiteY81" fmla="*/ 1554956 h 2162175"/>
                <a:gd name="connsiteX82" fmla="*/ 1585912 w 1624012"/>
                <a:gd name="connsiteY82" fmla="*/ 1473994 h 2162175"/>
                <a:gd name="connsiteX83" fmla="*/ 1612106 w 1624012"/>
                <a:gd name="connsiteY83" fmla="*/ 1443037 h 2162175"/>
                <a:gd name="connsiteX84" fmla="*/ 1600200 w 1624012"/>
                <a:gd name="connsiteY84" fmla="*/ 1397794 h 2162175"/>
                <a:gd name="connsiteX85" fmla="*/ 1574006 w 1624012"/>
                <a:gd name="connsiteY85" fmla="*/ 1378744 h 2162175"/>
                <a:gd name="connsiteX86" fmla="*/ 1593056 w 1624012"/>
                <a:gd name="connsiteY86" fmla="*/ 1283494 h 2162175"/>
                <a:gd name="connsiteX87" fmla="*/ 1390650 w 1624012"/>
                <a:gd name="connsiteY87" fmla="*/ 1243012 h 2162175"/>
                <a:gd name="connsiteX88" fmla="*/ 1350168 w 1624012"/>
                <a:gd name="connsiteY88" fmla="*/ 1259681 h 2162175"/>
                <a:gd name="connsiteX89" fmla="*/ 1295400 w 1624012"/>
                <a:gd name="connsiteY89" fmla="*/ 1245394 h 2162175"/>
                <a:gd name="connsiteX90" fmla="*/ 1345406 w 1624012"/>
                <a:gd name="connsiteY90" fmla="*/ 1193006 h 2162175"/>
                <a:gd name="connsiteX91" fmla="*/ 1350168 w 1624012"/>
                <a:gd name="connsiteY91" fmla="*/ 1152525 h 2162175"/>
                <a:gd name="connsiteX92" fmla="*/ 1302543 w 1624012"/>
                <a:gd name="connsiteY92" fmla="*/ 1150144 h 2162175"/>
                <a:gd name="connsiteX93" fmla="*/ 1350168 w 1624012"/>
                <a:gd name="connsiteY93" fmla="*/ 1000125 h 2162175"/>
                <a:gd name="connsiteX94" fmla="*/ 1397793 w 1624012"/>
                <a:gd name="connsiteY94" fmla="*/ 1000125 h 2162175"/>
                <a:gd name="connsiteX95" fmla="*/ 1454943 w 1624012"/>
                <a:gd name="connsiteY95" fmla="*/ 857250 h 2162175"/>
                <a:gd name="connsiteX96" fmla="*/ 1512093 w 1624012"/>
                <a:gd name="connsiteY96" fmla="*/ 862012 h 2162175"/>
                <a:gd name="connsiteX97" fmla="*/ 1533525 w 1624012"/>
                <a:gd name="connsiteY97" fmla="*/ 766762 h 2162175"/>
                <a:gd name="connsiteX98" fmla="*/ 1497806 w 1624012"/>
                <a:gd name="connsiteY98" fmla="*/ 704850 h 2162175"/>
                <a:gd name="connsiteX99" fmla="*/ 1457325 w 1624012"/>
                <a:gd name="connsiteY99" fmla="*/ 757237 h 2162175"/>
                <a:gd name="connsiteX100" fmla="*/ 1400175 w 1624012"/>
                <a:gd name="connsiteY100" fmla="*/ 733425 h 2162175"/>
                <a:gd name="connsiteX101" fmla="*/ 1359693 w 1624012"/>
                <a:gd name="connsiteY101" fmla="*/ 738187 h 2162175"/>
                <a:gd name="connsiteX102" fmla="*/ 1323975 w 1624012"/>
                <a:gd name="connsiteY102" fmla="*/ 661987 h 2162175"/>
                <a:gd name="connsiteX103" fmla="*/ 1376362 w 1624012"/>
                <a:gd name="connsiteY103" fmla="*/ 609600 h 2162175"/>
                <a:gd name="connsiteX104" fmla="*/ 1095375 w 1624012"/>
                <a:gd name="connsiteY104" fmla="*/ 423862 h 2162175"/>
                <a:gd name="connsiteX105" fmla="*/ 1126331 w 1624012"/>
                <a:gd name="connsiteY105" fmla="*/ 364331 h 2162175"/>
                <a:gd name="connsiteX106" fmla="*/ 1169193 w 1624012"/>
                <a:gd name="connsiteY106" fmla="*/ 366712 h 2162175"/>
                <a:gd name="connsiteX107" fmla="*/ 1123950 w 1624012"/>
                <a:gd name="connsiteY107" fmla="*/ 273844 h 2162175"/>
                <a:gd name="connsiteX108" fmla="*/ 1112043 w 1624012"/>
                <a:gd name="connsiteY108" fmla="*/ 54769 h 2162175"/>
                <a:gd name="connsiteX109" fmla="*/ 1021556 w 1624012"/>
                <a:gd name="connsiteY109" fmla="*/ 57150 h 2162175"/>
                <a:gd name="connsiteX110" fmla="*/ 983456 w 1624012"/>
                <a:gd name="connsiteY110" fmla="*/ 88106 h 2162175"/>
                <a:gd name="connsiteX111" fmla="*/ 923925 w 1624012"/>
                <a:gd name="connsiteY111" fmla="*/ 40481 h 2162175"/>
                <a:gd name="connsiteX112" fmla="*/ 792956 w 1624012"/>
                <a:gd name="connsiteY112" fmla="*/ 114300 h 2162175"/>
                <a:gd name="connsiteX113" fmla="*/ 711993 w 1624012"/>
                <a:gd name="connsiteY113" fmla="*/ 102394 h 2162175"/>
                <a:gd name="connsiteX114" fmla="*/ 726281 w 1624012"/>
                <a:gd name="connsiteY114" fmla="*/ 66675 h 2162175"/>
                <a:gd name="connsiteX115" fmla="*/ 483393 w 1624012"/>
                <a:gd name="connsiteY115" fmla="*/ 0 h 216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624012" h="2162175">
                  <a:moveTo>
                    <a:pt x="483393" y="0"/>
                  </a:moveTo>
                  <a:lnTo>
                    <a:pt x="514350" y="59531"/>
                  </a:lnTo>
                  <a:lnTo>
                    <a:pt x="423862" y="116681"/>
                  </a:lnTo>
                  <a:lnTo>
                    <a:pt x="442912" y="209550"/>
                  </a:lnTo>
                  <a:lnTo>
                    <a:pt x="469106" y="238125"/>
                  </a:lnTo>
                  <a:lnTo>
                    <a:pt x="442912" y="283369"/>
                  </a:lnTo>
                  <a:lnTo>
                    <a:pt x="416718" y="285750"/>
                  </a:lnTo>
                  <a:lnTo>
                    <a:pt x="407193" y="323850"/>
                  </a:lnTo>
                  <a:lnTo>
                    <a:pt x="407193" y="323850"/>
                  </a:lnTo>
                  <a:lnTo>
                    <a:pt x="354806" y="314325"/>
                  </a:lnTo>
                  <a:lnTo>
                    <a:pt x="319087" y="316706"/>
                  </a:lnTo>
                  <a:lnTo>
                    <a:pt x="307181" y="397669"/>
                  </a:lnTo>
                  <a:lnTo>
                    <a:pt x="252412" y="381000"/>
                  </a:lnTo>
                  <a:lnTo>
                    <a:pt x="152400" y="352425"/>
                  </a:lnTo>
                  <a:lnTo>
                    <a:pt x="0" y="345281"/>
                  </a:lnTo>
                  <a:lnTo>
                    <a:pt x="19050" y="381000"/>
                  </a:lnTo>
                  <a:lnTo>
                    <a:pt x="133350" y="419100"/>
                  </a:lnTo>
                  <a:cubicBezTo>
                    <a:pt x="134144" y="477837"/>
                    <a:pt x="134937" y="536575"/>
                    <a:pt x="135731" y="595312"/>
                  </a:cubicBezTo>
                  <a:lnTo>
                    <a:pt x="195262" y="590550"/>
                  </a:lnTo>
                  <a:lnTo>
                    <a:pt x="238125" y="647700"/>
                  </a:lnTo>
                  <a:lnTo>
                    <a:pt x="300037" y="652462"/>
                  </a:lnTo>
                  <a:lnTo>
                    <a:pt x="300037" y="685800"/>
                  </a:lnTo>
                  <a:lnTo>
                    <a:pt x="230981" y="692944"/>
                  </a:lnTo>
                  <a:lnTo>
                    <a:pt x="230981" y="842962"/>
                  </a:lnTo>
                  <a:lnTo>
                    <a:pt x="138112" y="842962"/>
                  </a:lnTo>
                  <a:lnTo>
                    <a:pt x="140493" y="883444"/>
                  </a:lnTo>
                  <a:lnTo>
                    <a:pt x="142875" y="992981"/>
                  </a:lnTo>
                  <a:lnTo>
                    <a:pt x="133350" y="1107281"/>
                  </a:lnTo>
                  <a:lnTo>
                    <a:pt x="140493" y="1193006"/>
                  </a:lnTo>
                  <a:lnTo>
                    <a:pt x="69056" y="1271587"/>
                  </a:lnTo>
                  <a:lnTo>
                    <a:pt x="176212" y="1269206"/>
                  </a:lnTo>
                  <a:lnTo>
                    <a:pt x="223837" y="1226344"/>
                  </a:lnTo>
                  <a:lnTo>
                    <a:pt x="271462" y="1333500"/>
                  </a:lnTo>
                  <a:lnTo>
                    <a:pt x="407193" y="1366837"/>
                  </a:lnTo>
                  <a:lnTo>
                    <a:pt x="392906" y="1464469"/>
                  </a:lnTo>
                  <a:lnTo>
                    <a:pt x="311943" y="1519237"/>
                  </a:lnTo>
                  <a:lnTo>
                    <a:pt x="266700" y="1521619"/>
                  </a:lnTo>
                  <a:lnTo>
                    <a:pt x="264318" y="1550194"/>
                  </a:lnTo>
                  <a:lnTo>
                    <a:pt x="219075" y="1550194"/>
                  </a:lnTo>
                  <a:lnTo>
                    <a:pt x="195262" y="1528762"/>
                  </a:lnTo>
                  <a:lnTo>
                    <a:pt x="104775" y="1519237"/>
                  </a:lnTo>
                  <a:lnTo>
                    <a:pt x="100012" y="1652587"/>
                  </a:lnTo>
                  <a:lnTo>
                    <a:pt x="66675" y="1683544"/>
                  </a:lnTo>
                  <a:lnTo>
                    <a:pt x="66675" y="1714500"/>
                  </a:lnTo>
                  <a:lnTo>
                    <a:pt x="116681" y="1724025"/>
                  </a:lnTo>
                  <a:lnTo>
                    <a:pt x="128587" y="1778794"/>
                  </a:lnTo>
                  <a:lnTo>
                    <a:pt x="238125" y="1804987"/>
                  </a:lnTo>
                  <a:lnTo>
                    <a:pt x="147637" y="2074069"/>
                  </a:lnTo>
                  <a:lnTo>
                    <a:pt x="190500" y="2095500"/>
                  </a:lnTo>
                  <a:lnTo>
                    <a:pt x="254793" y="2085975"/>
                  </a:lnTo>
                  <a:lnTo>
                    <a:pt x="330993" y="2162175"/>
                  </a:lnTo>
                  <a:lnTo>
                    <a:pt x="388143" y="2133600"/>
                  </a:lnTo>
                  <a:lnTo>
                    <a:pt x="433387" y="2133600"/>
                  </a:lnTo>
                  <a:lnTo>
                    <a:pt x="464343" y="1950244"/>
                  </a:lnTo>
                  <a:lnTo>
                    <a:pt x="481012" y="1921669"/>
                  </a:lnTo>
                  <a:lnTo>
                    <a:pt x="507206" y="1940719"/>
                  </a:lnTo>
                  <a:lnTo>
                    <a:pt x="631031" y="1952625"/>
                  </a:lnTo>
                  <a:lnTo>
                    <a:pt x="666750" y="1964531"/>
                  </a:lnTo>
                  <a:cubicBezTo>
                    <a:pt x="667544" y="1943894"/>
                    <a:pt x="668337" y="1923256"/>
                    <a:pt x="669131" y="1902619"/>
                  </a:cubicBezTo>
                  <a:lnTo>
                    <a:pt x="719137" y="1883569"/>
                  </a:lnTo>
                  <a:lnTo>
                    <a:pt x="776287" y="1812131"/>
                  </a:lnTo>
                  <a:lnTo>
                    <a:pt x="792956" y="1797844"/>
                  </a:lnTo>
                  <a:lnTo>
                    <a:pt x="926306" y="1802606"/>
                  </a:lnTo>
                  <a:lnTo>
                    <a:pt x="966787" y="1809750"/>
                  </a:lnTo>
                  <a:lnTo>
                    <a:pt x="1000125" y="1747837"/>
                  </a:lnTo>
                  <a:lnTo>
                    <a:pt x="1066800" y="1712119"/>
                  </a:lnTo>
                  <a:lnTo>
                    <a:pt x="1095375" y="1707356"/>
                  </a:lnTo>
                  <a:lnTo>
                    <a:pt x="1119187" y="1683544"/>
                  </a:lnTo>
                  <a:lnTo>
                    <a:pt x="1140618" y="1704975"/>
                  </a:lnTo>
                  <a:lnTo>
                    <a:pt x="1154906" y="1750219"/>
                  </a:lnTo>
                  <a:lnTo>
                    <a:pt x="1150143" y="1895475"/>
                  </a:lnTo>
                  <a:lnTo>
                    <a:pt x="1259681" y="1864519"/>
                  </a:lnTo>
                  <a:lnTo>
                    <a:pt x="1269206" y="1843087"/>
                  </a:lnTo>
                  <a:lnTo>
                    <a:pt x="1340643" y="1812131"/>
                  </a:lnTo>
                  <a:lnTo>
                    <a:pt x="1371600" y="1785937"/>
                  </a:lnTo>
                  <a:lnTo>
                    <a:pt x="1419225" y="1783556"/>
                  </a:lnTo>
                  <a:lnTo>
                    <a:pt x="1457325" y="1752600"/>
                  </a:lnTo>
                  <a:lnTo>
                    <a:pt x="1478756" y="1690687"/>
                  </a:lnTo>
                  <a:lnTo>
                    <a:pt x="1504950" y="1654969"/>
                  </a:lnTo>
                  <a:lnTo>
                    <a:pt x="1585912" y="1633537"/>
                  </a:lnTo>
                  <a:lnTo>
                    <a:pt x="1616868" y="1574006"/>
                  </a:lnTo>
                  <a:lnTo>
                    <a:pt x="1624012" y="1554956"/>
                  </a:lnTo>
                  <a:lnTo>
                    <a:pt x="1585912" y="1473994"/>
                  </a:lnTo>
                  <a:lnTo>
                    <a:pt x="1612106" y="1443037"/>
                  </a:lnTo>
                  <a:lnTo>
                    <a:pt x="1600200" y="1397794"/>
                  </a:lnTo>
                  <a:lnTo>
                    <a:pt x="1574006" y="1378744"/>
                  </a:lnTo>
                  <a:lnTo>
                    <a:pt x="1593056" y="1283494"/>
                  </a:lnTo>
                  <a:lnTo>
                    <a:pt x="1390650" y="1243012"/>
                  </a:lnTo>
                  <a:lnTo>
                    <a:pt x="1350168" y="1259681"/>
                  </a:lnTo>
                  <a:lnTo>
                    <a:pt x="1295400" y="1245394"/>
                  </a:lnTo>
                  <a:lnTo>
                    <a:pt x="1345406" y="1193006"/>
                  </a:lnTo>
                  <a:lnTo>
                    <a:pt x="1350168" y="1152525"/>
                  </a:lnTo>
                  <a:lnTo>
                    <a:pt x="1302543" y="1150144"/>
                  </a:lnTo>
                  <a:lnTo>
                    <a:pt x="1350168" y="1000125"/>
                  </a:lnTo>
                  <a:lnTo>
                    <a:pt x="1397793" y="1000125"/>
                  </a:lnTo>
                  <a:lnTo>
                    <a:pt x="1454943" y="857250"/>
                  </a:lnTo>
                  <a:lnTo>
                    <a:pt x="1512093" y="862012"/>
                  </a:lnTo>
                  <a:lnTo>
                    <a:pt x="1533525" y="766762"/>
                  </a:lnTo>
                  <a:lnTo>
                    <a:pt x="1497806" y="704850"/>
                  </a:lnTo>
                  <a:lnTo>
                    <a:pt x="1457325" y="757237"/>
                  </a:lnTo>
                  <a:lnTo>
                    <a:pt x="1400175" y="733425"/>
                  </a:lnTo>
                  <a:lnTo>
                    <a:pt x="1359693" y="738187"/>
                  </a:lnTo>
                  <a:lnTo>
                    <a:pt x="1323975" y="661987"/>
                  </a:lnTo>
                  <a:lnTo>
                    <a:pt x="1376362" y="609600"/>
                  </a:lnTo>
                  <a:lnTo>
                    <a:pt x="1095375" y="423862"/>
                  </a:lnTo>
                  <a:lnTo>
                    <a:pt x="1126331" y="364331"/>
                  </a:lnTo>
                  <a:lnTo>
                    <a:pt x="1169193" y="366712"/>
                  </a:lnTo>
                  <a:lnTo>
                    <a:pt x="1123950" y="273844"/>
                  </a:lnTo>
                  <a:lnTo>
                    <a:pt x="1112043" y="54769"/>
                  </a:lnTo>
                  <a:lnTo>
                    <a:pt x="1021556" y="57150"/>
                  </a:lnTo>
                  <a:lnTo>
                    <a:pt x="983456" y="88106"/>
                  </a:lnTo>
                  <a:lnTo>
                    <a:pt x="923925" y="40481"/>
                  </a:lnTo>
                  <a:lnTo>
                    <a:pt x="792956" y="114300"/>
                  </a:lnTo>
                  <a:lnTo>
                    <a:pt x="711993" y="102394"/>
                  </a:lnTo>
                  <a:lnTo>
                    <a:pt x="726281" y="66675"/>
                  </a:lnTo>
                  <a:lnTo>
                    <a:pt x="483393" y="0"/>
                  </a:lnTo>
                  <a:close/>
                </a:path>
              </a:pathLst>
            </a:custGeom>
            <a:solidFill>
              <a:srgbClr val="44546A">
                <a:lumMod val="40000"/>
                <a:lumOff val="60000"/>
              </a:srgbClr>
            </a:solidFill>
            <a:ln w="3175" cap="rnd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27" name="Freeform: Shape 370">
              <a:extLst>
                <a:ext uri="{FF2B5EF4-FFF2-40B4-BE49-F238E27FC236}">
                  <a16:creationId xmlns:a16="http://schemas.microsoft.com/office/drawing/2014/main" xmlns="" id="{6D43A511-C6FC-408D-897E-5F6BE65A9982}"/>
                </a:ext>
              </a:extLst>
            </p:cNvPr>
            <p:cNvSpPr/>
            <p:nvPr/>
          </p:nvSpPr>
          <p:spPr>
            <a:xfrm>
              <a:off x="5810624" y="3230573"/>
              <a:ext cx="1241229" cy="1581806"/>
            </a:xfrm>
            <a:custGeom>
              <a:avLst/>
              <a:gdLst>
                <a:gd name="connsiteX0" fmla="*/ 185738 w 1969294"/>
                <a:gd name="connsiteY0" fmla="*/ 288131 h 2390775"/>
                <a:gd name="connsiteX1" fmla="*/ 207169 w 1969294"/>
                <a:gd name="connsiteY1" fmla="*/ 371475 h 2390775"/>
                <a:gd name="connsiteX2" fmla="*/ 214313 w 1969294"/>
                <a:gd name="connsiteY2" fmla="*/ 495300 h 2390775"/>
                <a:gd name="connsiteX3" fmla="*/ 171450 w 1969294"/>
                <a:gd name="connsiteY3" fmla="*/ 585787 h 2390775"/>
                <a:gd name="connsiteX4" fmla="*/ 214313 w 1969294"/>
                <a:gd name="connsiteY4" fmla="*/ 631031 h 2390775"/>
                <a:gd name="connsiteX5" fmla="*/ 197644 w 1969294"/>
                <a:gd name="connsiteY5" fmla="*/ 683418 h 2390775"/>
                <a:gd name="connsiteX6" fmla="*/ 157163 w 1969294"/>
                <a:gd name="connsiteY6" fmla="*/ 731043 h 2390775"/>
                <a:gd name="connsiteX7" fmla="*/ 161925 w 1969294"/>
                <a:gd name="connsiteY7" fmla="*/ 752475 h 2390775"/>
                <a:gd name="connsiteX8" fmla="*/ 173832 w 1969294"/>
                <a:gd name="connsiteY8" fmla="*/ 785812 h 2390775"/>
                <a:gd name="connsiteX9" fmla="*/ 221457 w 1969294"/>
                <a:gd name="connsiteY9" fmla="*/ 790575 h 2390775"/>
                <a:gd name="connsiteX10" fmla="*/ 223838 w 1969294"/>
                <a:gd name="connsiteY10" fmla="*/ 821531 h 2390775"/>
                <a:gd name="connsiteX11" fmla="*/ 216694 w 1969294"/>
                <a:gd name="connsiteY11" fmla="*/ 847725 h 2390775"/>
                <a:gd name="connsiteX12" fmla="*/ 214313 w 1969294"/>
                <a:gd name="connsiteY12" fmla="*/ 892968 h 2390775"/>
                <a:gd name="connsiteX13" fmla="*/ 192882 w 1969294"/>
                <a:gd name="connsiteY13" fmla="*/ 926306 h 2390775"/>
                <a:gd name="connsiteX14" fmla="*/ 228600 w 1969294"/>
                <a:gd name="connsiteY14" fmla="*/ 942975 h 2390775"/>
                <a:gd name="connsiteX15" fmla="*/ 254794 w 1969294"/>
                <a:gd name="connsiteY15" fmla="*/ 959643 h 2390775"/>
                <a:gd name="connsiteX16" fmla="*/ 338138 w 1969294"/>
                <a:gd name="connsiteY16" fmla="*/ 971550 h 2390775"/>
                <a:gd name="connsiteX17" fmla="*/ 338138 w 1969294"/>
                <a:gd name="connsiteY17" fmla="*/ 1045368 h 2390775"/>
                <a:gd name="connsiteX18" fmla="*/ 342900 w 1969294"/>
                <a:gd name="connsiteY18" fmla="*/ 1083468 h 2390775"/>
                <a:gd name="connsiteX19" fmla="*/ 300038 w 1969294"/>
                <a:gd name="connsiteY19" fmla="*/ 1135856 h 2390775"/>
                <a:gd name="connsiteX20" fmla="*/ 192882 w 1969294"/>
                <a:gd name="connsiteY20" fmla="*/ 1123950 h 2390775"/>
                <a:gd name="connsiteX21" fmla="*/ 159544 w 1969294"/>
                <a:gd name="connsiteY21" fmla="*/ 1243012 h 2390775"/>
                <a:gd name="connsiteX22" fmla="*/ 152400 w 1969294"/>
                <a:gd name="connsiteY22" fmla="*/ 1293018 h 2390775"/>
                <a:gd name="connsiteX23" fmla="*/ 95250 w 1969294"/>
                <a:gd name="connsiteY23" fmla="*/ 1371600 h 2390775"/>
                <a:gd name="connsiteX24" fmla="*/ 90488 w 1969294"/>
                <a:gd name="connsiteY24" fmla="*/ 1421606 h 2390775"/>
                <a:gd name="connsiteX25" fmla="*/ 9525 w 1969294"/>
                <a:gd name="connsiteY25" fmla="*/ 1426368 h 2390775"/>
                <a:gd name="connsiteX26" fmla="*/ 0 w 1969294"/>
                <a:gd name="connsiteY26" fmla="*/ 1533525 h 2390775"/>
                <a:gd name="connsiteX27" fmla="*/ 119063 w 1969294"/>
                <a:gd name="connsiteY27" fmla="*/ 1685925 h 2390775"/>
                <a:gd name="connsiteX28" fmla="*/ 135732 w 1969294"/>
                <a:gd name="connsiteY28" fmla="*/ 1612106 h 2390775"/>
                <a:gd name="connsiteX29" fmla="*/ 197644 w 1969294"/>
                <a:gd name="connsiteY29" fmla="*/ 1533525 h 2390775"/>
                <a:gd name="connsiteX30" fmla="*/ 238125 w 1969294"/>
                <a:gd name="connsiteY30" fmla="*/ 1543050 h 2390775"/>
                <a:gd name="connsiteX31" fmla="*/ 240507 w 1969294"/>
                <a:gd name="connsiteY31" fmla="*/ 1559718 h 2390775"/>
                <a:gd name="connsiteX32" fmla="*/ 228600 w 1969294"/>
                <a:gd name="connsiteY32" fmla="*/ 1600200 h 2390775"/>
                <a:gd name="connsiteX33" fmla="*/ 266700 w 1969294"/>
                <a:gd name="connsiteY33" fmla="*/ 1609725 h 2390775"/>
                <a:gd name="connsiteX34" fmla="*/ 292894 w 1969294"/>
                <a:gd name="connsiteY34" fmla="*/ 1654968 h 2390775"/>
                <a:gd name="connsiteX35" fmla="*/ 326232 w 1969294"/>
                <a:gd name="connsiteY35" fmla="*/ 1659731 h 2390775"/>
                <a:gd name="connsiteX36" fmla="*/ 328613 w 1969294"/>
                <a:gd name="connsiteY36" fmla="*/ 1714500 h 2390775"/>
                <a:gd name="connsiteX37" fmla="*/ 266700 w 1969294"/>
                <a:gd name="connsiteY37" fmla="*/ 1714500 h 2390775"/>
                <a:gd name="connsiteX38" fmla="*/ 271463 w 1969294"/>
                <a:gd name="connsiteY38" fmla="*/ 1743075 h 2390775"/>
                <a:gd name="connsiteX39" fmla="*/ 216694 w 1969294"/>
                <a:gd name="connsiteY39" fmla="*/ 1802606 h 2390775"/>
                <a:gd name="connsiteX40" fmla="*/ 228600 w 1969294"/>
                <a:gd name="connsiteY40" fmla="*/ 1835943 h 2390775"/>
                <a:gd name="connsiteX41" fmla="*/ 307182 w 1969294"/>
                <a:gd name="connsiteY41" fmla="*/ 1838325 h 2390775"/>
                <a:gd name="connsiteX42" fmla="*/ 311944 w 1969294"/>
                <a:gd name="connsiteY42" fmla="*/ 1893093 h 2390775"/>
                <a:gd name="connsiteX43" fmla="*/ 345282 w 1969294"/>
                <a:gd name="connsiteY43" fmla="*/ 1895475 h 2390775"/>
                <a:gd name="connsiteX44" fmla="*/ 376238 w 1969294"/>
                <a:gd name="connsiteY44" fmla="*/ 1943100 h 2390775"/>
                <a:gd name="connsiteX45" fmla="*/ 466725 w 1969294"/>
                <a:gd name="connsiteY45" fmla="*/ 1928812 h 2390775"/>
                <a:gd name="connsiteX46" fmla="*/ 531019 w 1969294"/>
                <a:gd name="connsiteY46" fmla="*/ 1897856 h 2390775"/>
                <a:gd name="connsiteX47" fmla="*/ 552450 w 1969294"/>
                <a:gd name="connsiteY47" fmla="*/ 1921668 h 2390775"/>
                <a:gd name="connsiteX48" fmla="*/ 576263 w 1969294"/>
                <a:gd name="connsiteY48" fmla="*/ 1881187 h 2390775"/>
                <a:gd name="connsiteX49" fmla="*/ 650082 w 1969294"/>
                <a:gd name="connsiteY49" fmla="*/ 1840706 h 2390775"/>
                <a:gd name="connsiteX50" fmla="*/ 666750 w 1969294"/>
                <a:gd name="connsiteY50" fmla="*/ 1857375 h 2390775"/>
                <a:gd name="connsiteX51" fmla="*/ 754857 w 1969294"/>
                <a:gd name="connsiteY51" fmla="*/ 1969293 h 2390775"/>
                <a:gd name="connsiteX52" fmla="*/ 816769 w 1969294"/>
                <a:gd name="connsiteY52" fmla="*/ 1969293 h 2390775"/>
                <a:gd name="connsiteX53" fmla="*/ 871538 w 1969294"/>
                <a:gd name="connsiteY53" fmla="*/ 1909762 h 2390775"/>
                <a:gd name="connsiteX54" fmla="*/ 928688 w 1969294"/>
                <a:gd name="connsiteY54" fmla="*/ 1945481 h 2390775"/>
                <a:gd name="connsiteX55" fmla="*/ 881063 w 1969294"/>
                <a:gd name="connsiteY55" fmla="*/ 2005012 h 2390775"/>
                <a:gd name="connsiteX56" fmla="*/ 881063 w 1969294"/>
                <a:gd name="connsiteY56" fmla="*/ 2043112 h 2390775"/>
                <a:gd name="connsiteX57" fmla="*/ 864394 w 1969294"/>
                <a:gd name="connsiteY57" fmla="*/ 2074068 h 2390775"/>
                <a:gd name="connsiteX58" fmla="*/ 904875 w 1969294"/>
                <a:gd name="connsiteY58" fmla="*/ 2112168 h 2390775"/>
                <a:gd name="connsiteX59" fmla="*/ 957263 w 1969294"/>
                <a:gd name="connsiteY59" fmla="*/ 2114550 h 2390775"/>
                <a:gd name="connsiteX60" fmla="*/ 992982 w 1969294"/>
                <a:gd name="connsiteY60" fmla="*/ 2159793 h 2390775"/>
                <a:gd name="connsiteX61" fmla="*/ 1033463 w 1969294"/>
                <a:gd name="connsiteY61" fmla="*/ 2119312 h 2390775"/>
                <a:gd name="connsiteX62" fmla="*/ 1100138 w 1969294"/>
                <a:gd name="connsiteY62" fmla="*/ 2095500 h 2390775"/>
                <a:gd name="connsiteX63" fmla="*/ 1100138 w 1969294"/>
                <a:gd name="connsiteY63" fmla="*/ 2040731 h 2390775"/>
                <a:gd name="connsiteX64" fmla="*/ 1135857 w 1969294"/>
                <a:gd name="connsiteY64" fmla="*/ 2028825 h 2390775"/>
                <a:gd name="connsiteX65" fmla="*/ 1145382 w 1969294"/>
                <a:gd name="connsiteY65" fmla="*/ 2000250 h 2390775"/>
                <a:gd name="connsiteX66" fmla="*/ 1152525 w 1969294"/>
                <a:gd name="connsiteY66" fmla="*/ 2000250 h 2390775"/>
                <a:gd name="connsiteX67" fmla="*/ 1159669 w 1969294"/>
                <a:gd name="connsiteY67" fmla="*/ 1974056 h 2390775"/>
                <a:gd name="connsiteX68" fmla="*/ 1262063 w 1969294"/>
                <a:gd name="connsiteY68" fmla="*/ 1997868 h 2390775"/>
                <a:gd name="connsiteX69" fmla="*/ 1285875 w 1969294"/>
                <a:gd name="connsiteY69" fmla="*/ 2019300 h 2390775"/>
                <a:gd name="connsiteX70" fmla="*/ 1266825 w 1969294"/>
                <a:gd name="connsiteY70" fmla="*/ 2055018 h 2390775"/>
                <a:gd name="connsiteX71" fmla="*/ 1254919 w 1969294"/>
                <a:gd name="connsiteY71" fmla="*/ 2093118 h 2390775"/>
                <a:gd name="connsiteX72" fmla="*/ 1254919 w 1969294"/>
                <a:gd name="connsiteY72" fmla="*/ 2093118 h 2390775"/>
                <a:gd name="connsiteX73" fmla="*/ 1264444 w 1969294"/>
                <a:gd name="connsiteY73" fmla="*/ 2159793 h 2390775"/>
                <a:gd name="connsiteX74" fmla="*/ 1252538 w 1969294"/>
                <a:gd name="connsiteY74" fmla="*/ 2205037 h 2390775"/>
                <a:gd name="connsiteX75" fmla="*/ 1247775 w 1969294"/>
                <a:gd name="connsiteY75" fmla="*/ 2266950 h 2390775"/>
                <a:gd name="connsiteX76" fmla="*/ 1388269 w 1969294"/>
                <a:gd name="connsiteY76" fmla="*/ 2266950 h 2390775"/>
                <a:gd name="connsiteX77" fmla="*/ 1426369 w 1969294"/>
                <a:gd name="connsiteY77" fmla="*/ 2328862 h 2390775"/>
                <a:gd name="connsiteX78" fmla="*/ 1419225 w 1969294"/>
                <a:gd name="connsiteY78" fmla="*/ 2366962 h 2390775"/>
                <a:gd name="connsiteX79" fmla="*/ 1481138 w 1969294"/>
                <a:gd name="connsiteY79" fmla="*/ 2390775 h 2390775"/>
                <a:gd name="connsiteX80" fmla="*/ 1574007 w 1969294"/>
                <a:gd name="connsiteY80" fmla="*/ 2381250 h 2390775"/>
                <a:gd name="connsiteX81" fmla="*/ 1650207 w 1969294"/>
                <a:gd name="connsiteY81" fmla="*/ 2388393 h 2390775"/>
                <a:gd name="connsiteX82" fmla="*/ 1731169 w 1969294"/>
                <a:gd name="connsiteY82" fmla="*/ 2121693 h 2390775"/>
                <a:gd name="connsiteX83" fmla="*/ 1626394 w 1969294"/>
                <a:gd name="connsiteY83" fmla="*/ 2095500 h 2390775"/>
                <a:gd name="connsiteX84" fmla="*/ 1614488 w 1969294"/>
                <a:gd name="connsiteY84" fmla="*/ 2035968 h 2390775"/>
                <a:gd name="connsiteX85" fmla="*/ 1566863 w 1969294"/>
                <a:gd name="connsiteY85" fmla="*/ 2035968 h 2390775"/>
                <a:gd name="connsiteX86" fmla="*/ 1566863 w 1969294"/>
                <a:gd name="connsiteY86" fmla="*/ 1997868 h 2390775"/>
                <a:gd name="connsiteX87" fmla="*/ 1597819 w 1969294"/>
                <a:gd name="connsiteY87" fmla="*/ 1959768 h 2390775"/>
                <a:gd name="connsiteX88" fmla="*/ 1607344 w 1969294"/>
                <a:gd name="connsiteY88" fmla="*/ 1833562 h 2390775"/>
                <a:gd name="connsiteX89" fmla="*/ 1688307 w 1969294"/>
                <a:gd name="connsiteY89" fmla="*/ 1847850 h 2390775"/>
                <a:gd name="connsiteX90" fmla="*/ 1721644 w 1969294"/>
                <a:gd name="connsiteY90" fmla="*/ 1866900 h 2390775"/>
                <a:gd name="connsiteX91" fmla="*/ 1759744 w 1969294"/>
                <a:gd name="connsiteY91" fmla="*/ 1869281 h 2390775"/>
                <a:gd name="connsiteX92" fmla="*/ 1764507 w 1969294"/>
                <a:gd name="connsiteY92" fmla="*/ 1835943 h 2390775"/>
                <a:gd name="connsiteX93" fmla="*/ 1814513 w 1969294"/>
                <a:gd name="connsiteY93" fmla="*/ 1838325 h 2390775"/>
                <a:gd name="connsiteX94" fmla="*/ 1888332 w 1969294"/>
                <a:gd name="connsiteY94" fmla="*/ 1778793 h 2390775"/>
                <a:gd name="connsiteX95" fmla="*/ 1897857 w 1969294"/>
                <a:gd name="connsiteY95" fmla="*/ 1683543 h 2390775"/>
                <a:gd name="connsiteX96" fmla="*/ 1766888 w 1969294"/>
                <a:gd name="connsiteY96" fmla="*/ 1647825 h 2390775"/>
                <a:gd name="connsiteX97" fmla="*/ 1719263 w 1969294"/>
                <a:gd name="connsiteY97" fmla="*/ 1540668 h 2390775"/>
                <a:gd name="connsiteX98" fmla="*/ 1678782 w 1969294"/>
                <a:gd name="connsiteY98" fmla="*/ 1578768 h 2390775"/>
                <a:gd name="connsiteX99" fmla="*/ 1559719 w 1969294"/>
                <a:gd name="connsiteY99" fmla="*/ 1588293 h 2390775"/>
                <a:gd name="connsiteX100" fmla="*/ 1638300 w 1969294"/>
                <a:gd name="connsiteY100" fmla="*/ 1502568 h 2390775"/>
                <a:gd name="connsiteX101" fmla="*/ 1635919 w 1969294"/>
                <a:gd name="connsiteY101" fmla="*/ 1154906 h 2390775"/>
                <a:gd name="connsiteX102" fmla="*/ 1731169 w 1969294"/>
                <a:gd name="connsiteY102" fmla="*/ 1154906 h 2390775"/>
                <a:gd name="connsiteX103" fmla="*/ 1731169 w 1969294"/>
                <a:gd name="connsiteY103" fmla="*/ 1012031 h 2390775"/>
                <a:gd name="connsiteX104" fmla="*/ 1800225 w 1969294"/>
                <a:gd name="connsiteY104" fmla="*/ 995362 h 2390775"/>
                <a:gd name="connsiteX105" fmla="*/ 1795463 w 1969294"/>
                <a:gd name="connsiteY105" fmla="*/ 964406 h 2390775"/>
                <a:gd name="connsiteX106" fmla="*/ 1735932 w 1969294"/>
                <a:gd name="connsiteY106" fmla="*/ 966787 h 2390775"/>
                <a:gd name="connsiteX107" fmla="*/ 1685925 w 1969294"/>
                <a:gd name="connsiteY107" fmla="*/ 909637 h 2390775"/>
                <a:gd name="connsiteX108" fmla="*/ 1633538 w 1969294"/>
                <a:gd name="connsiteY108" fmla="*/ 909637 h 2390775"/>
                <a:gd name="connsiteX109" fmla="*/ 1624013 w 1969294"/>
                <a:gd name="connsiteY109" fmla="*/ 728662 h 2390775"/>
                <a:gd name="connsiteX110" fmla="*/ 1512094 w 1969294"/>
                <a:gd name="connsiteY110" fmla="*/ 702468 h 2390775"/>
                <a:gd name="connsiteX111" fmla="*/ 1495425 w 1969294"/>
                <a:gd name="connsiteY111" fmla="*/ 652462 h 2390775"/>
                <a:gd name="connsiteX112" fmla="*/ 1650207 w 1969294"/>
                <a:gd name="connsiteY112" fmla="*/ 664368 h 2390775"/>
                <a:gd name="connsiteX113" fmla="*/ 1807369 w 1969294"/>
                <a:gd name="connsiteY113" fmla="*/ 716756 h 2390775"/>
                <a:gd name="connsiteX114" fmla="*/ 1812132 w 1969294"/>
                <a:gd name="connsiteY114" fmla="*/ 628650 h 2390775"/>
                <a:gd name="connsiteX115" fmla="*/ 1905000 w 1969294"/>
                <a:gd name="connsiteY115" fmla="*/ 640556 h 2390775"/>
                <a:gd name="connsiteX116" fmla="*/ 1912144 w 1969294"/>
                <a:gd name="connsiteY116" fmla="*/ 607218 h 2390775"/>
                <a:gd name="connsiteX117" fmla="*/ 1943100 w 1969294"/>
                <a:gd name="connsiteY117" fmla="*/ 597693 h 2390775"/>
                <a:gd name="connsiteX118" fmla="*/ 1966913 w 1969294"/>
                <a:gd name="connsiteY118" fmla="*/ 557212 h 2390775"/>
                <a:gd name="connsiteX119" fmla="*/ 1943100 w 1969294"/>
                <a:gd name="connsiteY119" fmla="*/ 521493 h 2390775"/>
                <a:gd name="connsiteX120" fmla="*/ 1969294 w 1969294"/>
                <a:gd name="connsiteY120" fmla="*/ 554831 h 2390775"/>
                <a:gd name="connsiteX121" fmla="*/ 1938338 w 1969294"/>
                <a:gd name="connsiteY121" fmla="*/ 602456 h 2390775"/>
                <a:gd name="connsiteX122" fmla="*/ 1878807 w 1969294"/>
                <a:gd name="connsiteY122" fmla="*/ 597693 h 2390775"/>
                <a:gd name="connsiteX123" fmla="*/ 1833563 w 1969294"/>
                <a:gd name="connsiteY123" fmla="*/ 552450 h 2390775"/>
                <a:gd name="connsiteX124" fmla="*/ 1824038 w 1969294"/>
                <a:gd name="connsiteY124" fmla="*/ 526256 h 2390775"/>
                <a:gd name="connsiteX125" fmla="*/ 1790700 w 1969294"/>
                <a:gd name="connsiteY125" fmla="*/ 504825 h 2390775"/>
                <a:gd name="connsiteX126" fmla="*/ 1790700 w 1969294"/>
                <a:gd name="connsiteY126" fmla="*/ 461962 h 2390775"/>
                <a:gd name="connsiteX127" fmla="*/ 1771650 w 1969294"/>
                <a:gd name="connsiteY127" fmla="*/ 450056 h 2390775"/>
                <a:gd name="connsiteX128" fmla="*/ 1754982 w 1969294"/>
                <a:gd name="connsiteY128" fmla="*/ 509587 h 2390775"/>
                <a:gd name="connsiteX129" fmla="*/ 1657350 w 1969294"/>
                <a:gd name="connsiteY129" fmla="*/ 502443 h 2390775"/>
                <a:gd name="connsiteX130" fmla="*/ 1616869 w 1969294"/>
                <a:gd name="connsiteY130" fmla="*/ 528637 h 2390775"/>
                <a:gd name="connsiteX131" fmla="*/ 1574007 w 1969294"/>
                <a:gd name="connsiteY131" fmla="*/ 509587 h 2390775"/>
                <a:gd name="connsiteX132" fmla="*/ 1528763 w 1969294"/>
                <a:gd name="connsiteY132" fmla="*/ 521493 h 2390775"/>
                <a:gd name="connsiteX133" fmla="*/ 1504950 w 1969294"/>
                <a:gd name="connsiteY133" fmla="*/ 504825 h 2390775"/>
                <a:gd name="connsiteX134" fmla="*/ 1466850 w 1969294"/>
                <a:gd name="connsiteY134" fmla="*/ 561975 h 2390775"/>
                <a:gd name="connsiteX135" fmla="*/ 1440657 w 1969294"/>
                <a:gd name="connsiteY135" fmla="*/ 528637 h 2390775"/>
                <a:gd name="connsiteX136" fmla="*/ 1409700 w 1969294"/>
                <a:gd name="connsiteY136" fmla="*/ 554831 h 2390775"/>
                <a:gd name="connsiteX137" fmla="*/ 1354932 w 1969294"/>
                <a:gd name="connsiteY137" fmla="*/ 516731 h 2390775"/>
                <a:gd name="connsiteX138" fmla="*/ 1354932 w 1969294"/>
                <a:gd name="connsiteY138" fmla="*/ 490537 h 2390775"/>
                <a:gd name="connsiteX139" fmla="*/ 1390650 w 1969294"/>
                <a:gd name="connsiteY139" fmla="*/ 483393 h 2390775"/>
                <a:gd name="connsiteX140" fmla="*/ 1412082 w 1969294"/>
                <a:gd name="connsiteY140" fmla="*/ 404812 h 2390775"/>
                <a:gd name="connsiteX141" fmla="*/ 1362075 w 1969294"/>
                <a:gd name="connsiteY141" fmla="*/ 402431 h 2390775"/>
                <a:gd name="connsiteX142" fmla="*/ 1359694 w 1969294"/>
                <a:gd name="connsiteY142" fmla="*/ 321468 h 2390775"/>
                <a:gd name="connsiteX143" fmla="*/ 1269207 w 1969294"/>
                <a:gd name="connsiteY143" fmla="*/ 326231 h 2390775"/>
                <a:gd name="connsiteX144" fmla="*/ 1262063 w 1969294"/>
                <a:gd name="connsiteY144" fmla="*/ 259556 h 2390775"/>
                <a:gd name="connsiteX145" fmla="*/ 1193007 w 1969294"/>
                <a:gd name="connsiteY145" fmla="*/ 254793 h 2390775"/>
                <a:gd name="connsiteX146" fmla="*/ 1123950 w 1969294"/>
                <a:gd name="connsiteY146" fmla="*/ 219075 h 2390775"/>
                <a:gd name="connsiteX147" fmla="*/ 1114425 w 1969294"/>
                <a:gd name="connsiteY147" fmla="*/ 328612 h 2390775"/>
                <a:gd name="connsiteX148" fmla="*/ 1033463 w 1969294"/>
                <a:gd name="connsiteY148" fmla="*/ 309562 h 2390775"/>
                <a:gd name="connsiteX149" fmla="*/ 959644 w 1969294"/>
                <a:gd name="connsiteY149" fmla="*/ 247650 h 2390775"/>
                <a:gd name="connsiteX150" fmla="*/ 919163 w 1969294"/>
                <a:gd name="connsiteY150" fmla="*/ 266700 h 2390775"/>
                <a:gd name="connsiteX151" fmla="*/ 857250 w 1969294"/>
                <a:gd name="connsiteY151" fmla="*/ 219075 h 2390775"/>
                <a:gd name="connsiteX152" fmla="*/ 900113 w 1969294"/>
                <a:gd name="connsiteY152" fmla="*/ 130968 h 2390775"/>
                <a:gd name="connsiteX153" fmla="*/ 897732 w 1969294"/>
                <a:gd name="connsiteY153" fmla="*/ 100012 h 2390775"/>
                <a:gd name="connsiteX154" fmla="*/ 921544 w 1969294"/>
                <a:gd name="connsiteY154" fmla="*/ 73818 h 2390775"/>
                <a:gd name="connsiteX155" fmla="*/ 969169 w 1969294"/>
                <a:gd name="connsiteY155" fmla="*/ 42862 h 2390775"/>
                <a:gd name="connsiteX156" fmla="*/ 873919 w 1969294"/>
                <a:gd name="connsiteY156" fmla="*/ 0 h 2390775"/>
                <a:gd name="connsiteX157" fmla="*/ 819150 w 1969294"/>
                <a:gd name="connsiteY157" fmla="*/ 14287 h 2390775"/>
                <a:gd name="connsiteX158" fmla="*/ 838200 w 1969294"/>
                <a:gd name="connsiteY158" fmla="*/ 54768 h 2390775"/>
                <a:gd name="connsiteX159" fmla="*/ 831057 w 1969294"/>
                <a:gd name="connsiteY159" fmla="*/ 80962 h 2390775"/>
                <a:gd name="connsiteX160" fmla="*/ 776288 w 1969294"/>
                <a:gd name="connsiteY160" fmla="*/ 52387 h 2390775"/>
                <a:gd name="connsiteX161" fmla="*/ 723900 w 1969294"/>
                <a:gd name="connsiteY161" fmla="*/ 76200 h 2390775"/>
                <a:gd name="connsiteX162" fmla="*/ 659607 w 1969294"/>
                <a:gd name="connsiteY162" fmla="*/ 61912 h 2390775"/>
                <a:gd name="connsiteX163" fmla="*/ 626269 w 1969294"/>
                <a:gd name="connsiteY163" fmla="*/ 116681 h 2390775"/>
                <a:gd name="connsiteX164" fmla="*/ 652463 w 1969294"/>
                <a:gd name="connsiteY164" fmla="*/ 192881 h 2390775"/>
                <a:gd name="connsiteX165" fmla="*/ 578644 w 1969294"/>
                <a:gd name="connsiteY165" fmla="*/ 204787 h 2390775"/>
                <a:gd name="connsiteX166" fmla="*/ 516732 w 1969294"/>
                <a:gd name="connsiteY166" fmla="*/ 216693 h 2390775"/>
                <a:gd name="connsiteX167" fmla="*/ 564357 w 1969294"/>
                <a:gd name="connsiteY167" fmla="*/ 157162 h 2390775"/>
                <a:gd name="connsiteX168" fmla="*/ 571500 w 1969294"/>
                <a:gd name="connsiteY168" fmla="*/ 80962 h 2390775"/>
                <a:gd name="connsiteX169" fmla="*/ 461963 w 1969294"/>
                <a:gd name="connsiteY169" fmla="*/ 33337 h 2390775"/>
                <a:gd name="connsiteX170" fmla="*/ 371475 w 1969294"/>
                <a:gd name="connsiteY170" fmla="*/ 83343 h 2390775"/>
                <a:gd name="connsiteX171" fmla="*/ 300038 w 1969294"/>
                <a:gd name="connsiteY171" fmla="*/ 85725 h 2390775"/>
                <a:gd name="connsiteX172" fmla="*/ 242888 w 1969294"/>
                <a:gd name="connsiteY172" fmla="*/ 154781 h 2390775"/>
                <a:gd name="connsiteX173" fmla="*/ 257175 w 1969294"/>
                <a:gd name="connsiteY173" fmla="*/ 233362 h 2390775"/>
                <a:gd name="connsiteX174" fmla="*/ 185738 w 1969294"/>
                <a:gd name="connsiteY174" fmla="*/ 288131 h 239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</a:cxnLst>
              <a:rect l="l" t="t" r="r" b="b"/>
              <a:pathLst>
                <a:path w="1969294" h="2390775">
                  <a:moveTo>
                    <a:pt x="185738" y="288131"/>
                  </a:moveTo>
                  <a:lnTo>
                    <a:pt x="207169" y="371475"/>
                  </a:lnTo>
                  <a:lnTo>
                    <a:pt x="214313" y="495300"/>
                  </a:lnTo>
                  <a:lnTo>
                    <a:pt x="171450" y="585787"/>
                  </a:lnTo>
                  <a:lnTo>
                    <a:pt x="214313" y="631031"/>
                  </a:lnTo>
                  <a:lnTo>
                    <a:pt x="197644" y="683418"/>
                  </a:lnTo>
                  <a:lnTo>
                    <a:pt x="157163" y="731043"/>
                  </a:lnTo>
                  <a:lnTo>
                    <a:pt x="161925" y="752475"/>
                  </a:lnTo>
                  <a:lnTo>
                    <a:pt x="173832" y="785812"/>
                  </a:lnTo>
                  <a:lnTo>
                    <a:pt x="221457" y="790575"/>
                  </a:lnTo>
                  <a:lnTo>
                    <a:pt x="223838" y="821531"/>
                  </a:lnTo>
                  <a:lnTo>
                    <a:pt x="216694" y="847725"/>
                  </a:lnTo>
                  <a:lnTo>
                    <a:pt x="214313" y="892968"/>
                  </a:lnTo>
                  <a:lnTo>
                    <a:pt x="192882" y="926306"/>
                  </a:lnTo>
                  <a:lnTo>
                    <a:pt x="228600" y="942975"/>
                  </a:lnTo>
                  <a:lnTo>
                    <a:pt x="254794" y="959643"/>
                  </a:lnTo>
                  <a:lnTo>
                    <a:pt x="338138" y="971550"/>
                  </a:lnTo>
                  <a:lnTo>
                    <a:pt x="338138" y="1045368"/>
                  </a:lnTo>
                  <a:lnTo>
                    <a:pt x="342900" y="1083468"/>
                  </a:lnTo>
                  <a:lnTo>
                    <a:pt x="300038" y="1135856"/>
                  </a:lnTo>
                  <a:lnTo>
                    <a:pt x="192882" y="1123950"/>
                  </a:lnTo>
                  <a:lnTo>
                    <a:pt x="159544" y="1243012"/>
                  </a:lnTo>
                  <a:lnTo>
                    <a:pt x="152400" y="1293018"/>
                  </a:lnTo>
                  <a:lnTo>
                    <a:pt x="95250" y="1371600"/>
                  </a:lnTo>
                  <a:lnTo>
                    <a:pt x="90488" y="1421606"/>
                  </a:lnTo>
                  <a:lnTo>
                    <a:pt x="9525" y="1426368"/>
                  </a:lnTo>
                  <a:lnTo>
                    <a:pt x="0" y="1533525"/>
                  </a:lnTo>
                  <a:lnTo>
                    <a:pt x="119063" y="1685925"/>
                  </a:lnTo>
                  <a:lnTo>
                    <a:pt x="135732" y="1612106"/>
                  </a:lnTo>
                  <a:lnTo>
                    <a:pt x="197644" y="1533525"/>
                  </a:lnTo>
                  <a:lnTo>
                    <a:pt x="238125" y="1543050"/>
                  </a:lnTo>
                  <a:lnTo>
                    <a:pt x="240507" y="1559718"/>
                  </a:lnTo>
                  <a:lnTo>
                    <a:pt x="228600" y="1600200"/>
                  </a:lnTo>
                  <a:lnTo>
                    <a:pt x="266700" y="1609725"/>
                  </a:lnTo>
                  <a:lnTo>
                    <a:pt x="292894" y="1654968"/>
                  </a:lnTo>
                  <a:lnTo>
                    <a:pt x="326232" y="1659731"/>
                  </a:lnTo>
                  <a:cubicBezTo>
                    <a:pt x="327026" y="1677987"/>
                    <a:pt x="327819" y="1696244"/>
                    <a:pt x="328613" y="1714500"/>
                  </a:cubicBezTo>
                  <a:lnTo>
                    <a:pt x="266700" y="1714500"/>
                  </a:lnTo>
                  <a:lnTo>
                    <a:pt x="271463" y="1743075"/>
                  </a:lnTo>
                  <a:lnTo>
                    <a:pt x="216694" y="1802606"/>
                  </a:lnTo>
                  <a:lnTo>
                    <a:pt x="228600" y="1835943"/>
                  </a:lnTo>
                  <a:lnTo>
                    <a:pt x="307182" y="1838325"/>
                  </a:lnTo>
                  <a:lnTo>
                    <a:pt x="311944" y="1893093"/>
                  </a:lnTo>
                  <a:lnTo>
                    <a:pt x="345282" y="1895475"/>
                  </a:lnTo>
                  <a:lnTo>
                    <a:pt x="376238" y="1943100"/>
                  </a:lnTo>
                  <a:lnTo>
                    <a:pt x="466725" y="1928812"/>
                  </a:lnTo>
                  <a:lnTo>
                    <a:pt x="531019" y="1897856"/>
                  </a:lnTo>
                  <a:lnTo>
                    <a:pt x="552450" y="1921668"/>
                  </a:lnTo>
                  <a:lnTo>
                    <a:pt x="576263" y="1881187"/>
                  </a:lnTo>
                  <a:lnTo>
                    <a:pt x="650082" y="1840706"/>
                  </a:lnTo>
                  <a:lnTo>
                    <a:pt x="666750" y="1857375"/>
                  </a:lnTo>
                  <a:lnTo>
                    <a:pt x="754857" y="1969293"/>
                  </a:lnTo>
                  <a:lnTo>
                    <a:pt x="816769" y="1969293"/>
                  </a:lnTo>
                  <a:lnTo>
                    <a:pt x="871538" y="1909762"/>
                  </a:lnTo>
                  <a:lnTo>
                    <a:pt x="928688" y="1945481"/>
                  </a:lnTo>
                  <a:lnTo>
                    <a:pt x="881063" y="2005012"/>
                  </a:lnTo>
                  <a:lnTo>
                    <a:pt x="881063" y="2043112"/>
                  </a:lnTo>
                  <a:lnTo>
                    <a:pt x="864394" y="2074068"/>
                  </a:lnTo>
                  <a:lnTo>
                    <a:pt x="904875" y="2112168"/>
                  </a:lnTo>
                  <a:lnTo>
                    <a:pt x="957263" y="2114550"/>
                  </a:lnTo>
                  <a:lnTo>
                    <a:pt x="992982" y="2159793"/>
                  </a:lnTo>
                  <a:lnTo>
                    <a:pt x="1033463" y="2119312"/>
                  </a:lnTo>
                  <a:lnTo>
                    <a:pt x="1100138" y="2095500"/>
                  </a:lnTo>
                  <a:lnTo>
                    <a:pt x="1100138" y="2040731"/>
                  </a:lnTo>
                  <a:lnTo>
                    <a:pt x="1135857" y="2028825"/>
                  </a:lnTo>
                  <a:lnTo>
                    <a:pt x="1145382" y="2000250"/>
                  </a:lnTo>
                  <a:lnTo>
                    <a:pt x="1152525" y="2000250"/>
                  </a:lnTo>
                  <a:lnTo>
                    <a:pt x="1159669" y="1974056"/>
                  </a:lnTo>
                  <a:lnTo>
                    <a:pt x="1262063" y="1997868"/>
                  </a:lnTo>
                  <a:lnTo>
                    <a:pt x="1285875" y="2019300"/>
                  </a:lnTo>
                  <a:lnTo>
                    <a:pt x="1266825" y="2055018"/>
                  </a:lnTo>
                  <a:lnTo>
                    <a:pt x="1254919" y="2093118"/>
                  </a:lnTo>
                  <a:lnTo>
                    <a:pt x="1254919" y="2093118"/>
                  </a:lnTo>
                  <a:lnTo>
                    <a:pt x="1264444" y="2159793"/>
                  </a:lnTo>
                  <a:lnTo>
                    <a:pt x="1252538" y="2205037"/>
                  </a:lnTo>
                  <a:lnTo>
                    <a:pt x="1247775" y="2266950"/>
                  </a:lnTo>
                  <a:lnTo>
                    <a:pt x="1388269" y="2266950"/>
                  </a:lnTo>
                  <a:lnTo>
                    <a:pt x="1426369" y="2328862"/>
                  </a:lnTo>
                  <a:lnTo>
                    <a:pt x="1419225" y="2366962"/>
                  </a:lnTo>
                  <a:lnTo>
                    <a:pt x="1481138" y="2390775"/>
                  </a:lnTo>
                  <a:lnTo>
                    <a:pt x="1574007" y="2381250"/>
                  </a:lnTo>
                  <a:lnTo>
                    <a:pt x="1650207" y="2388393"/>
                  </a:lnTo>
                  <a:lnTo>
                    <a:pt x="1731169" y="2121693"/>
                  </a:lnTo>
                  <a:lnTo>
                    <a:pt x="1626394" y="2095500"/>
                  </a:lnTo>
                  <a:lnTo>
                    <a:pt x="1614488" y="2035968"/>
                  </a:lnTo>
                  <a:lnTo>
                    <a:pt x="1566863" y="2035968"/>
                  </a:lnTo>
                  <a:lnTo>
                    <a:pt x="1566863" y="1997868"/>
                  </a:lnTo>
                  <a:lnTo>
                    <a:pt x="1597819" y="1959768"/>
                  </a:lnTo>
                  <a:lnTo>
                    <a:pt x="1607344" y="1833562"/>
                  </a:lnTo>
                  <a:lnTo>
                    <a:pt x="1688307" y="1847850"/>
                  </a:lnTo>
                  <a:lnTo>
                    <a:pt x="1721644" y="1866900"/>
                  </a:lnTo>
                  <a:lnTo>
                    <a:pt x="1759744" y="1869281"/>
                  </a:lnTo>
                  <a:lnTo>
                    <a:pt x="1764507" y="1835943"/>
                  </a:lnTo>
                  <a:lnTo>
                    <a:pt x="1814513" y="1838325"/>
                  </a:lnTo>
                  <a:lnTo>
                    <a:pt x="1888332" y="1778793"/>
                  </a:lnTo>
                  <a:lnTo>
                    <a:pt x="1897857" y="1683543"/>
                  </a:lnTo>
                  <a:lnTo>
                    <a:pt x="1766888" y="1647825"/>
                  </a:lnTo>
                  <a:lnTo>
                    <a:pt x="1719263" y="1540668"/>
                  </a:lnTo>
                  <a:lnTo>
                    <a:pt x="1678782" y="1578768"/>
                  </a:lnTo>
                  <a:lnTo>
                    <a:pt x="1559719" y="1588293"/>
                  </a:lnTo>
                  <a:lnTo>
                    <a:pt x="1638300" y="1502568"/>
                  </a:lnTo>
                  <a:cubicBezTo>
                    <a:pt x="1637506" y="1386681"/>
                    <a:pt x="1636713" y="1270793"/>
                    <a:pt x="1635919" y="1154906"/>
                  </a:cubicBezTo>
                  <a:lnTo>
                    <a:pt x="1731169" y="1154906"/>
                  </a:lnTo>
                  <a:lnTo>
                    <a:pt x="1731169" y="1012031"/>
                  </a:lnTo>
                  <a:lnTo>
                    <a:pt x="1800225" y="995362"/>
                  </a:lnTo>
                  <a:lnTo>
                    <a:pt x="1795463" y="964406"/>
                  </a:lnTo>
                  <a:lnTo>
                    <a:pt x="1735932" y="966787"/>
                  </a:lnTo>
                  <a:lnTo>
                    <a:pt x="1685925" y="909637"/>
                  </a:lnTo>
                  <a:lnTo>
                    <a:pt x="1633538" y="909637"/>
                  </a:lnTo>
                  <a:lnTo>
                    <a:pt x="1624013" y="728662"/>
                  </a:lnTo>
                  <a:lnTo>
                    <a:pt x="1512094" y="702468"/>
                  </a:lnTo>
                  <a:lnTo>
                    <a:pt x="1495425" y="652462"/>
                  </a:lnTo>
                  <a:lnTo>
                    <a:pt x="1650207" y="664368"/>
                  </a:lnTo>
                  <a:lnTo>
                    <a:pt x="1807369" y="716756"/>
                  </a:lnTo>
                  <a:lnTo>
                    <a:pt x="1812132" y="628650"/>
                  </a:lnTo>
                  <a:lnTo>
                    <a:pt x="1905000" y="640556"/>
                  </a:lnTo>
                  <a:lnTo>
                    <a:pt x="1912144" y="607218"/>
                  </a:lnTo>
                  <a:lnTo>
                    <a:pt x="1943100" y="597693"/>
                  </a:lnTo>
                  <a:lnTo>
                    <a:pt x="1966913" y="557212"/>
                  </a:lnTo>
                  <a:lnTo>
                    <a:pt x="1943100" y="521493"/>
                  </a:lnTo>
                  <a:lnTo>
                    <a:pt x="1969294" y="554831"/>
                  </a:lnTo>
                  <a:lnTo>
                    <a:pt x="1938338" y="602456"/>
                  </a:lnTo>
                  <a:lnTo>
                    <a:pt x="1878807" y="597693"/>
                  </a:lnTo>
                  <a:lnTo>
                    <a:pt x="1833563" y="552450"/>
                  </a:lnTo>
                  <a:lnTo>
                    <a:pt x="1824038" y="526256"/>
                  </a:lnTo>
                  <a:lnTo>
                    <a:pt x="1790700" y="504825"/>
                  </a:lnTo>
                  <a:lnTo>
                    <a:pt x="1790700" y="461962"/>
                  </a:lnTo>
                  <a:lnTo>
                    <a:pt x="1771650" y="450056"/>
                  </a:lnTo>
                  <a:lnTo>
                    <a:pt x="1754982" y="509587"/>
                  </a:lnTo>
                  <a:lnTo>
                    <a:pt x="1657350" y="502443"/>
                  </a:lnTo>
                  <a:lnTo>
                    <a:pt x="1616869" y="528637"/>
                  </a:lnTo>
                  <a:lnTo>
                    <a:pt x="1574007" y="509587"/>
                  </a:lnTo>
                  <a:lnTo>
                    <a:pt x="1528763" y="521493"/>
                  </a:lnTo>
                  <a:lnTo>
                    <a:pt x="1504950" y="504825"/>
                  </a:lnTo>
                  <a:lnTo>
                    <a:pt x="1466850" y="561975"/>
                  </a:lnTo>
                  <a:lnTo>
                    <a:pt x="1440657" y="528637"/>
                  </a:lnTo>
                  <a:lnTo>
                    <a:pt x="1409700" y="554831"/>
                  </a:lnTo>
                  <a:lnTo>
                    <a:pt x="1354932" y="516731"/>
                  </a:lnTo>
                  <a:lnTo>
                    <a:pt x="1354932" y="490537"/>
                  </a:lnTo>
                  <a:lnTo>
                    <a:pt x="1390650" y="483393"/>
                  </a:lnTo>
                  <a:lnTo>
                    <a:pt x="1412082" y="404812"/>
                  </a:lnTo>
                  <a:lnTo>
                    <a:pt x="1362075" y="402431"/>
                  </a:lnTo>
                  <a:cubicBezTo>
                    <a:pt x="1361281" y="375443"/>
                    <a:pt x="1360488" y="348456"/>
                    <a:pt x="1359694" y="321468"/>
                  </a:cubicBezTo>
                  <a:lnTo>
                    <a:pt x="1269207" y="326231"/>
                  </a:lnTo>
                  <a:lnTo>
                    <a:pt x="1262063" y="259556"/>
                  </a:lnTo>
                  <a:lnTo>
                    <a:pt x="1193007" y="254793"/>
                  </a:lnTo>
                  <a:lnTo>
                    <a:pt x="1123950" y="219075"/>
                  </a:lnTo>
                  <a:lnTo>
                    <a:pt x="1114425" y="328612"/>
                  </a:lnTo>
                  <a:lnTo>
                    <a:pt x="1033463" y="309562"/>
                  </a:lnTo>
                  <a:lnTo>
                    <a:pt x="959644" y="247650"/>
                  </a:lnTo>
                  <a:lnTo>
                    <a:pt x="919163" y="266700"/>
                  </a:lnTo>
                  <a:lnTo>
                    <a:pt x="857250" y="219075"/>
                  </a:lnTo>
                  <a:lnTo>
                    <a:pt x="900113" y="130968"/>
                  </a:lnTo>
                  <a:lnTo>
                    <a:pt x="897732" y="100012"/>
                  </a:lnTo>
                  <a:lnTo>
                    <a:pt x="921544" y="73818"/>
                  </a:lnTo>
                  <a:lnTo>
                    <a:pt x="969169" y="42862"/>
                  </a:lnTo>
                  <a:lnTo>
                    <a:pt x="873919" y="0"/>
                  </a:lnTo>
                  <a:lnTo>
                    <a:pt x="819150" y="14287"/>
                  </a:lnTo>
                  <a:lnTo>
                    <a:pt x="838200" y="54768"/>
                  </a:lnTo>
                  <a:lnTo>
                    <a:pt x="831057" y="80962"/>
                  </a:lnTo>
                  <a:lnTo>
                    <a:pt x="776288" y="52387"/>
                  </a:lnTo>
                  <a:lnTo>
                    <a:pt x="723900" y="76200"/>
                  </a:lnTo>
                  <a:lnTo>
                    <a:pt x="659607" y="61912"/>
                  </a:lnTo>
                  <a:lnTo>
                    <a:pt x="626269" y="116681"/>
                  </a:lnTo>
                  <a:lnTo>
                    <a:pt x="652463" y="192881"/>
                  </a:lnTo>
                  <a:lnTo>
                    <a:pt x="578644" y="204787"/>
                  </a:lnTo>
                  <a:lnTo>
                    <a:pt x="516732" y="216693"/>
                  </a:lnTo>
                  <a:lnTo>
                    <a:pt x="564357" y="157162"/>
                  </a:lnTo>
                  <a:lnTo>
                    <a:pt x="571500" y="80962"/>
                  </a:lnTo>
                  <a:lnTo>
                    <a:pt x="461963" y="33337"/>
                  </a:lnTo>
                  <a:lnTo>
                    <a:pt x="371475" y="83343"/>
                  </a:lnTo>
                  <a:lnTo>
                    <a:pt x="300038" y="85725"/>
                  </a:lnTo>
                  <a:lnTo>
                    <a:pt x="242888" y="154781"/>
                  </a:lnTo>
                  <a:lnTo>
                    <a:pt x="257175" y="233362"/>
                  </a:lnTo>
                  <a:lnTo>
                    <a:pt x="185738" y="288131"/>
                  </a:lnTo>
                  <a:close/>
                </a:path>
              </a:pathLst>
            </a:custGeom>
            <a:solidFill>
              <a:srgbClr val="5B9BD5">
                <a:lumMod val="20000"/>
                <a:lumOff val="8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97" charset="-128"/>
                <a:cs typeface="Calibri" panose="020F0502020204030204" pitchFamily="34" charset="0"/>
              </a:endParaRPr>
            </a:p>
          </p:txBody>
        </p:sp>
        <p:sp>
          <p:nvSpPr>
            <p:cNvPr id="328" name="Freeform: Shape 371">
              <a:extLst>
                <a:ext uri="{FF2B5EF4-FFF2-40B4-BE49-F238E27FC236}">
                  <a16:creationId xmlns:a16="http://schemas.microsoft.com/office/drawing/2014/main" xmlns="" id="{CE46DE24-76E9-442F-9BA2-59FDFEF47F4A}"/>
                </a:ext>
              </a:extLst>
            </p:cNvPr>
            <p:cNvSpPr/>
            <p:nvPr/>
          </p:nvSpPr>
          <p:spPr>
            <a:xfrm>
              <a:off x="6275397" y="2658139"/>
              <a:ext cx="1440846" cy="1306618"/>
            </a:xfrm>
            <a:custGeom>
              <a:avLst/>
              <a:gdLst>
                <a:gd name="connsiteX0" fmla="*/ 1806575 w 2286000"/>
                <a:gd name="connsiteY0" fmla="*/ 273050 h 1974850"/>
                <a:gd name="connsiteX1" fmla="*/ 1863725 w 2286000"/>
                <a:gd name="connsiteY1" fmla="*/ 317500 h 1974850"/>
                <a:gd name="connsiteX2" fmla="*/ 1917700 w 2286000"/>
                <a:gd name="connsiteY2" fmla="*/ 317500 h 1974850"/>
                <a:gd name="connsiteX3" fmla="*/ 1917700 w 2286000"/>
                <a:gd name="connsiteY3" fmla="*/ 374650 h 1974850"/>
                <a:gd name="connsiteX4" fmla="*/ 1876425 w 2286000"/>
                <a:gd name="connsiteY4" fmla="*/ 396875 h 1974850"/>
                <a:gd name="connsiteX5" fmla="*/ 1812925 w 2286000"/>
                <a:gd name="connsiteY5" fmla="*/ 492125 h 1974850"/>
                <a:gd name="connsiteX6" fmla="*/ 1822450 w 2286000"/>
                <a:gd name="connsiteY6" fmla="*/ 536575 h 1974850"/>
                <a:gd name="connsiteX7" fmla="*/ 1860550 w 2286000"/>
                <a:gd name="connsiteY7" fmla="*/ 546100 h 1974850"/>
                <a:gd name="connsiteX8" fmla="*/ 1831975 w 2286000"/>
                <a:gd name="connsiteY8" fmla="*/ 676275 h 1974850"/>
                <a:gd name="connsiteX9" fmla="*/ 1851025 w 2286000"/>
                <a:gd name="connsiteY9" fmla="*/ 733425 h 1974850"/>
                <a:gd name="connsiteX10" fmla="*/ 1879600 w 2286000"/>
                <a:gd name="connsiteY10" fmla="*/ 733425 h 1974850"/>
                <a:gd name="connsiteX11" fmla="*/ 1895475 w 2286000"/>
                <a:gd name="connsiteY11" fmla="*/ 787400 h 1974850"/>
                <a:gd name="connsiteX12" fmla="*/ 1974850 w 2286000"/>
                <a:gd name="connsiteY12" fmla="*/ 781050 h 1974850"/>
                <a:gd name="connsiteX13" fmla="*/ 2044700 w 2286000"/>
                <a:gd name="connsiteY13" fmla="*/ 806450 h 1974850"/>
                <a:gd name="connsiteX14" fmla="*/ 2143125 w 2286000"/>
                <a:gd name="connsiteY14" fmla="*/ 736600 h 1974850"/>
                <a:gd name="connsiteX15" fmla="*/ 2190750 w 2286000"/>
                <a:gd name="connsiteY15" fmla="*/ 771525 h 1974850"/>
                <a:gd name="connsiteX16" fmla="*/ 2184400 w 2286000"/>
                <a:gd name="connsiteY16" fmla="*/ 892175 h 1974850"/>
                <a:gd name="connsiteX17" fmla="*/ 2212975 w 2286000"/>
                <a:gd name="connsiteY17" fmla="*/ 942975 h 1974850"/>
                <a:gd name="connsiteX18" fmla="*/ 2178050 w 2286000"/>
                <a:gd name="connsiteY18" fmla="*/ 962025 h 1974850"/>
                <a:gd name="connsiteX19" fmla="*/ 2247900 w 2286000"/>
                <a:gd name="connsiteY19" fmla="*/ 1028700 h 1974850"/>
                <a:gd name="connsiteX20" fmla="*/ 2251075 w 2286000"/>
                <a:gd name="connsiteY20" fmla="*/ 1092200 h 1974850"/>
                <a:gd name="connsiteX21" fmla="*/ 2286000 w 2286000"/>
                <a:gd name="connsiteY21" fmla="*/ 1158875 h 1974850"/>
                <a:gd name="connsiteX22" fmla="*/ 2276475 w 2286000"/>
                <a:gd name="connsiteY22" fmla="*/ 1263650 h 1974850"/>
                <a:gd name="connsiteX23" fmla="*/ 2238375 w 2286000"/>
                <a:gd name="connsiteY23" fmla="*/ 1270000 h 1974850"/>
                <a:gd name="connsiteX24" fmla="*/ 2238375 w 2286000"/>
                <a:gd name="connsiteY24" fmla="*/ 1327150 h 1974850"/>
                <a:gd name="connsiteX25" fmla="*/ 2117725 w 2286000"/>
                <a:gd name="connsiteY25" fmla="*/ 1311275 h 1974850"/>
                <a:gd name="connsiteX26" fmla="*/ 2108200 w 2286000"/>
                <a:gd name="connsiteY26" fmla="*/ 1365250 h 1974850"/>
                <a:gd name="connsiteX27" fmla="*/ 2171700 w 2286000"/>
                <a:gd name="connsiteY27" fmla="*/ 1400175 h 1974850"/>
                <a:gd name="connsiteX28" fmla="*/ 2159000 w 2286000"/>
                <a:gd name="connsiteY28" fmla="*/ 1466850 h 1974850"/>
                <a:gd name="connsiteX29" fmla="*/ 2066925 w 2286000"/>
                <a:gd name="connsiteY29" fmla="*/ 1495425 h 1974850"/>
                <a:gd name="connsiteX30" fmla="*/ 2028825 w 2286000"/>
                <a:gd name="connsiteY30" fmla="*/ 1492250 h 1974850"/>
                <a:gd name="connsiteX31" fmla="*/ 1997075 w 2286000"/>
                <a:gd name="connsiteY31" fmla="*/ 1568450 h 1974850"/>
                <a:gd name="connsiteX32" fmla="*/ 1914525 w 2286000"/>
                <a:gd name="connsiteY32" fmla="*/ 1549400 h 1974850"/>
                <a:gd name="connsiteX33" fmla="*/ 1882775 w 2286000"/>
                <a:gd name="connsiteY33" fmla="*/ 1549400 h 1974850"/>
                <a:gd name="connsiteX34" fmla="*/ 1851025 w 2286000"/>
                <a:gd name="connsiteY34" fmla="*/ 1590675 h 1974850"/>
                <a:gd name="connsiteX35" fmla="*/ 1844675 w 2286000"/>
                <a:gd name="connsiteY35" fmla="*/ 1635125 h 1974850"/>
                <a:gd name="connsiteX36" fmla="*/ 1866900 w 2286000"/>
                <a:gd name="connsiteY36" fmla="*/ 1666875 h 1974850"/>
                <a:gd name="connsiteX37" fmla="*/ 1784350 w 2286000"/>
                <a:gd name="connsiteY37" fmla="*/ 1809750 h 1974850"/>
                <a:gd name="connsiteX38" fmla="*/ 1708150 w 2286000"/>
                <a:gd name="connsiteY38" fmla="*/ 1797050 h 1974850"/>
                <a:gd name="connsiteX39" fmla="*/ 1625600 w 2286000"/>
                <a:gd name="connsiteY39" fmla="*/ 1844675 h 1974850"/>
                <a:gd name="connsiteX40" fmla="*/ 1593850 w 2286000"/>
                <a:gd name="connsiteY40" fmla="*/ 1930400 h 1974850"/>
                <a:gd name="connsiteX41" fmla="*/ 1549400 w 2286000"/>
                <a:gd name="connsiteY41" fmla="*/ 1939925 h 1974850"/>
                <a:gd name="connsiteX42" fmla="*/ 1473200 w 2286000"/>
                <a:gd name="connsiteY42" fmla="*/ 1927225 h 1974850"/>
                <a:gd name="connsiteX43" fmla="*/ 1352550 w 2286000"/>
                <a:gd name="connsiteY43" fmla="*/ 1927225 h 1974850"/>
                <a:gd name="connsiteX44" fmla="*/ 1266825 w 2286000"/>
                <a:gd name="connsiteY44" fmla="*/ 1955800 h 1974850"/>
                <a:gd name="connsiteX45" fmla="*/ 1162050 w 2286000"/>
                <a:gd name="connsiteY45" fmla="*/ 1946275 h 1974850"/>
                <a:gd name="connsiteX46" fmla="*/ 1108075 w 2286000"/>
                <a:gd name="connsiteY46" fmla="*/ 1974850 h 1974850"/>
                <a:gd name="connsiteX47" fmla="*/ 1063625 w 2286000"/>
                <a:gd name="connsiteY47" fmla="*/ 1968500 h 1974850"/>
                <a:gd name="connsiteX48" fmla="*/ 977900 w 2286000"/>
                <a:gd name="connsiteY48" fmla="*/ 1936750 h 1974850"/>
                <a:gd name="connsiteX49" fmla="*/ 739775 w 2286000"/>
                <a:gd name="connsiteY49" fmla="*/ 1860550 h 1974850"/>
                <a:gd name="connsiteX50" fmla="*/ 603250 w 2286000"/>
                <a:gd name="connsiteY50" fmla="*/ 1803400 h 1974850"/>
                <a:gd name="connsiteX51" fmla="*/ 565150 w 2286000"/>
                <a:gd name="connsiteY51" fmla="*/ 1762125 h 1974850"/>
                <a:gd name="connsiteX52" fmla="*/ 492125 w 2286000"/>
                <a:gd name="connsiteY52" fmla="*/ 1724025 h 1974850"/>
                <a:gd name="connsiteX53" fmla="*/ 409575 w 2286000"/>
                <a:gd name="connsiteY53" fmla="*/ 1555750 h 1974850"/>
                <a:gd name="connsiteX54" fmla="*/ 415925 w 2286000"/>
                <a:gd name="connsiteY54" fmla="*/ 1492250 h 1974850"/>
                <a:gd name="connsiteX55" fmla="*/ 393700 w 2286000"/>
                <a:gd name="connsiteY55" fmla="*/ 1463675 h 1974850"/>
                <a:gd name="connsiteX56" fmla="*/ 307975 w 2286000"/>
                <a:gd name="connsiteY56" fmla="*/ 1463675 h 1974850"/>
                <a:gd name="connsiteX57" fmla="*/ 209550 w 2286000"/>
                <a:gd name="connsiteY57" fmla="*/ 1425575 h 1974850"/>
                <a:gd name="connsiteX58" fmla="*/ 114300 w 2286000"/>
                <a:gd name="connsiteY58" fmla="*/ 1447800 h 1974850"/>
                <a:gd name="connsiteX59" fmla="*/ 69850 w 2286000"/>
                <a:gd name="connsiteY59" fmla="*/ 1444625 h 1974850"/>
                <a:gd name="connsiteX60" fmla="*/ 69850 w 2286000"/>
                <a:gd name="connsiteY60" fmla="*/ 1295400 h 1974850"/>
                <a:gd name="connsiteX61" fmla="*/ 76200 w 2286000"/>
                <a:gd name="connsiteY61" fmla="*/ 1139825 h 1974850"/>
                <a:gd name="connsiteX62" fmla="*/ 31750 w 2286000"/>
                <a:gd name="connsiteY62" fmla="*/ 1098550 h 1974850"/>
                <a:gd name="connsiteX63" fmla="*/ 63500 w 2286000"/>
                <a:gd name="connsiteY63" fmla="*/ 1009650 h 1974850"/>
                <a:gd name="connsiteX64" fmla="*/ 104775 w 2286000"/>
                <a:gd name="connsiteY64" fmla="*/ 946150 h 1974850"/>
                <a:gd name="connsiteX65" fmla="*/ 95250 w 2286000"/>
                <a:gd name="connsiteY65" fmla="*/ 866775 h 1974850"/>
                <a:gd name="connsiteX66" fmla="*/ 69850 w 2286000"/>
                <a:gd name="connsiteY66" fmla="*/ 774700 h 1974850"/>
                <a:gd name="connsiteX67" fmla="*/ 69850 w 2286000"/>
                <a:gd name="connsiteY67" fmla="*/ 714375 h 1974850"/>
                <a:gd name="connsiteX68" fmla="*/ 0 w 2286000"/>
                <a:gd name="connsiteY68" fmla="*/ 663575 h 1974850"/>
                <a:gd name="connsiteX69" fmla="*/ 63500 w 2286000"/>
                <a:gd name="connsiteY69" fmla="*/ 577850 h 1974850"/>
                <a:gd name="connsiteX70" fmla="*/ 44450 w 2286000"/>
                <a:gd name="connsiteY70" fmla="*/ 527050 h 1974850"/>
                <a:gd name="connsiteX71" fmla="*/ 44450 w 2286000"/>
                <a:gd name="connsiteY71" fmla="*/ 488950 h 1974850"/>
                <a:gd name="connsiteX72" fmla="*/ 92075 w 2286000"/>
                <a:gd name="connsiteY72" fmla="*/ 428625 h 1974850"/>
                <a:gd name="connsiteX73" fmla="*/ 92075 w 2286000"/>
                <a:gd name="connsiteY73" fmla="*/ 307975 h 1974850"/>
                <a:gd name="connsiteX74" fmla="*/ 136525 w 2286000"/>
                <a:gd name="connsiteY74" fmla="*/ 222250 h 1974850"/>
                <a:gd name="connsiteX75" fmla="*/ 273050 w 2286000"/>
                <a:gd name="connsiteY75" fmla="*/ 123825 h 1974850"/>
                <a:gd name="connsiteX76" fmla="*/ 314325 w 2286000"/>
                <a:gd name="connsiteY76" fmla="*/ 101600 h 1974850"/>
                <a:gd name="connsiteX77" fmla="*/ 479425 w 2286000"/>
                <a:gd name="connsiteY77" fmla="*/ 111125 h 1974850"/>
                <a:gd name="connsiteX78" fmla="*/ 517525 w 2286000"/>
                <a:gd name="connsiteY78" fmla="*/ 76200 h 1974850"/>
                <a:gd name="connsiteX79" fmla="*/ 596900 w 2286000"/>
                <a:gd name="connsiteY79" fmla="*/ 25400 h 1974850"/>
                <a:gd name="connsiteX80" fmla="*/ 742950 w 2286000"/>
                <a:gd name="connsiteY80" fmla="*/ 34925 h 1974850"/>
                <a:gd name="connsiteX81" fmla="*/ 882650 w 2286000"/>
                <a:gd name="connsiteY81" fmla="*/ 12700 h 1974850"/>
                <a:gd name="connsiteX82" fmla="*/ 981075 w 2286000"/>
                <a:gd name="connsiteY82" fmla="*/ 0 h 1974850"/>
                <a:gd name="connsiteX83" fmla="*/ 1057275 w 2286000"/>
                <a:gd name="connsiteY83" fmla="*/ 44450 h 1974850"/>
                <a:gd name="connsiteX84" fmla="*/ 1139825 w 2286000"/>
                <a:gd name="connsiteY84" fmla="*/ 66675 h 1974850"/>
                <a:gd name="connsiteX85" fmla="*/ 1222375 w 2286000"/>
                <a:gd name="connsiteY85" fmla="*/ 57150 h 1974850"/>
                <a:gd name="connsiteX86" fmla="*/ 1323975 w 2286000"/>
                <a:gd name="connsiteY86" fmla="*/ 92075 h 1974850"/>
                <a:gd name="connsiteX87" fmla="*/ 1352550 w 2286000"/>
                <a:gd name="connsiteY87" fmla="*/ 155575 h 1974850"/>
                <a:gd name="connsiteX88" fmla="*/ 1463675 w 2286000"/>
                <a:gd name="connsiteY88" fmla="*/ 146050 h 1974850"/>
                <a:gd name="connsiteX89" fmla="*/ 1546225 w 2286000"/>
                <a:gd name="connsiteY89" fmla="*/ 161925 h 1974850"/>
                <a:gd name="connsiteX90" fmla="*/ 1597025 w 2286000"/>
                <a:gd name="connsiteY90" fmla="*/ 200025 h 1974850"/>
                <a:gd name="connsiteX91" fmla="*/ 1673225 w 2286000"/>
                <a:gd name="connsiteY91" fmla="*/ 228600 h 1974850"/>
                <a:gd name="connsiteX92" fmla="*/ 1692275 w 2286000"/>
                <a:gd name="connsiteY92" fmla="*/ 288925 h 1974850"/>
                <a:gd name="connsiteX93" fmla="*/ 1806575 w 2286000"/>
                <a:gd name="connsiteY93" fmla="*/ 273050 h 197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86000" h="1974850">
                  <a:moveTo>
                    <a:pt x="1806575" y="273050"/>
                  </a:moveTo>
                  <a:lnTo>
                    <a:pt x="1863725" y="317500"/>
                  </a:lnTo>
                  <a:lnTo>
                    <a:pt x="1917700" y="317500"/>
                  </a:lnTo>
                  <a:lnTo>
                    <a:pt x="1917700" y="374650"/>
                  </a:lnTo>
                  <a:lnTo>
                    <a:pt x="1876425" y="396875"/>
                  </a:lnTo>
                  <a:lnTo>
                    <a:pt x="1812925" y="492125"/>
                  </a:lnTo>
                  <a:lnTo>
                    <a:pt x="1822450" y="536575"/>
                  </a:lnTo>
                  <a:lnTo>
                    <a:pt x="1860550" y="546100"/>
                  </a:lnTo>
                  <a:lnTo>
                    <a:pt x="1831975" y="676275"/>
                  </a:lnTo>
                  <a:lnTo>
                    <a:pt x="1851025" y="733425"/>
                  </a:lnTo>
                  <a:lnTo>
                    <a:pt x="1879600" y="733425"/>
                  </a:lnTo>
                  <a:lnTo>
                    <a:pt x="1895475" y="787400"/>
                  </a:lnTo>
                  <a:lnTo>
                    <a:pt x="1974850" y="781050"/>
                  </a:lnTo>
                  <a:lnTo>
                    <a:pt x="2044700" y="806450"/>
                  </a:lnTo>
                  <a:lnTo>
                    <a:pt x="2143125" y="736600"/>
                  </a:lnTo>
                  <a:lnTo>
                    <a:pt x="2190750" y="771525"/>
                  </a:lnTo>
                  <a:lnTo>
                    <a:pt x="2184400" y="892175"/>
                  </a:lnTo>
                  <a:lnTo>
                    <a:pt x="2212975" y="942975"/>
                  </a:lnTo>
                  <a:lnTo>
                    <a:pt x="2178050" y="962025"/>
                  </a:lnTo>
                  <a:lnTo>
                    <a:pt x="2247900" y="1028700"/>
                  </a:lnTo>
                  <a:lnTo>
                    <a:pt x="2251075" y="1092200"/>
                  </a:lnTo>
                  <a:lnTo>
                    <a:pt x="2286000" y="1158875"/>
                  </a:lnTo>
                  <a:lnTo>
                    <a:pt x="2276475" y="1263650"/>
                  </a:lnTo>
                  <a:lnTo>
                    <a:pt x="2238375" y="1270000"/>
                  </a:lnTo>
                  <a:lnTo>
                    <a:pt x="2238375" y="1327150"/>
                  </a:lnTo>
                  <a:lnTo>
                    <a:pt x="2117725" y="1311275"/>
                  </a:lnTo>
                  <a:lnTo>
                    <a:pt x="2108200" y="1365250"/>
                  </a:lnTo>
                  <a:lnTo>
                    <a:pt x="2171700" y="1400175"/>
                  </a:lnTo>
                  <a:lnTo>
                    <a:pt x="2159000" y="1466850"/>
                  </a:lnTo>
                  <a:lnTo>
                    <a:pt x="2066925" y="1495425"/>
                  </a:lnTo>
                  <a:lnTo>
                    <a:pt x="2028825" y="1492250"/>
                  </a:lnTo>
                  <a:lnTo>
                    <a:pt x="1997075" y="1568450"/>
                  </a:lnTo>
                  <a:lnTo>
                    <a:pt x="1914525" y="1549400"/>
                  </a:lnTo>
                  <a:lnTo>
                    <a:pt x="1882775" y="1549400"/>
                  </a:lnTo>
                  <a:lnTo>
                    <a:pt x="1851025" y="1590675"/>
                  </a:lnTo>
                  <a:lnTo>
                    <a:pt x="1844675" y="1635125"/>
                  </a:lnTo>
                  <a:lnTo>
                    <a:pt x="1866900" y="1666875"/>
                  </a:lnTo>
                  <a:lnTo>
                    <a:pt x="1784350" y="1809750"/>
                  </a:lnTo>
                  <a:lnTo>
                    <a:pt x="1708150" y="1797050"/>
                  </a:lnTo>
                  <a:lnTo>
                    <a:pt x="1625600" y="1844675"/>
                  </a:lnTo>
                  <a:lnTo>
                    <a:pt x="1593850" y="1930400"/>
                  </a:lnTo>
                  <a:lnTo>
                    <a:pt x="1549400" y="1939925"/>
                  </a:lnTo>
                  <a:lnTo>
                    <a:pt x="1473200" y="1927225"/>
                  </a:lnTo>
                  <a:lnTo>
                    <a:pt x="1352550" y="1927225"/>
                  </a:lnTo>
                  <a:lnTo>
                    <a:pt x="1266825" y="1955800"/>
                  </a:lnTo>
                  <a:lnTo>
                    <a:pt x="1162050" y="1946275"/>
                  </a:lnTo>
                  <a:lnTo>
                    <a:pt x="1108075" y="1974850"/>
                  </a:lnTo>
                  <a:lnTo>
                    <a:pt x="1063625" y="1968500"/>
                  </a:lnTo>
                  <a:lnTo>
                    <a:pt x="977900" y="1936750"/>
                  </a:lnTo>
                  <a:lnTo>
                    <a:pt x="739775" y="1860550"/>
                  </a:lnTo>
                  <a:lnTo>
                    <a:pt x="603250" y="1803400"/>
                  </a:lnTo>
                  <a:lnTo>
                    <a:pt x="565150" y="1762125"/>
                  </a:lnTo>
                  <a:lnTo>
                    <a:pt x="492125" y="1724025"/>
                  </a:lnTo>
                  <a:lnTo>
                    <a:pt x="409575" y="1555750"/>
                  </a:lnTo>
                  <a:lnTo>
                    <a:pt x="415925" y="1492250"/>
                  </a:lnTo>
                  <a:lnTo>
                    <a:pt x="393700" y="1463675"/>
                  </a:lnTo>
                  <a:lnTo>
                    <a:pt x="307975" y="1463675"/>
                  </a:lnTo>
                  <a:lnTo>
                    <a:pt x="209550" y="1425575"/>
                  </a:lnTo>
                  <a:lnTo>
                    <a:pt x="114300" y="1447800"/>
                  </a:lnTo>
                  <a:lnTo>
                    <a:pt x="69850" y="1444625"/>
                  </a:lnTo>
                  <a:lnTo>
                    <a:pt x="69850" y="1295400"/>
                  </a:lnTo>
                  <a:lnTo>
                    <a:pt x="76200" y="1139825"/>
                  </a:lnTo>
                  <a:lnTo>
                    <a:pt x="31750" y="1098550"/>
                  </a:lnTo>
                  <a:lnTo>
                    <a:pt x="63500" y="1009650"/>
                  </a:lnTo>
                  <a:lnTo>
                    <a:pt x="104775" y="946150"/>
                  </a:lnTo>
                  <a:lnTo>
                    <a:pt x="95250" y="866775"/>
                  </a:lnTo>
                  <a:lnTo>
                    <a:pt x="69850" y="774700"/>
                  </a:lnTo>
                  <a:lnTo>
                    <a:pt x="69850" y="714375"/>
                  </a:lnTo>
                  <a:lnTo>
                    <a:pt x="0" y="663575"/>
                  </a:lnTo>
                  <a:lnTo>
                    <a:pt x="63500" y="577850"/>
                  </a:lnTo>
                  <a:lnTo>
                    <a:pt x="44450" y="527050"/>
                  </a:lnTo>
                  <a:lnTo>
                    <a:pt x="44450" y="488950"/>
                  </a:lnTo>
                  <a:lnTo>
                    <a:pt x="92075" y="428625"/>
                  </a:lnTo>
                  <a:lnTo>
                    <a:pt x="92075" y="307975"/>
                  </a:lnTo>
                  <a:lnTo>
                    <a:pt x="136525" y="222250"/>
                  </a:lnTo>
                  <a:lnTo>
                    <a:pt x="273050" y="123825"/>
                  </a:lnTo>
                  <a:lnTo>
                    <a:pt x="314325" y="101600"/>
                  </a:lnTo>
                  <a:lnTo>
                    <a:pt x="479425" y="111125"/>
                  </a:lnTo>
                  <a:lnTo>
                    <a:pt x="517525" y="76200"/>
                  </a:lnTo>
                  <a:lnTo>
                    <a:pt x="596900" y="25400"/>
                  </a:lnTo>
                  <a:lnTo>
                    <a:pt x="742950" y="34925"/>
                  </a:lnTo>
                  <a:lnTo>
                    <a:pt x="882650" y="12700"/>
                  </a:lnTo>
                  <a:lnTo>
                    <a:pt x="981075" y="0"/>
                  </a:lnTo>
                  <a:lnTo>
                    <a:pt x="1057275" y="44450"/>
                  </a:lnTo>
                  <a:lnTo>
                    <a:pt x="1139825" y="66675"/>
                  </a:lnTo>
                  <a:lnTo>
                    <a:pt x="1222375" y="57150"/>
                  </a:lnTo>
                  <a:lnTo>
                    <a:pt x="1323975" y="92075"/>
                  </a:lnTo>
                  <a:lnTo>
                    <a:pt x="1352550" y="155575"/>
                  </a:lnTo>
                  <a:lnTo>
                    <a:pt x="1463675" y="146050"/>
                  </a:lnTo>
                  <a:lnTo>
                    <a:pt x="1546225" y="161925"/>
                  </a:lnTo>
                  <a:lnTo>
                    <a:pt x="1597025" y="200025"/>
                  </a:lnTo>
                  <a:lnTo>
                    <a:pt x="1673225" y="228600"/>
                  </a:lnTo>
                  <a:lnTo>
                    <a:pt x="1692275" y="288925"/>
                  </a:lnTo>
                  <a:lnTo>
                    <a:pt x="1806575" y="273050"/>
                  </a:lnTo>
                  <a:close/>
                </a:path>
              </a:pathLst>
            </a:custGeom>
            <a:gradFill>
              <a:gsLst>
                <a:gs pos="0">
                  <a:srgbClr val="6AD5E0"/>
                </a:gs>
                <a:gs pos="99000">
                  <a:srgbClr val="0CC3D1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29" name="Freeform: Shape 372">
              <a:extLst>
                <a:ext uri="{FF2B5EF4-FFF2-40B4-BE49-F238E27FC236}">
                  <a16:creationId xmlns:a16="http://schemas.microsoft.com/office/drawing/2014/main" xmlns="" id="{A2A66574-7DBE-4111-9889-3A5CDC961387}"/>
                </a:ext>
              </a:extLst>
            </p:cNvPr>
            <p:cNvSpPr/>
            <p:nvPr/>
          </p:nvSpPr>
          <p:spPr>
            <a:xfrm>
              <a:off x="6410976" y="2888687"/>
              <a:ext cx="966568" cy="836593"/>
            </a:xfrm>
            <a:custGeom>
              <a:avLst/>
              <a:gdLst>
                <a:gd name="connsiteX0" fmla="*/ 504825 w 1533525"/>
                <a:gd name="connsiteY0" fmla="*/ 383382 h 1264444"/>
                <a:gd name="connsiteX1" fmla="*/ 347663 w 1533525"/>
                <a:gd name="connsiteY1" fmla="*/ 292894 h 1264444"/>
                <a:gd name="connsiteX2" fmla="*/ 288132 w 1533525"/>
                <a:gd name="connsiteY2" fmla="*/ 347663 h 1264444"/>
                <a:gd name="connsiteX3" fmla="*/ 209550 w 1533525"/>
                <a:gd name="connsiteY3" fmla="*/ 326232 h 1264444"/>
                <a:gd name="connsiteX4" fmla="*/ 173832 w 1533525"/>
                <a:gd name="connsiteY4" fmla="*/ 392907 h 1264444"/>
                <a:gd name="connsiteX5" fmla="*/ 130969 w 1533525"/>
                <a:gd name="connsiteY5" fmla="*/ 400050 h 1264444"/>
                <a:gd name="connsiteX6" fmla="*/ 85725 w 1533525"/>
                <a:gd name="connsiteY6" fmla="*/ 438150 h 1264444"/>
                <a:gd name="connsiteX7" fmla="*/ 90488 w 1533525"/>
                <a:gd name="connsiteY7" fmla="*/ 526257 h 1264444"/>
                <a:gd name="connsiteX8" fmla="*/ 33338 w 1533525"/>
                <a:gd name="connsiteY8" fmla="*/ 526257 h 1264444"/>
                <a:gd name="connsiteX9" fmla="*/ 28575 w 1533525"/>
                <a:gd name="connsiteY9" fmla="*/ 569119 h 1264444"/>
                <a:gd name="connsiteX10" fmla="*/ 0 w 1533525"/>
                <a:gd name="connsiteY10" fmla="*/ 583407 h 1264444"/>
                <a:gd name="connsiteX11" fmla="*/ 38100 w 1533525"/>
                <a:gd name="connsiteY11" fmla="*/ 671513 h 1264444"/>
                <a:gd name="connsiteX12" fmla="*/ 21432 w 1533525"/>
                <a:gd name="connsiteY12" fmla="*/ 685800 h 1264444"/>
                <a:gd name="connsiteX13" fmla="*/ 71438 w 1533525"/>
                <a:gd name="connsiteY13" fmla="*/ 666750 h 1264444"/>
                <a:gd name="connsiteX14" fmla="*/ 171450 w 1533525"/>
                <a:gd name="connsiteY14" fmla="*/ 723900 h 1264444"/>
                <a:gd name="connsiteX15" fmla="*/ 128588 w 1533525"/>
                <a:gd name="connsiteY15" fmla="*/ 747713 h 1264444"/>
                <a:gd name="connsiteX16" fmla="*/ 95250 w 1533525"/>
                <a:gd name="connsiteY16" fmla="*/ 785813 h 1264444"/>
                <a:gd name="connsiteX17" fmla="*/ 100013 w 1533525"/>
                <a:gd name="connsiteY17" fmla="*/ 802482 h 1264444"/>
                <a:gd name="connsiteX18" fmla="*/ 54769 w 1533525"/>
                <a:gd name="connsiteY18" fmla="*/ 888207 h 1264444"/>
                <a:gd name="connsiteX19" fmla="*/ 111919 w 1533525"/>
                <a:gd name="connsiteY19" fmla="*/ 928688 h 1264444"/>
                <a:gd name="connsiteX20" fmla="*/ 157163 w 1533525"/>
                <a:gd name="connsiteY20" fmla="*/ 912019 h 1264444"/>
                <a:gd name="connsiteX21" fmla="*/ 238125 w 1533525"/>
                <a:gd name="connsiteY21" fmla="*/ 976313 h 1264444"/>
                <a:gd name="connsiteX22" fmla="*/ 314325 w 1533525"/>
                <a:gd name="connsiteY22" fmla="*/ 995363 h 1264444"/>
                <a:gd name="connsiteX23" fmla="*/ 323850 w 1533525"/>
                <a:gd name="connsiteY23" fmla="*/ 885825 h 1264444"/>
                <a:gd name="connsiteX24" fmla="*/ 402432 w 1533525"/>
                <a:gd name="connsiteY24" fmla="*/ 923925 h 1264444"/>
                <a:gd name="connsiteX25" fmla="*/ 466725 w 1533525"/>
                <a:gd name="connsiteY25" fmla="*/ 928688 h 1264444"/>
                <a:gd name="connsiteX26" fmla="*/ 471488 w 1533525"/>
                <a:gd name="connsiteY26" fmla="*/ 995363 h 1264444"/>
                <a:gd name="connsiteX27" fmla="*/ 557213 w 1533525"/>
                <a:gd name="connsiteY27" fmla="*/ 997744 h 1264444"/>
                <a:gd name="connsiteX28" fmla="*/ 564357 w 1533525"/>
                <a:gd name="connsiteY28" fmla="*/ 1071563 h 1264444"/>
                <a:gd name="connsiteX29" fmla="*/ 614363 w 1533525"/>
                <a:gd name="connsiteY29" fmla="*/ 1078707 h 1264444"/>
                <a:gd name="connsiteX30" fmla="*/ 590550 w 1533525"/>
                <a:gd name="connsiteY30" fmla="*/ 1154907 h 1264444"/>
                <a:gd name="connsiteX31" fmla="*/ 561975 w 1533525"/>
                <a:gd name="connsiteY31" fmla="*/ 1164432 h 1264444"/>
                <a:gd name="connsiteX32" fmla="*/ 552450 w 1533525"/>
                <a:gd name="connsiteY32" fmla="*/ 1185863 h 1264444"/>
                <a:gd name="connsiteX33" fmla="*/ 602457 w 1533525"/>
                <a:gd name="connsiteY33" fmla="*/ 1209675 h 1264444"/>
                <a:gd name="connsiteX34" fmla="*/ 611982 w 1533525"/>
                <a:gd name="connsiteY34" fmla="*/ 1216819 h 1264444"/>
                <a:gd name="connsiteX35" fmla="*/ 645319 w 1533525"/>
                <a:gd name="connsiteY35" fmla="*/ 1200150 h 1264444"/>
                <a:gd name="connsiteX36" fmla="*/ 669132 w 1533525"/>
                <a:gd name="connsiteY36" fmla="*/ 1231107 h 1264444"/>
                <a:gd name="connsiteX37" fmla="*/ 709613 w 1533525"/>
                <a:gd name="connsiteY37" fmla="*/ 1176338 h 1264444"/>
                <a:gd name="connsiteX38" fmla="*/ 731044 w 1533525"/>
                <a:gd name="connsiteY38" fmla="*/ 1185863 h 1264444"/>
                <a:gd name="connsiteX39" fmla="*/ 766763 w 1533525"/>
                <a:gd name="connsiteY39" fmla="*/ 1176338 h 1264444"/>
                <a:gd name="connsiteX40" fmla="*/ 809625 w 1533525"/>
                <a:gd name="connsiteY40" fmla="*/ 1193007 h 1264444"/>
                <a:gd name="connsiteX41" fmla="*/ 854869 w 1533525"/>
                <a:gd name="connsiteY41" fmla="*/ 1173957 h 1264444"/>
                <a:gd name="connsiteX42" fmla="*/ 909638 w 1533525"/>
                <a:gd name="connsiteY42" fmla="*/ 1183482 h 1264444"/>
                <a:gd name="connsiteX43" fmla="*/ 954882 w 1533525"/>
                <a:gd name="connsiteY43" fmla="*/ 1176338 h 1264444"/>
                <a:gd name="connsiteX44" fmla="*/ 969169 w 1533525"/>
                <a:gd name="connsiteY44" fmla="*/ 1119188 h 1264444"/>
                <a:gd name="connsiteX45" fmla="*/ 990600 w 1533525"/>
                <a:gd name="connsiteY45" fmla="*/ 1131094 h 1264444"/>
                <a:gd name="connsiteX46" fmla="*/ 990600 w 1533525"/>
                <a:gd name="connsiteY46" fmla="*/ 1173957 h 1264444"/>
                <a:gd name="connsiteX47" fmla="*/ 1023938 w 1533525"/>
                <a:gd name="connsiteY47" fmla="*/ 1197769 h 1264444"/>
                <a:gd name="connsiteX48" fmla="*/ 1038225 w 1533525"/>
                <a:gd name="connsiteY48" fmla="*/ 1223963 h 1264444"/>
                <a:gd name="connsiteX49" fmla="*/ 1085850 w 1533525"/>
                <a:gd name="connsiteY49" fmla="*/ 1264444 h 1264444"/>
                <a:gd name="connsiteX50" fmla="*/ 1138238 w 1533525"/>
                <a:gd name="connsiteY50" fmla="*/ 1264444 h 1264444"/>
                <a:gd name="connsiteX51" fmla="*/ 1166813 w 1533525"/>
                <a:gd name="connsiteY51" fmla="*/ 1221582 h 1264444"/>
                <a:gd name="connsiteX52" fmla="*/ 1138238 w 1533525"/>
                <a:gd name="connsiteY52" fmla="*/ 1190625 h 1264444"/>
                <a:gd name="connsiteX53" fmla="*/ 1126332 w 1533525"/>
                <a:gd name="connsiteY53" fmla="*/ 1100138 h 1264444"/>
                <a:gd name="connsiteX54" fmla="*/ 1209675 w 1533525"/>
                <a:gd name="connsiteY54" fmla="*/ 1040607 h 1264444"/>
                <a:gd name="connsiteX55" fmla="*/ 1178719 w 1533525"/>
                <a:gd name="connsiteY55" fmla="*/ 983457 h 1264444"/>
                <a:gd name="connsiteX56" fmla="*/ 1421607 w 1533525"/>
                <a:gd name="connsiteY56" fmla="*/ 1059657 h 1264444"/>
                <a:gd name="connsiteX57" fmla="*/ 1443038 w 1533525"/>
                <a:gd name="connsiteY57" fmla="*/ 954882 h 1264444"/>
                <a:gd name="connsiteX58" fmla="*/ 1393032 w 1533525"/>
                <a:gd name="connsiteY58" fmla="*/ 938213 h 1264444"/>
                <a:gd name="connsiteX59" fmla="*/ 1459707 w 1533525"/>
                <a:gd name="connsiteY59" fmla="*/ 864394 h 1264444"/>
                <a:gd name="connsiteX60" fmla="*/ 1500188 w 1533525"/>
                <a:gd name="connsiteY60" fmla="*/ 866775 h 1264444"/>
                <a:gd name="connsiteX61" fmla="*/ 1512094 w 1533525"/>
                <a:gd name="connsiteY61" fmla="*/ 852488 h 1264444"/>
                <a:gd name="connsiteX62" fmla="*/ 1459707 w 1533525"/>
                <a:gd name="connsiteY62" fmla="*/ 745332 h 1264444"/>
                <a:gd name="connsiteX63" fmla="*/ 1512094 w 1533525"/>
                <a:gd name="connsiteY63" fmla="*/ 683419 h 1264444"/>
                <a:gd name="connsiteX64" fmla="*/ 1488282 w 1533525"/>
                <a:gd name="connsiteY64" fmla="*/ 650082 h 1264444"/>
                <a:gd name="connsiteX65" fmla="*/ 1533525 w 1533525"/>
                <a:gd name="connsiteY65" fmla="*/ 564357 h 1264444"/>
                <a:gd name="connsiteX66" fmla="*/ 1438275 w 1533525"/>
                <a:gd name="connsiteY66" fmla="*/ 533400 h 1264444"/>
                <a:gd name="connsiteX67" fmla="*/ 1488282 w 1533525"/>
                <a:gd name="connsiteY67" fmla="*/ 400050 h 1264444"/>
                <a:gd name="connsiteX68" fmla="*/ 1402557 w 1533525"/>
                <a:gd name="connsiteY68" fmla="*/ 400050 h 1264444"/>
                <a:gd name="connsiteX69" fmla="*/ 1397794 w 1533525"/>
                <a:gd name="connsiteY69" fmla="*/ 326232 h 1264444"/>
                <a:gd name="connsiteX70" fmla="*/ 1435894 w 1533525"/>
                <a:gd name="connsiteY70" fmla="*/ 280988 h 1264444"/>
                <a:gd name="connsiteX71" fmla="*/ 1335882 w 1533525"/>
                <a:gd name="connsiteY71" fmla="*/ 130969 h 1264444"/>
                <a:gd name="connsiteX72" fmla="*/ 1295400 w 1533525"/>
                <a:gd name="connsiteY72" fmla="*/ 90488 h 1264444"/>
                <a:gd name="connsiteX73" fmla="*/ 1045369 w 1533525"/>
                <a:gd name="connsiteY73" fmla="*/ 97632 h 1264444"/>
                <a:gd name="connsiteX74" fmla="*/ 1040607 w 1533525"/>
                <a:gd name="connsiteY74" fmla="*/ 57150 h 1264444"/>
                <a:gd name="connsiteX75" fmla="*/ 990600 w 1533525"/>
                <a:gd name="connsiteY75" fmla="*/ 64294 h 1264444"/>
                <a:gd name="connsiteX76" fmla="*/ 923925 w 1533525"/>
                <a:gd name="connsiteY76" fmla="*/ 0 h 1264444"/>
                <a:gd name="connsiteX77" fmla="*/ 695325 w 1533525"/>
                <a:gd name="connsiteY77" fmla="*/ 9525 h 1264444"/>
                <a:gd name="connsiteX78" fmla="*/ 623888 w 1533525"/>
                <a:gd name="connsiteY78" fmla="*/ 109538 h 1264444"/>
                <a:gd name="connsiteX79" fmla="*/ 550069 w 1533525"/>
                <a:gd name="connsiteY79" fmla="*/ 69057 h 1264444"/>
                <a:gd name="connsiteX80" fmla="*/ 383382 w 1533525"/>
                <a:gd name="connsiteY80" fmla="*/ 119063 h 1264444"/>
                <a:gd name="connsiteX81" fmla="*/ 504825 w 1533525"/>
                <a:gd name="connsiteY81" fmla="*/ 383382 h 1264444"/>
                <a:gd name="connsiteX0" fmla="*/ 504825 w 1533525"/>
                <a:gd name="connsiteY0" fmla="*/ 383382 h 1264444"/>
                <a:gd name="connsiteX1" fmla="*/ 347663 w 1533525"/>
                <a:gd name="connsiteY1" fmla="*/ 292894 h 1264444"/>
                <a:gd name="connsiteX2" fmla="*/ 288132 w 1533525"/>
                <a:gd name="connsiteY2" fmla="*/ 347663 h 1264444"/>
                <a:gd name="connsiteX3" fmla="*/ 209550 w 1533525"/>
                <a:gd name="connsiteY3" fmla="*/ 326232 h 1264444"/>
                <a:gd name="connsiteX4" fmla="*/ 173832 w 1533525"/>
                <a:gd name="connsiteY4" fmla="*/ 392907 h 1264444"/>
                <a:gd name="connsiteX5" fmla="*/ 130969 w 1533525"/>
                <a:gd name="connsiteY5" fmla="*/ 400050 h 1264444"/>
                <a:gd name="connsiteX6" fmla="*/ 85725 w 1533525"/>
                <a:gd name="connsiteY6" fmla="*/ 438150 h 1264444"/>
                <a:gd name="connsiteX7" fmla="*/ 90488 w 1533525"/>
                <a:gd name="connsiteY7" fmla="*/ 526257 h 1264444"/>
                <a:gd name="connsiteX8" fmla="*/ 33338 w 1533525"/>
                <a:gd name="connsiteY8" fmla="*/ 526257 h 1264444"/>
                <a:gd name="connsiteX9" fmla="*/ 28575 w 1533525"/>
                <a:gd name="connsiteY9" fmla="*/ 569119 h 1264444"/>
                <a:gd name="connsiteX10" fmla="*/ 0 w 1533525"/>
                <a:gd name="connsiteY10" fmla="*/ 583407 h 1264444"/>
                <a:gd name="connsiteX11" fmla="*/ 38100 w 1533525"/>
                <a:gd name="connsiteY11" fmla="*/ 671513 h 1264444"/>
                <a:gd name="connsiteX12" fmla="*/ 21432 w 1533525"/>
                <a:gd name="connsiteY12" fmla="*/ 685800 h 1264444"/>
                <a:gd name="connsiteX13" fmla="*/ 71438 w 1533525"/>
                <a:gd name="connsiteY13" fmla="*/ 666750 h 1264444"/>
                <a:gd name="connsiteX14" fmla="*/ 171450 w 1533525"/>
                <a:gd name="connsiteY14" fmla="*/ 723900 h 1264444"/>
                <a:gd name="connsiteX15" fmla="*/ 128588 w 1533525"/>
                <a:gd name="connsiteY15" fmla="*/ 747713 h 1264444"/>
                <a:gd name="connsiteX16" fmla="*/ 95250 w 1533525"/>
                <a:gd name="connsiteY16" fmla="*/ 785813 h 1264444"/>
                <a:gd name="connsiteX17" fmla="*/ 100013 w 1533525"/>
                <a:gd name="connsiteY17" fmla="*/ 802482 h 1264444"/>
                <a:gd name="connsiteX18" fmla="*/ 54769 w 1533525"/>
                <a:gd name="connsiteY18" fmla="*/ 888207 h 1264444"/>
                <a:gd name="connsiteX19" fmla="*/ 111919 w 1533525"/>
                <a:gd name="connsiteY19" fmla="*/ 928688 h 1264444"/>
                <a:gd name="connsiteX20" fmla="*/ 157163 w 1533525"/>
                <a:gd name="connsiteY20" fmla="*/ 912019 h 1264444"/>
                <a:gd name="connsiteX21" fmla="*/ 238125 w 1533525"/>
                <a:gd name="connsiteY21" fmla="*/ 976313 h 1264444"/>
                <a:gd name="connsiteX22" fmla="*/ 314325 w 1533525"/>
                <a:gd name="connsiteY22" fmla="*/ 995363 h 1264444"/>
                <a:gd name="connsiteX23" fmla="*/ 323850 w 1533525"/>
                <a:gd name="connsiteY23" fmla="*/ 885825 h 1264444"/>
                <a:gd name="connsiteX24" fmla="*/ 402432 w 1533525"/>
                <a:gd name="connsiteY24" fmla="*/ 923925 h 1264444"/>
                <a:gd name="connsiteX25" fmla="*/ 466725 w 1533525"/>
                <a:gd name="connsiteY25" fmla="*/ 928688 h 1264444"/>
                <a:gd name="connsiteX26" fmla="*/ 471488 w 1533525"/>
                <a:gd name="connsiteY26" fmla="*/ 995363 h 1264444"/>
                <a:gd name="connsiteX27" fmla="*/ 557213 w 1533525"/>
                <a:gd name="connsiteY27" fmla="*/ 997744 h 1264444"/>
                <a:gd name="connsiteX28" fmla="*/ 564357 w 1533525"/>
                <a:gd name="connsiteY28" fmla="*/ 1071563 h 1264444"/>
                <a:gd name="connsiteX29" fmla="*/ 614363 w 1533525"/>
                <a:gd name="connsiteY29" fmla="*/ 1078707 h 1264444"/>
                <a:gd name="connsiteX30" fmla="*/ 590550 w 1533525"/>
                <a:gd name="connsiteY30" fmla="*/ 1154907 h 1264444"/>
                <a:gd name="connsiteX31" fmla="*/ 561975 w 1533525"/>
                <a:gd name="connsiteY31" fmla="*/ 1164432 h 1264444"/>
                <a:gd name="connsiteX32" fmla="*/ 552450 w 1533525"/>
                <a:gd name="connsiteY32" fmla="*/ 1185863 h 1264444"/>
                <a:gd name="connsiteX33" fmla="*/ 602457 w 1533525"/>
                <a:gd name="connsiteY33" fmla="*/ 1209675 h 1264444"/>
                <a:gd name="connsiteX34" fmla="*/ 611982 w 1533525"/>
                <a:gd name="connsiteY34" fmla="*/ 1216819 h 1264444"/>
                <a:gd name="connsiteX35" fmla="*/ 645319 w 1533525"/>
                <a:gd name="connsiteY35" fmla="*/ 1200150 h 1264444"/>
                <a:gd name="connsiteX36" fmla="*/ 669132 w 1533525"/>
                <a:gd name="connsiteY36" fmla="*/ 1231107 h 1264444"/>
                <a:gd name="connsiteX37" fmla="*/ 709613 w 1533525"/>
                <a:gd name="connsiteY37" fmla="*/ 1176338 h 1264444"/>
                <a:gd name="connsiteX38" fmla="*/ 731044 w 1533525"/>
                <a:gd name="connsiteY38" fmla="*/ 1185863 h 1264444"/>
                <a:gd name="connsiteX39" fmla="*/ 766763 w 1533525"/>
                <a:gd name="connsiteY39" fmla="*/ 1176338 h 1264444"/>
                <a:gd name="connsiteX40" fmla="*/ 809625 w 1533525"/>
                <a:gd name="connsiteY40" fmla="*/ 1193007 h 1264444"/>
                <a:gd name="connsiteX41" fmla="*/ 854869 w 1533525"/>
                <a:gd name="connsiteY41" fmla="*/ 1173957 h 1264444"/>
                <a:gd name="connsiteX42" fmla="*/ 909638 w 1533525"/>
                <a:gd name="connsiteY42" fmla="*/ 1183482 h 1264444"/>
                <a:gd name="connsiteX43" fmla="*/ 954882 w 1533525"/>
                <a:gd name="connsiteY43" fmla="*/ 1176338 h 1264444"/>
                <a:gd name="connsiteX44" fmla="*/ 969169 w 1533525"/>
                <a:gd name="connsiteY44" fmla="*/ 1119188 h 1264444"/>
                <a:gd name="connsiteX45" fmla="*/ 990600 w 1533525"/>
                <a:gd name="connsiteY45" fmla="*/ 1131094 h 1264444"/>
                <a:gd name="connsiteX46" fmla="*/ 990600 w 1533525"/>
                <a:gd name="connsiteY46" fmla="*/ 1173957 h 1264444"/>
                <a:gd name="connsiteX47" fmla="*/ 1023938 w 1533525"/>
                <a:gd name="connsiteY47" fmla="*/ 1197769 h 1264444"/>
                <a:gd name="connsiteX48" fmla="*/ 1038225 w 1533525"/>
                <a:gd name="connsiteY48" fmla="*/ 1223963 h 1264444"/>
                <a:gd name="connsiteX49" fmla="*/ 1085850 w 1533525"/>
                <a:gd name="connsiteY49" fmla="*/ 1264444 h 1264444"/>
                <a:gd name="connsiteX50" fmla="*/ 1138238 w 1533525"/>
                <a:gd name="connsiteY50" fmla="*/ 1264444 h 1264444"/>
                <a:gd name="connsiteX51" fmla="*/ 1166813 w 1533525"/>
                <a:gd name="connsiteY51" fmla="*/ 1221582 h 1264444"/>
                <a:gd name="connsiteX52" fmla="*/ 1138238 w 1533525"/>
                <a:gd name="connsiteY52" fmla="*/ 1190625 h 1264444"/>
                <a:gd name="connsiteX53" fmla="*/ 1126332 w 1533525"/>
                <a:gd name="connsiteY53" fmla="*/ 1100138 h 1264444"/>
                <a:gd name="connsiteX54" fmla="*/ 1209675 w 1533525"/>
                <a:gd name="connsiteY54" fmla="*/ 1040607 h 1264444"/>
                <a:gd name="connsiteX55" fmla="*/ 1178719 w 1533525"/>
                <a:gd name="connsiteY55" fmla="*/ 983457 h 1264444"/>
                <a:gd name="connsiteX56" fmla="*/ 1421607 w 1533525"/>
                <a:gd name="connsiteY56" fmla="*/ 1059657 h 1264444"/>
                <a:gd name="connsiteX57" fmla="*/ 1443038 w 1533525"/>
                <a:gd name="connsiteY57" fmla="*/ 954882 h 1264444"/>
                <a:gd name="connsiteX58" fmla="*/ 1393032 w 1533525"/>
                <a:gd name="connsiteY58" fmla="*/ 938213 h 1264444"/>
                <a:gd name="connsiteX59" fmla="*/ 1459707 w 1533525"/>
                <a:gd name="connsiteY59" fmla="*/ 864394 h 1264444"/>
                <a:gd name="connsiteX60" fmla="*/ 1500188 w 1533525"/>
                <a:gd name="connsiteY60" fmla="*/ 866775 h 1264444"/>
                <a:gd name="connsiteX61" fmla="*/ 1512094 w 1533525"/>
                <a:gd name="connsiteY61" fmla="*/ 852488 h 1264444"/>
                <a:gd name="connsiteX62" fmla="*/ 1459707 w 1533525"/>
                <a:gd name="connsiteY62" fmla="*/ 745332 h 1264444"/>
                <a:gd name="connsiteX63" fmla="*/ 1512094 w 1533525"/>
                <a:gd name="connsiteY63" fmla="*/ 683419 h 1264444"/>
                <a:gd name="connsiteX64" fmla="*/ 1488282 w 1533525"/>
                <a:gd name="connsiteY64" fmla="*/ 650082 h 1264444"/>
                <a:gd name="connsiteX65" fmla="*/ 1533525 w 1533525"/>
                <a:gd name="connsiteY65" fmla="*/ 564357 h 1264444"/>
                <a:gd name="connsiteX66" fmla="*/ 1438275 w 1533525"/>
                <a:gd name="connsiteY66" fmla="*/ 533400 h 1264444"/>
                <a:gd name="connsiteX67" fmla="*/ 1488282 w 1533525"/>
                <a:gd name="connsiteY67" fmla="*/ 400050 h 1264444"/>
                <a:gd name="connsiteX68" fmla="*/ 1402557 w 1533525"/>
                <a:gd name="connsiteY68" fmla="*/ 400050 h 1264444"/>
                <a:gd name="connsiteX69" fmla="*/ 1397794 w 1533525"/>
                <a:gd name="connsiteY69" fmla="*/ 326232 h 1264444"/>
                <a:gd name="connsiteX70" fmla="*/ 1435894 w 1533525"/>
                <a:gd name="connsiteY70" fmla="*/ 280988 h 1264444"/>
                <a:gd name="connsiteX71" fmla="*/ 1335882 w 1533525"/>
                <a:gd name="connsiteY71" fmla="*/ 130969 h 1264444"/>
                <a:gd name="connsiteX72" fmla="*/ 1295400 w 1533525"/>
                <a:gd name="connsiteY72" fmla="*/ 90488 h 1264444"/>
                <a:gd name="connsiteX73" fmla="*/ 1045369 w 1533525"/>
                <a:gd name="connsiteY73" fmla="*/ 97632 h 1264444"/>
                <a:gd name="connsiteX74" fmla="*/ 1040607 w 1533525"/>
                <a:gd name="connsiteY74" fmla="*/ 57150 h 1264444"/>
                <a:gd name="connsiteX75" fmla="*/ 990600 w 1533525"/>
                <a:gd name="connsiteY75" fmla="*/ 64294 h 1264444"/>
                <a:gd name="connsiteX76" fmla="*/ 923925 w 1533525"/>
                <a:gd name="connsiteY76" fmla="*/ 0 h 1264444"/>
                <a:gd name="connsiteX77" fmla="*/ 695325 w 1533525"/>
                <a:gd name="connsiteY77" fmla="*/ 9525 h 1264444"/>
                <a:gd name="connsiteX78" fmla="*/ 623888 w 1533525"/>
                <a:gd name="connsiteY78" fmla="*/ 109538 h 1264444"/>
                <a:gd name="connsiteX79" fmla="*/ 550069 w 1533525"/>
                <a:gd name="connsiteY79" fmla="*/ 69057 h 1264444"/>
                <a:gd name="connsiteX80" fmla="*/ 383382 w 1533525"/>
                <a:gd name="connsiteY80" fmla="*/ 119063 h 1264444"/>
                <a:gd name="connsiteX81" fmla="*/ 504825 w 1533525"/>
                <a:gd name="connsiteY81" fmla="*/ 383382 h 1264444"/>
                <a:gd name="connsiteX0" fmla="*/ 404812 w 1533525"/>
                <a:gd name="connsiteY0" fmla="*/ 271464 h 1264444"/>
                <a:gd name="connsiteX1" fmla="*/ 347663 w 1533525"/>
                <a:gd name="connsiteY1" fmla="*/ 292894 h 1264444"/>
                <a:gd name="connsiteX2" fmla="*/ 288132 w 1533525"/>
                <a:gd name="connsiteY2" fmla="*/ 347663 h 1264444"/>
                <a:gd name="connsiteX3" fmla="*/ 209550 w 1533525"/>
                <a:gd name="connsiteY3" fmla="*/ 326232 h 1264444"/>
                <a:gd name="connsiteX4" fmla="*/ 173832 w 1533525"/>
                <a:gd name="connsiteY4" fmla="*/ 392907 h 1264444"/>
                <a:gd name="connsiteX5" fmla="*/ 130969 w 1533525"/>
                <a:gd name="connsiteY5" fmla="*/ 400050 h 1264444"/>
                <a:gd name="connsiteX6" fmla="*/ 85725 w 1533525"/>
                <a:gd name="connsiteY6" fmla="*/ 438150 h 1264444"/>
                <a:gd name="connsiteX7" fmla="*/ 90488 w 1533525"/>
                <a:gd name="connsiteY7" fmla="*/ 526257 h 1264444"/>
                <a:gd name="connsiteX8" fmla="*/ 33338 w 1533525"/>
                <a:gd name="connsiteY8" fmla="*/ 526257 h 1264444"/>
                <a:gd name="connsiteX9" fmla="*/ 28575 w 1533525"/>
                <a:gd name="connsiteY9" fmla="*/ 569119 h 1264444"/>
                <a:gd name="connsiteX10" fmla="*/ 0 w 1533525"/>
                <a:gd name="connsiteY10" fmla="*/ 583407 h 1264444"/>
                <a:gd name="connsiteX11" fmla="*/ 38100 w 1533525"/>
                <a:gd name="connsiteY11" fmla="*/ 671513 h 1264444"/>
                <a:gd name="connsiteX12" fmla="*/ 21432 w 1533525"/>
                <a:gd name="connsiteY12" fmla="*/ 685800 h 1264444"/>
                <a:gd name="connsiteX13" fmla="*/ 71438 w 1533525"/>
                <a:gd name="connsiteY13" fmla="*/ 666750 h 1264444"/>
                <a:gd name="connsiteX14" fmla="*/ 171450 w 1533525"/>
                <a:gd name="connsiteY14" fmla="*/ 723900 h 1264444"/>
                <a:gd name="connsiteX15" fmla="*/ 128588 w 1533525"/>
                <a:gd name="connsiteY15" fmla="*/ 747713 h 1264444"/>
                <a:gd name="connsiteX16" fmla="*/ 95250 w 1533525"/>
                <a:gd name="connsiteY16" fmla="*/ 785813 h 1264444"/>
                <a:gd name="connsiteX17" fmla="*/ 100013 w 1533525"/>
                <a:gd name="connsiteY17" fmla="*/ 802482 h 1264444"/>
                <a:gd name="connsiteX18" fmla="*/ 54769 w 1533525"/>
                <a:gd name="connsiteY18" fmla="*/ 888207 h 1264444"/>
                <a:gd name="connsiteX19" fmla="*/ 111919 w 1533525"/>
                <a:gd name="connsiteY19" fmla="*/ 928688 h 1264444"/>
                <a:gd name="connsiteX20" fmla="*/ 157163 w 1533525"/>
                <a:gd name="connsiteY20" fmla="*/ 912019 h 1264444"/>
                <a:gd name="connsiteX21" fmla="*/ 238125 w 1533525"/>
                <a:gd name="connsiteY21" fmla="*/ 976313 h 1264444"/>
                <a:gd name="connsiteX22" fmla="*/ 314325 w 1533525"/>
                <a:gd name="connsiteY22" fmla="*/ 995363 h 1264444"/>
                <a:gd name="connsiteX23" fmla="*/ 323850 w 1533525"/>
                <a:gd name="connsiteY23" fmla="*/ 885825 h 1264444"/>
                <a:gd name="connsiteX24" fmla="*/ 402432 w 1533525"/>
                <a:gd name="connsiteY24" fmla="*/ 923925 h 1264444"/>
                <a:gd name="connsiteX25" fmla="*/ 466725 w 1533525"/>
                <a:gd name="connsiteY25" fmla="*/ 928688 h 1264444"/>
                <a:gd name="connsiteX26" fmla="*/ 471488 w 1533525"/>
                <a:gd name="connsiteY26" fmla="*/ 995363 h 1264444"/>
                <a:gd name="connsiteX27" fmla="*/ 557213 w 1533525"/>
                <a:gd name="connsiteY27" fmla="*/ 997744 h 1264444"/>
                <a:gd name="connsiteX28" fmla="*/ 564357 w 1533525"/>
                <a:gd name="connsiteY28" fmla="*/ 1071563 h 1264444"/>
                <a:gd name="connsiteX29" fmla="*/ 614363 w 1533525"/>
                <a:gd name="connsiteY29" fmla="*/ 1078707 h 1264444"/>
                <a:gd name="connsiteX30" fmla="*/ 590550 w 1533525"/>
                <a:gd name="connsiteY30" fmla="*/ 1154907 h 1264444"/>
                <a:gd name="connsiteX31" fmla="*/ 561975 w 1533525"/>
                <a:gd name="connsiteY31" fmla="*/ 1164432 h 1264444"/>
                <a:gd name="connsiteX32" fmla="*/ 552450 w 1533525"/>
                <a:gd name="connsiteY32" fmla="*/ 1185863 h 1264444"/>
                <a:gd name="connsiteX33" fmla="*/ 602457 w 1533525"/>
                <a:gd name="connsiteY33" fmla="*/ 1209675 h 1264444"/>
                <a:gd name="connsiteX34" fmla="*/ 611982 w 1533525"/>
                <a:gd name="connsiteY34" fmla="*/ 1216819 h 1264444"/>
                <a:gd name="connsiteX35" fmla="*/ 645319 w 1533525"/>
                <a:gd name="connsiteY35" fmla="*/ 1200150 h 1264444"/>
                <a:gd name="connsiteX36" fmla="*/ 669132 w 1533525"/>
                <a:gd name="connsiteY36" fmla="*/ 1231107 h 1264444"/>
                <a:gd name="connsiteX37" fmla="*/ 709613 w 1533525"/>
                <a:gd name="connsiteY37" fmla="*/ 1176338 h 1264444"/>
                <a:gd name="connsiteX38" fmla="*/ 731044 w 1533525"/>
                <a:gd name="connsiteY38" fmla="*/ 1185863 h 1264444"/>
                <a:gd name="connsiteX39" fmla="*/ 766763 w 1533525"/>
                <a:gd name="connsiteY39" fmla="*/ 1176338 h 1264444"/>
                <a:gd name="connsiteX40" fmla="*/ 809625 w 1533525"/>
                <a:gd name="connsiteY40" fmla="*/ 1193007 h 1264444"/>
                <a:gd name="connsiteX41" fmla="*/ 854869 w 1533525"/>
                <a:gd name="connsiteY41" fmla="*/ 1173957 h 1264444"/>
                <a:gd name="connsiteX42" fmla="*/ 909638 w 1533525"/>
                <a:gd name="connsiteY42" fmla="*/ 1183482 h 1264444"/>
                <a:gd name="connsiteX43" fmla="*/ 954882 w 1533525"/>
                <a:gd name="connsiteY43" fmla="*/ 1176338 h 1264444"/>
                <a:gd name="connsiteX44" fmla="*/ 969169 w 1533525"/>
                <a:gd name="connsiteY44" fmla="*/ 1119188 h 1264444"/>
                <a:gd name="connsiteX45" fmla="*/ 990600 w 1533525"/>
                <a:gd name="connsiteY45" fmla="*/ 1131094 h 1264444"/>
                <a:gd name="connsiteX46" fmla="*/ 990600 w 1533525"/>
                <a:gd name="connsiteY46" fmla="*/ 1173957 h 1264444"/>
                <a:gd name="connsiteX47" fmla="*/ 1023938 w 1533525"/>
                <a:gd name="connsiteY47" fmla="*/ 1197769 h 1264444"/>
                <a:gd name="connsiteX48" fmla="*/ 1038225 w 1533525"/>
                <a:gd name="connsiteY48" fmla="*/ 1223963 h 1264444"/>
                <a:gd name="connsiteX49" fmla="*/ 1085850 w 1533525"/>
                <a:gd name="connsiteY49" fmla="*/ 1264444 h 1264444"/>
                <a:gd name="connsiteX50" fmla="*/ 1138238 w 1533525"/>
                <a:gd name="connsiteY50" fmla="*/ 1264444 h 1264444"/>
                <a:gd name="connsiteX51" fmla="*/ 1166813 w 1533525"/>
                <a:gd name="connsiteY51" fmla="*/ 1221582 h 1264444"/>
                <a:gd name="connsiteX52" fmla="*/ 1138238 w 1533525"/>
                <a:gd name="connsiteY52" fmla="*/ 1190625 h 1264444"/>
                <a:gd name="connsiteX53" fmla="*/ 1126332 w 1533525"/>
                <a:gd name="connsiteY53" fmla="*/ 1100138 h 1264444"/>
                <a:gd name="connsiteX54" fmla="*/ 1209675 w 1533525"/>
                <a:gd name="connsiteY54" fmla="*/ 1040607 h 1264444"/>
                <a:gd name="connsiteX55" fmla="*/ 1178719 w 1533525"/>
                <a:gd name="connsiteY55" fmla="*/ 983457 h 1264444"/>
                <a:gd name="connsiteX56" fmla="*/ 1421607 w 1533525"/>
                <a:gd name="connsiteY56" fmla="*/ 1059657 h 1264444"/>
                <a:gd name="connsiteX57" fmla="*/ 1443038 w 1533525"/>
                <a:gd name="connsiteY57" fmla="*/ 954882 h 1264444"/>
                <a:gd name="connsiteX58" fmla="*/ 1393032 w 1533525"/>
                <a:gd name="connsiteY58" fmla="*/ 938213 h 1264444"/>
                <a:gd name="connsiteX59" fmla="*/ 1459707 w 1533525"/>
                <a:gd name="connsiteY59" fmla="*/ 864394 h 1264444"/>
                <a:gd name="connsiteX60" fmla="*/ 1500188 w 1533525"/>
                <a:gd name="connsiteY60" fmla="*/ 866775 h 1264444"/>
                <a:gd name="connsiteX61" fmla="*/ 1512094 w 1533525"/>
                <a:gd name="connsiteY61" fmla="*/ 852488 h 1264444"/>
                <a:gd name="connsiteX62" fmla="*/ 1459707 w 1533525"/>
                <a:gd name="connsiteY62" fmla="*/ 745332 h 1264444"/>
                <a:gd name="connsiteX63" fmla="*/ 1512094 w 1533525"/>
                <a:gd name="connsiteY63" fmla="*/ 683419 h 1264444"/>
                <a:gd name="connsiteX64" fmla="*/ 1488282 w 1533525"/>
                <a:gd name="connsiteY64" fmla="*/ 650082 h 1264444"/>
                <a:gd name="connsiteX65" fmla="*/ 1533525 w 1533525"/>
                <a:gd name="connsiteY65" fmla="*/ 564357 h 1264444"/>
                <a:gd name="connsiteX66" fmla="*/ 1438275 w 1533525"/>
                <a:gd name="connsiteY66" fmla="*/ 533400 h 1264444"/>
                <a:gd name="connsiteX67" fmla="*/ 1488282 w 1533525"/>
                <a:gd name="connsiteY67" fmla="*/ 400050 h 1264444"/>
                <a:gd name="connsiteX68" fmla="*/ 1402557 w 1533525"/>
                <a:gd name="connsiteY68" fmla="*/ 400050 h 1264444"/>
                <a:gd name="connsiteX69" fmla="*/ 1397794 w 1533525"/>
                <a:gd name="connsiteY69" fmla="*/ 326232 h 1264444"/>
                <a:gd name="connsiteX70" fmla="*/ 1435894 w 1533525"/>
                <a:gd name="connsiteY70" fmla="*/ 280988 h 1264444"/>
                <a:gd name="connsiteX71" fmla="*/ 1335882 w 1533525"/>
                <a:gd name="connsiteY71" fmla="*/ 130969 h 1264444"/>
                <a:gd name="connsiteX72" fmla="*/ 1295400 w 1533525"/>
                <a:gd name="connsiteY72" fmla="*/ 90488 h 1264444"/>
                <a:gd name="connsiteX73" fmla="*/ 1045369 w 1533525"/>
                <a:gd name="connsiteY73" fmla="*/ 97632 h 1264444"/>
                <a:gd name="connsiteX74" fmla="*/ 1040607 w 1533525"/>
                <a:gd name="connsiteY74" fmla="*/ 57150 h 1264444"/>
                <a:gd name="connsiteX75" fmla="*/ 990600 w 1533525"/>
                <a:gd name="connsiteY75" fmla="*/ 64294 h 1264444"/>
                <a:gd name="connsiteX76" fmla="*/ 923925 w 1533525"/>
                <a:gd name="connsiteY76" fmla="*/ 0 h 1264444"/>
                <a:gd name="connsiteX77" fmla="*/ 695325 w 1533525"/>
                <a:gd name="connsiteY77" fmla="*/ 9525 h 1264444"/>
                <a:gd name="connsiteX78" fmla="*/ 623888 w 1533525"/>
                <a:gd name="connsiteY78" fmla="*/ 109538 h 1264444"/>
                <a:gd name="connsiteX79" fmla="*/ 550069 w 1533525"/>
                <a:gd name="connsiteY79" fmla="*/ 69057 h 1264444"/>
                <a:gd name="connsiteX80" fmla="*/ 383382 w 1533525"/>
                <a:gd name="connsiteY80" fmla="*/ 119063 h 1264444"/>
                <a:gd name="connsiteX81" fmla="*/ 404812 w 1533525"/>
                <a:gd name="connsiteY81" fmla="*/ 271464 h 12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533525" h="1264444">
                  <a:moveTo>
                    <a:pt x="404812" y="271464"/>
                  </a:moveTo>
                  <a:lnTo>
                    <a:pt x="347663" y="292894"/>
                  </a:lnTo>
                  <a:lnTo>
                    <a:pt x="288132" y="347663"/>
                  </a:lnTo>
                  <a:lnTo>
                    <a:pt x="209550" y="326232"/>
                  </a:lnTo>
                  <a:lnTo>
                    <a:pt x="173832" y="392907"/>
                  </a:lnTo>
                  <a:lnTo>
                    <a:pt x="130969" y="400050"/>
                  </a:lnTo>
                  <a:lnTo>
                    <a:pt x="85725" y="438150"/>
                  </a:lnTo>
                  <a:lnTo>
                    <a:pt x="90488" y="526257"/>
                  </a:lnTo>
                  <a:lnTo>
                    <a:pt x="33338" y="526257"/>
                  </a:lnTo>
                  <a:lnTo>
                    <a:pt x="28575" y="569119"/>
                  </a:lnTo>
                  <a:lnTo>
                    <a:pt x="0" y="583407"/>
                  </a:lnTo>
                  <a:lnTo>
                    <a:pt x="38100" y="671513"/>
                  </a:lnTo>
                  <a:lnTo>
                    <a:pt x="21432" y="685800"/>
                  </a:lnTo>
                  <a:lnTo>
                    <a:pt x="71438" y="666750"/>
                  </a:lnTo>
                  <a:lnTo>
                    <a:pt x="171450" y="723900"/>
                  </a:lnTo>
                  <a:lnTo>
                    <a:pt x="128588" y="747713"/>
                  </a:lnTo>
                  <a:lnTo>
                    <a:pt x="95250" y="785813"/>
                  </a:lnTo>
                  <a:lnTo>
                    <a:pt x="100013" y="802482"/>
                  </a:lnTo>
                  <a:lnTo>
                    <a:pt x="54769" y="888207"/>
                  </a:lnTo>
                  <a:lnTo>
                    <a:pt x="111919" y="928688"/>
                  </a:lnTo>
                  <a:lnTo>
                    <a:pt x="157163" y="912019"/>
                  </a:lnTo>
                  <a:lnTo>
                    <a:pt x="238125" y="976313"/>
                  </a:lnTo>
                  <a:lnTo>
                    <a:pt x="314325" y="995363"/>
                  </a:lnTo>
                  <a:lnTo>
                    <a:pt x="323850" y="885825"/>
                  </a:lnTo>
                  <a:lnTo>
                    <a:pt x="402432" y="923925"/>
                  </a:lnTo>
                  <a:lnTo>
                    <a:pt x="466725" y="928688"/>
                  </a:lnTo>
                  <a:lnTo>
                    <a:pt x="471488" y="995363"/>
                  </a:lnTo>
                  <a:lnTo>
                    <a:pt x="557213" y="997744"/>
                  </a:lnTo>
                  <a:lnTo>
                    <a:pt x="564357" y="1071563"/>
                  </a:lnTo>
                  <a:lnTo>
                    <a:pt x="614363" y="1078707"/>
                  </a:lnTo>
                  <a:lnTo>
                    <a:pt x="590550" y="1154907"/>
                  </a:lnTo>
                  <a:lnTo>
                    <a:pt x="561975" y="1164432"/>
                  </a:lnTo>
                  <a:lnTo>
                    <a:pt x="552450" y="1185863"/>
                  </a:lnTo>
                  <a:lnTo>
                    <a:pt x="602457" y="1209675"/>
                  </a:lnTo>
                  <a:lnTo>
                    <a:pt x="611982" y="1216819"/>
                  </a:lnTo>
                  <a:lnTo>
                    <a:pt x="645319" y="1200150"/>
                  </a:lnTo>
                  <a:lnTo>
                    <a:pt x="669132" y="1231107"/>
                  </a:lnTo>
                  <a:lnTo>
                    <a:pt x="709613" y="1176338"/>
                  </a:lnTo>
                  <a:lnTo>
                    <a:pt x="731044" y="1185863"/>
                  </a:lnTo>
                  <a:lnTo>
                    <a:pt x="766763" y="1176338"/>
                  </a:lnTo>
                  <a:lnTo>
                    <a:pt x="809625" y="1193007"/>
                  </a:lnTo>
                  <a:lnTo>
                    <a:pt x="854869" y="1173957"/>
                  </a:lnTo>
                  <a:lnTo>
                    <a:pt x="909638" y="1183482"/>
                  </a:lnTo>
                  <a:lnTo>
                    <a:pt x="954882" y="1176338"/>
                  </a:lnTo>
                  <a:lnTo>
                    <a:pt x="969169" y="1119188"/>
                  </a:lnTo>
                  <a:lnTo>
                    <a:pt x="990600" y="1131094"/>
                  </a:lnTo>
                  <a:lnTo>
                    <a:pt x="990600" y="1173957"/>
                  </a:lnTo>
                  <a:lnTo>
                    <a:pt x="1023938" y="1197769"/>
                  </a:lnTo>
                  <a:lnTo>
                    <a:pt x="1038225" y="1223963"/>
                  </a:lnTo>
                  <a:lnTo>
                    <a:pt x="1085850" y="1264444"/>
                  </a:lnTo>
                  <a:lnTo>
                    <a:pt x="1138238" y="1264444"/>
                  </a:lnTo>
                  <a:lnTo>
                    <a:pt x="1166813" y="1221582"/>
                  </a:lnTo>
                  <a:lnTo>
                    <a:pt x="1138238" y="1190625"/>
                  </a:lnTo>
                  <a:lnTo>
                    <a:pt x="1126332" y="1100138"/>
                  </a:lnTo>
                  <a:lnTo>
                    <a:pt x="1209675" y="1040607"/>
                  </a:lnTo>
                  <a:lnTo>
                    <a:pt x="1178719" y="983457"/>
                  </a:lnTo>
                  <a:lnTo>
                    <a:pt x="1421607" y="1059657"/>
                  </a:lnTo>
                  <a:lnTo>
                    <a:pt x="1443038" y="954882"/>
                  </a:lnTo>
                  <a:lnTo>
                    <a:pt x="1393032" y="938213"/>
                  </a:lnTo>
                  <a:lnTo>
                    <a:pt x="1459707" y="864394"/>
                  </a:lnTo>
                  <a:lnTo>
                    <a:pt x="1500188" y="866775"/>
                  </a:lnTo>
                  <a:lnTo>
                    <a:pt x="1512094" y="852488"/>
                  </a:lnTo>
                  <a:lnTo>
                    <a:pt x="1459707" y="745332"/>
                  </a:lnTo>
                  <a:lnTo>
                    <a:pt x="1512094" y="683419"/>
                  </a:lnTo>
                  <a:lnTo>
                    <a:pt x="1488282" y="650082"/>
                  </a:lnTo>
                  <a:lnTo>
                    <a:pt x="1533525" y="564357"/>
                  </a:lnTo>
                  <a:lnTo>
                    <a:pt x="1438275" y="533400"/>
                  </a:lnTo>
                  <a:lnTo>
                    <a:pt x="1488282" y="400050"/>
                  </a:lnTo>
                  <a:lnTo>
                    <a:pt x="1402557" y="400050"/>
                  </a:lnTo>
                  <a:lnTo>
                    <a:pt x="1397794" y="326232"/>
                  </a:lnTo>
                  <a:lnTo>
                    <a:pt x="1435894" y="280988"/>
                  </a:lnTo>
                  <a:lnTo>
                    <a:pt x="1335882" y="130969"/>
                  </a:lnTo>
                  <a:lnTo>
                    <a:pt x="1295400" y="90488"/>
                  </a:lnTo>
                  <a:lnTo>
                    <a:pt x="1045369" y="97632"/>
                  </a:lnTo>
                  <a:lnTo>
                    <a:pt x="1040607" y="57150"/>
                  </a:lnTo>
                  <a:lnTo>
                    <a:pt x="990600" y="64294"/>
                  </a:lnTo>
                  <a:lnTo>
                    <a:pt x="923925" y="0"/>
                  </a:lnTo>
                  <a:lnTo>
                    <a:pt x="695325" y="9525"/>
                  </a:lnTo>
                  <a:lnTo>
                    <a:pt x="623888" y="109538"/>
                  </a:lnTo>
                  <a:lnTo>
                    <a:pt x="550069" y="69057"/>
                  </a:lnTo>
                  <a:lnTo>
                    <a:pt x="383382" y="119063"/>
                  </a:lnTo>
                  <a:lnTo>
                    <a:pt x="404812" y="271464"/>
                  </a:lnTo>
                  <a:close/>
                </a:path>
              </a:pathLst>
            </a:custGeom>
            <a:gradFill>
              <a:gsLst>
                <a:gs pos="0">
                  <a:srgbClr val="41EC8E"/>
                </a:gs>
                <a:gs pos="100000">
                  <a:srgbClr val="3AF8CF"/>
                </a:gs>
              </a:gsLst>
              <a:lin ang="10800000" scaled="1"/>
            </a:gradFill>
            <a:ln w="22225" cap="rnd" cmpd="dbl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97" charset="-128"/>
                <a:cs typeface="Calibri" panose="020F0502020204030204" pitchFamily="34" charset="0"/>
              </a:endParaRPr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xmlns="" id="{7ABF177F-DE47-4648-AB8C-C20B6D61834A}"/>
                </a:ext>
              </a:extLst>
            </p:cNvPr>
            <p:cNvSpPr txBox="1"/>
            <p:nvPr/>
          </p:nvSpPr>
          <p:spPr>
            <a:xfrm>
              <a:off x="7949112" y="3348858"/>
              <a:ext cx="109536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WHITEFIELD &amp; BROOKEFIELD</a:t>
              </a:r>
              <a:endParaRPr kumimoji="0" lang="en-IN" sz="500" b="1" i="0" u="none" strike="noStrike" kern="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xmlns="" id="{29777A31-A77A-4DBC-8285-919360CF27FA}"/>
                </a:ext>
              </a:extLst>
            </p:cNvPr>
            <p:cNvSpPr txBox="1"/>
            <p:nvPr/>
          </p:nvSpPr>
          <p:spPr>
            <a:xfrm>
              <a:off x="6686845" y="2723000"/>
              <a:ext cx="621157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SBD CITY</a:t>
              </a:r>
              <a:endParaRPr kumimoji="0" lang="en-IN" sz="500" b="1" i="0" u="none" strike="noStrike" kern="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xmlns="" id="{0196D48B-30E8-4C54-97DC-F2F26093C094}"/>
                </a:ext>
              </a:extLst>
            </p:cNvPr>
            <p:cNvSpPr txBox="1"/>
            <p:nvPr/>
          </p:nvSpPr>
          <p:spPr>
            <a:xfrm>
              <a:off x="6404655" y="2331714"/>
              <a:ext cx="1029922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NORTH BENGALURU</a:t>
              </a:r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xmlns="" id="{B66A3844-2D70-4A9E-ABCE-EA7915E5A88B}"/>
                </a:ext>
              </a:extLst>
            </p:cNvPr>
            <p:cNvSpPr txBox="1"/>
            <p:nvPr/>
          </p:nvSpPr>
          <p:spPr>
            <a:xfrm>
              <a:off x="5882348" y="3898091"/>
              <a:ext cx="86514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PBD WEST</a:t>
              </a:r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xmlns="" id="{DD596675-9EA7-47B6-B1E3-F67DE37AC37D}"/>
                </a:ext>
              </a:extLst>
            </p:cNvPr>
            <p:cNvSpPr txBox="1"/>
            <p:nvPr/>
          </p:nvSpPr>
          <p:spPr>
            <a:xfrm>
              <a:off x="6965823" y="4129608"/>
              <a:ext cx="104009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SOUTH BENGALURU</a:t>
              </a:r>
              <a:endParaRPr kumimoji="0" lang="en-IN" sz="500" b="1" i="0" u="none" strike="noStrike" kern="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5" name="Freeform: Shape 378">
              <a:extLst>
                <a:ext uri="{FF2B5EF4-FFF2-40B4-BE49-F238E27FC236}">
                  <a16:creationId xmlns:a16="http://schemas.microsoft.com/office/drawing/2014/main" xmlns="" id="{0908DD08-108E-4B1D-9E34-4C215EF25B56}"/>
                </a:ext>
              </a:extLst>
            </p:cNvPr>
            <p:cNvSpPr/>
            <p:nvPr/>
          </p:nvSpPr>
          <p:spPr>
            <a:xfrm>
              <a:off x="7047851" y="2628730"/>
              <a:ext cx="924543" cy="1294015"/>
            </a:xfrm>
            <a:custGeom>
              <a:avLst/>
              <a:gdLst>
                <a:gd name="connsiteX0" fmla="*/ 0 w 1466850"/>
                <a:gd name="connsiteY0" fmla="*/ 19050 h 1955800"/>
                <a:gd name="connsiteX1" fmla="*/ 95250 w 1466850"/>
                <a:gd name="connsiteY1" fmla="*/ 31750 h 1955800"/>
                <a:gd name="connsiteX2" fmla="*/ 127000 w 1466850"/>
                <a:gd name="connsiteY2" fmla="*/ 0 h 1955800"/>
                <a:gd name="connsiteX3" fmla="*/ 273050 w 1466850"/>
                <a:gd name="connsiteY3" fmla="*/ 19050 h 1955800"/>
                <a:gd name="connsiteX4" fmla="*/ 393700 w 1466850"/>
                <a:gd name="connsiteY4" fmla="*/ 25400 h 1955800"/>
                <a:gd name="connsiteX5" fmla="*/ 508000 w 1466850"/>
                <a:gd name="connsiteY5" fmla="*/ 50800 h 1955800"/>
                <a:gd name="connsiteX6" fmla="*/ 565150 w 1466850"/>
                <a:gd name="connsiteY6" fmla="*/ 215900 h 1955800"/>
                <a:gd name="connsiteX7" fmla="*/ 952500 w 1466850"/>
                <a:gd name="connsiteY7" fmla="*/ 425450 h 1955800"/>
                <a:gd name="connsiteX8" fmla="*/ 1003300 w 1466850"/>
                <a:gd name="connsiteY8" fmla="*/ 762000 h 1955800"/>
                <a:gd name="connsiteX9" fmla="*/ 1200150 w 1466850"/>
                <a:gd name="connsiteY9" fmla="*/ 673100 h 1955800"/>
                <a:gd name="connsiteX10" fmla="*/ 1270000 w 1466850"/>
                <a:gd name="connsiteY10" fmla="*/ 685800 h 1955800"/>
                <a:gd name="connsiteX11" fmla="*/ 1447800 w 1466850"/>
                <a:gd name="connsiteY11" fmla="*/ 1162050 h 1955800"/>
                <a:gd name="connsiteX12" fmla="*/ 1466850 w 1466850"/>
                <a:gd name="connsiteY12" fmla="*/ 1365250 h 1955800"/>
                <a:gd name="connsiteX13" fmla="*/ 1428750 w 1466850"/>
                <a:gd name="connsiteY13" fmla="*/ 1549400 h 1955800"/>
                <a:gd name="connsiteX14" fmla="*/ 1371600 w 1466850"/>
                <a:gd name="connsiteY14" fmla="*/ 1638300 h 1955800"/>
                <a:gd name="connsiteX15" fmla="*/ 1257300 w 1466850"/>
                <a:gd name="connsiteY15" fmla="*/ 1746250 h 1955800"/>
                <a:gd name="connsiteX16" fmla="*/ 1193800 w 1466850"/>
                <a:gd name="connsiteY16" fmla="*/ 1828800 h 1955800"/>
                <a:gd name="connsiteX17" fmla="*/ 1079500 w 1466850"/>
                <a:gd name="connsiteY17" fmla="*/ 1866900 h 1955800"/>
                <a:gd name="connsiteX18" fmla="*/ 984250 w 1466850"/>
                <a:gd name="connsiteY18" fmla="*/ 1885950 h 1955800"/>
                <a:gd name="connsiteX19" fmla="*/ 762000 w 1466850"/>
                <a:gd name="connsiteY19" fmla="*/ 1822450 h 1955800"/>
                <a:gd name="connsiteX20" fmla="*/ 641350 w 1466850"/>
                <a:gd name="connsiteY20" fmla="*/ 1936750 h 1955800"/>
                <a:gd name="connsiteX21" fmla="*/ 400050 w 1466850"/>
                <a:gd name="connsiteY21" fmla="*/ 1955800 h 195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66850" h="1955800">
                  <a:moveTo>
                    <a:pt x="0" y="19050"/>
                  </a:moveTo>
                  <a:lnTo>
                    <a:pt x="95250" y="31750"/>
                  </a:lnTo>
                  <a:lnTo>
                    <a:pt x="127000" y="0"/>
                  </a:lnTo>
                  <a:lnTo>
                    <a:pt x="273050" y="19050"/>
                  </a:lnTo>
                  <a:lnTo>
                    <a:pt x="393700" y="25400"/>
                  </a:lnTo>
                  <a:lnTo>
                    <a:pt x="508000" y="50800"/>
                  </a:lnTo>
                  <a:lnTo>
                    <a:pt x="565150" y="215900"/>
                  </a:lnTo>
                  <a:lnTo>
                    <a:pt x="952500" y="425450"/>
                  </a:lnTo>
                  <a:lnTo>
                    <a:pt x="1003300" y="762000"/>
                  </a:lnTo>
                  <a:lnTo>
                    <a:pt x="1200150" y="673100"/>
                  </a:lnTo>
                  <a:lnTo>
                    <a:pt x="1270000" y="685800"/>
                  </a:lnTo>
                  <a:lnTo>
                    <a:pt x="1447800" y="1162050"/>
                  </a:lnTo>
                  <a:lnTo>
                    <a:pt x="1466850" y="1365250"/>
                  </a:lnTo>
                  <a:lnTo>
                    <a:pt x="1428750" y="1549400"/>
                  </a:lnTo>
                  <a:lnTo>
                    <a:pt x="1371600" y="1638300"/>
                  </a:lnTo>
                  <a:lnTo>
                    <a:pt x="1257300" y="1746250"/>
                  </a:lnTo>
                  <a:lnTo>
                    <a:pt x="1193800" y="1828800"/>
                  </a:lnTo>
                  <a:lnTo>
                    <a:pt x="1079500" y="1866900"/>
                  </a:lnTo>
                  <a:lnTo>
                    <a:pt x="984250" y="1885950"/>
                  </a:lnTo>
                  <a:lnTo>
                    <a:pt x="762000" y="1822450"/>
                  </a:lnTo>
                  <a:lnTo>
                    <a:pt x="641350" y="1936750"/>
                  </a:lnTo>
                  <a:lnTo>
                    <a:pt x="400050" y="1955800"/>
                  </a:lnTo>
                </a:path>
              </a:pathLst>
            </a:custGeom>
            <a:noFill/>
            <a:ln w="22225" cap="rnd" cmpd="dbl" algn="ctr">
              <a:noFill/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6" name="Freeform: Shape 379">
              <a:extLst>
                <a:ext uri="{FF2B5EF4-FFF2-40B4-BE49-F238E27FC236}">
                  <a16:creationId xmlns:a16="http://schemas.microsoft.com/office/drawing/2014/main" xmlns="" id="{62A2ED8E-1FA6-46E6-830A-5B5152F3FA59}"/>
                </a:ext>
              </a:extLst>
            </p:cNvPr>
            <p:cNvSpPr/>
            <p:nvPr/>
          </p:nvSpPr>
          <p:spPr>
            <a:xfrm>
              <a:off x="6847733" y="3300945"/>
              <a:ext cx="188110" cy="138644"/>
            </a:xfrm>
            <a:custGeom>
              <a:avLst/>
              <a:gdLst>
                <a:gd name="connsiteX0" fmla="*/ 69850 w 298450"/>
                <a:gd name="connsiteY0" fmla="*/ 0 h 209550"/>
                <a:gd name="connsiteX1" fmla="*/ 215900 w 298450"/>
                <a:gd name="connsiteY1" fmla="*/ 38100 h 209550"/>
                <a:gd name="connsiteX2" fmla="*/ 298450 w 298450"/>
                <a:gd name="connsiteY2" fmla="*/ 133350 h 209550"/>
                <a:gd name="connsiteX3" fmla="*/ 234950 w 298450"/>
                <a:gd name="connsiteY3" fmla="*/ 209550 h 209550"/>
                <a:gd name="connsiteX4" fmla="*/ 0 w 298450"/>
                <a:gd name="connsiteY4" fmla="*/ 171450 h 209550"/>
                <a:gd name="connsiteX5" fmla="*/ 69850 w 298450"/>
                <a:gd name="connsiteY5" fmla="*/ 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450" h="209550">
                  <a:moveTo>
                    <a:pt x="69850" y="0"/>
                  </a:moveTo>
                  <a:lnTo>
                    <a:pt x="215900" y="38100"/>
                  </a:lnTo>
                  <a:lnTo>
                    <a:pt x="298450" y="133350"/>
                  </a:lnTo>
                  <a:lnTo>
                    <a:pt x="234950" y="209550"/>
                  </a:lnTo>
                  <a:lnTo>
                    <a:pt x="0" y="171450"/>
                  </a:lnTo>
                  <a:lnTo>
                    <a:pt x="69850" y="0"/>
                  </a:lnTo>
                  <a:close/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7" name="Freeform: Shape 380">
              <a:extLst>
                <a:ext uri="{FF2B5EF4-FFF2-40B4-BE49-F238E27FC236}">
                  <a16:creationId xmlns:a16="http://schemas.microsoft.com/office/drawing/2014/main" xmlns="" id="{93C05B55-4A3B-4F5F-8CF2-BBD51677477D}"/>
                </a:ext>
              </a:extLst>
            </p:cNvPr>
            <p:cNvSpPr/>
            <p:nvPr/>
          </p:nvSpPr>
          <p:spPr>
            <a:xfrm>
              <a:off x="6895762" y="1359923"/>
              <a:ext cx="536315" cy="1957827"/>
            </a:xfrm>
            <a:custGeom>
              <a:avLst/>
              <a:gdLst>
                <a:gd name="connsiteX0" fmla="*/ 850900 w 850900"/>
                <a:gd name="connsiteY0" fmla="*/ 0 h 2959100"/>
                <a:gd name="connsiteX1" fmla="*/ 546100 w 850900"/>
                <a:gd name="connsiteY1" fmla="*/ 717550 h 2959100"/>
                <a:gd name="connsiteX2" fmla="*/ 463550 w 850900"/>
                <a:gd name="connsiteY2" fmla="*/ 908050 h 2959100"/>
                <a:gd name="connsiteX3" fmla="*/ 323850 w 850900"/>
                <a:gd name="connsiteY3" fmla="*/ 1123950 h 2959100"/>
                <a:gd name="connsiteX4" fmla="*/ 304800 w 850900"/>
                <a:gd name="connsiteY4" fmla="*/ 1708150 h 2959100"/>
                <a:gd name="connsiteX5" fmla="*/ 165100 w 850900"/>
                <a:gd name="connsiteY5" fmla="*/ 2305050 h 2959100"/>
                <a:gd name="connsiteX6" fmla="*/ 171450 w 850900"/>
                <a:gd name="connsiteY6" fmla="*/ 2705100 h 2959100"/>
                <a:gd name="connsiteX7" fmla="*/ 19050 w 850900"/>
                <a:gd name="connsiteY7" fmla="*/ 2882900 h 2959100"/>
                <a:gd name="connsiteX8" fmla="*/ 0 w 850900"/>
                <a:gd name="connsiteY8" fmla="*/ 2959100 h 295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0900" h="2959100">
                  <a:moveTo>
                    <a:pt x="850900" y="0"/>
                  </a:moveTo>
                  <a:lnTo>
                    <a:pt x="546100" y="717550"/>
                  </a:lnTo>
                  <a:lnTo>
                    <a:pt x="463550" y="908050"/>
                  </a:lnTo>
                  <a:lnTo>
                    <a:pt x="323850" y="1123950"/>
                  </a:lnTo>
                  <a:lnTo>
                    <a:pt x="304800" y="1708150"/>
                  </a:lnTo>
                  <a:lnTo>
                    <a:pt x="165100" y="2305050"/>
                  </a:lnTo>
                  <a:lnTo>
                    <a:pt x="171450" y="2705100"/>
                  </a:lnTo>
                  <a:lnTo>
                    <a:pt x="19050" y="2882900"/>
                  </a:lnTo>
                  <a:lnTo>
                    <a:pt x="0" y="295910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8" name="Freeform: Shape 381">
              <a:extLst>
                <a:ext uri="{FF2B5EF4-FFF2-40B4-BE49-F238E27FC236}">
                  <a16:creationId xmlns:a16="http://schemas.microsoft.com/office/drawing/2014/main" xmlns="" id="{8A331F6C-CE7C-45EC-9750-14BDE8255134}"/>
                </a:ext>
              </a:extLst>
            </p:cNvPr>
            <p:cNvSpPr/>
            <p:nvPr/>
          </p:nvSpPr>
          <p:spPr>
            <a:xfrm>
              <a:off x="6847733" y="1259091"/>
              <a:ext cx="248146" cy="848672"/>
            </a:xfrm>
            <a:custGeom>
              <a:avLst/>
              <a:gdLst>
                <a:gd name="connsiteX0" fmla="*/ 0 w 393700"/>
                <a:gd name="connsiteY0" fmla="*/ 0 h 1282700"/>
                <a:gd name="connsiteX1" fmla="*/ 57150 w 393700"/>
                <a:gd name="connsiteY1" fmla="*/ 819150 h 1282700"/>
                <a:gd name="connsiteX2" fmla="*/ 393700 w 393700"/>
                <a:gd name="connsiteY2" fmla="*/ 1282700 h 128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3700" h="1282700">
                  <a:moveTo>
                    <a:pt x="0" y="0"/>
                  </a:moveTo>
                  <a:lnTo>
                    <a:pt x="57150" y="819150"/>
                  </a:lnTo>
                  <a:lnTo>
                    <a:pt x="393700" y="128270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9" name="Freeform: Shape 382">
              <a:extLst>
                <a:ext uri="{FF2B5EF4-FFF2-40B4-BE49-F238E27FC236}">
                  <a16:creationId xmlns:a16="http://schemas.microsoft.com/office/drawing/2014/main" xmlns="" id="{705A3C30-0317-4387-9D2D-D30AE0E3ED3D}"/>
                </a:ext>
              </a:extLst>
            </p:cNvPr>
            <p:cNvSpPr/>
            <p:nvPr/>
          </p:nvSpPr>
          <p:spPr>
            <a:xfrm>
              <a:off x="7043848" y="2414461"/>
              <a:ext cx="1624954" cy="1020927"/>
            </a:xfrm>
            <a:custGeom>
              <a:avLst/>
              <a:gdLst>
                <a:gd name="connsiteX0" fmla="*/ 0 w 2578100"/>
                <a:gd name="connsiteY0" fmla="*/ 1473200 h 1543050"/>
                <a:gd name="connsiteX1" fmla="*/ 82550 w 2578100"/>
                <a:gd name="connsiteY1" fmla="*/ 1543050 h 1543050"/>
                <a:gd name="connsiteX2" fmla="*/ 317500 w 2578100"/>
                <a:gd name="connsiteY2" fmla="*/ 1397000 h 1543050"/>
                <a:gd name="connsiteX3" fmla="*/ 419100 w 2578100"/>
                <a:gd name="connsiteY3" fmla="*/ 1428750 h 1543050"/>
                <a:gd name="connsiteX4" fmla="*/ 552450 w 2578100"/>
                <a:gd name="connsiteY4" fmla="*/ 1282700 h 1543050"/>
                <a:gd name="connsiteX5" fmla="*/ 857250 w 2578100"/>
                <a:gd name="connsiteY5" fmla="*/ 1155700 h 1543050"/>
                <a:gd name="connsiteX6" fmla="*/ 1003300 w 2578100"/>
                <a:gd name="connsiteY6" fmla="*/ 1092200 h 1543050"/>
                <a:gd name="connsiteX7" fmla="*/ 1625600 w 2578100"/>
                <a:gd name="connsiteY7" fmla="*/ 704850 h 1543050"/>
                <a:gd name="connsiteX8" fmla="*/ 2108200 w 2578100"/>
                <a:gd name="connsiteY8" fmla="*/ 361950 h 1543050"/>
                <a:gd name="connsiteX9" fmla="*/ 2578100 w 2578100"/>
                <a:gd name="connsiteY9" fmla="*/ 0 h 154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78100" h="1543050">
                  <a:moveTo>
                    <a:pt x="0" y="1473200"/>
                  </a:moveTo>
                  <a:lnTo>
                    <a:pt x="82550" y="1543050"/>
                  </a:lnTo>
                  <a:lnTo>
                    <a:pt x="317500" y="1397000"/>
                  </a:lnTo>
                  <a:lnTo>
                    <a:pt x="419100" y="1428750"/>
                  </a:lnTo>
                  <a:lnTo>
                    <a:pt x="552450" y="1282700"/>
                  </a:lnTo>
                  <a:lnTo>
                    <a:pt x="857250" y="1155700"/>
                  </a:lnTo>
                  <a:lnTo>
                    <a:pt x="1003300" y="1092200"/>
                  </a:lnTo>
                  <a:lnTo>
                    <a:pt x="1625600" y="704850"/>
                  </a:lnTo>
                  <a:lnTo>
                    <a:pt x="2108200" y="361950"/>
                  </a:lnTo>
                  <a:lnTo>
                    <a:pt x="2578100" y="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40" name="Freeform: Shape 383">
              <a:extLst>
                <a:ext uri="{FF2B5EF4-FFF2-40B4-BE49-F238E27FC236}">
                  <a16:creationId xmlns:a16="http://schemas.microsoft.com/office/drawing/2014/main" xmlns="" id="{7A03E93E-DB09-4FA0-B65D-C5E70FE85F02}"/>
                </a:ext>
              </a:extLst>
            </p:cNvPr>
            <p:cNvSpPr/>
            <p:nvPr/>
          </p:nvSpPr>
          <p:spPr>
            <a:xfrm>
              <a:off x="7684225" y="3876529"/>
              <a:ext cx="872512" cy="499960"/>
            </a:xfrm>
            <a:custGeom>
              <a:avLst/>
              <a:gdLst>
                <a:gd name="connsiteX0" fmla="*/ 0 w 1384300"/>
                <a:gd name="connsiteY0" fmla="*/ 0 h 755650"/>
                <a:gd name="connsiteX1" fmla="*/ 558800 w 1384300"/>
                <a:gd name="connsiteY1" fmla="*/ 292100 h 755650"/>
                <a:gd name="connsiteX2" fmla="*/ 1136650 w 1384300"/>
                <a:gd name="connsiteY2" fmla="*/ 603250 h 755650"/>
                <a:gd name="connsiteX3" fmla="*/ 1384300 w 1384300"/>
                <a:gd name="connsiteY3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300" h="755650">
                  <a:moveTo>
                    <a:pt x="0" y="0"/>
                  </a:moveTo>
                  <a:lnTo>
                    <a:pt x="558800" y="292100"/>
                  </a:lnTo>
                  <a:lnTo>
                    <a:pt x="1136650" y="603250"/>
                  </a:lnTo>
                  <a:lnTo>
                    <a:pt x="1384300" y="75565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41" name="Freeform: Shape 384">
              <a:extLst>
                <a:ext uri="{FF2B5EF4-FFF2-40B4-BE49-F238E27FC236}">
                  <a16:creationId xmlns:a16="http://schemas.microsoft.com/office/drawing/2014/main" xmlns="" id="{24307DCF-1C0B-4024-A098-08EA13FFCE11}"/>
                </a:ext>
              </a:extLst>
            </p:cNvPr>
            <p:cNvSpPr/>
            <p:nvPr/>
          </p:nvSpPr>
          <p:spPr>
            <a:xfrm>
              <a:off x="7147909" y="3695871"/>
              <a:ext cx="672395" cy="1151169"/>
            </a:xfrm>
            <a:custGeom>
              <a:avLst/>
              <a:gdLst>
                <a:gd name="connsiteX0" fmla="*/ 0 w 1066800"/>
                <a:gd name="connsiteY0" fmla="*/ 0 h 1739900"/>
                <a:gd name="connsiteX1" fmla="*/ 107950 w 1066800"/>
                <a:gd name="connsiteY1" fmla="*/ 69850 h 1739900"/>
                <a:gd name="connsiteX2" fmla="*/ 698500 w 1066800"/>
                <a:gd name="connsiteY2" fmla="*/ 1073150 h 1739900"/>
                <a:gd name="connsiteX3" fmla="*/ 977900 w 1066800"/>
                <a:gd name="connsiteY3" fmla="*/ 1549400 h 1739900"/>
                <a:gd name="connsiteX4" fmla="*/ 1066800 w 1066800"/>
                <a:gd name="connsiteY4" fmla="*/ 1739900 h 173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6800" h="1739900">
                  <a:moveTo>
                    <a:pt x="0" y="0"/>
                  </a:moveTo>
                  <a:lnTo>
                    <a:pt x="107950" y="69850"/>
                  </a:lnTo>
                  <a:lnTo>
                    <a:pt x="698500" y="1073150"/>
                  </a:lnTo>
                  <a:lnTo>
                    <a:pt x="977900" y="1549400"/>
                  </a:lnTo>
                  <a:lnTo>
                    <a:pt x="1066800" y="173990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42" name="Freeform: Shape 385">
              <a:extLst>
                <a:ext uri="{FF2B5EF4-FFF2-40B4-BE49-F238E27FC236}">
                  <a16:creationId xmlns:a16="http://schemas.microsoft.com/office/drawing/2014/main" xmlns="" id="{5F2A3664-421F-4297-A4E6-D5D40DA4F60A}"/>
                </a:ext>
              </a:extLst>
            </p:cNvPr>
            <p:cNvSpPr/>
            <p:nvPr/>
          </p:nvSpPr>
          <p:spPr>
            <a:xfrm>
              <a:off x="6367451" y="3511012"/>
              <a:ext cx="584343" cy="1260404"/>
            </a:xfrm>
            <a:custGeom>
              <a:avLst/>
              <a:gdLst>
                <a:gd name="connsiteX0" fmla="*/ 927100 w 927100"/>
                <a:gd name="connsiteY0" fmla="*/ 0 h 1905000"/>
                <a:gd name="connsiteX1" fmla="*/ 901700 w 927100"/>
                <a:gd name="connsiteY1" fmla="*/ 165100 h 1905000"/>
                <a:gd name="connsiteX2" fmla="*/ 800100 w 927100"/>
                <a:gd name="connsiteY2" fmla="*/ 177800 h 1905000"/>
                <a:gd name="connsiteX3" fmla="*/ 831850 w 927100"/>
                <a:gd name="connsiteY3" fmla="*/ 260350 h 1905000"/>
                <a:gd name="connsiteX4" fmla="*/ 882650 w 927100"/>
                <a:gd name="connsiteY4" fmla="*/ 285750 h 1905000"/>
                <a:gd name="connsiteX5" fmla="*/ 831850 w 927100"/>
                <a:gd name="connsiteY5" fmla="*/ 742950 h 1905000"/>
                <a:gd name="connsiteX6" fmla="*/ 660400 w 927100"/>
                <a:gd name="connsiteY6" fmla="*/ 1054100 h 1905000"/>
                <a:gd name="connsiteX7" fmla="*/ 0 w 927100"/>
                <a:gd name="connsiteY7" fmla="*/ 190500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27100" h="1905000">
                  <a:moveTo>
                    <a:pt x="927100" y="0"/>
                  </a:moveTo>
                  <a:lnTo>
                    <a:pt x="901700" y="165100"/>
                  </a:lnTo>
                  <a:lnTo>
                    <a:pt x="800100" y="177800"/>
                  </a:lnTo>
                  <a:lnTo>
                    <a:pt x="831850" y="260350"/>
                  </a:lnTo>
                  <a:lnTo>
                    <a:pt x="882650" y="285750"/>
                  </a:lnTo>
                  <a:lnTo>
                    <a:pt x="831850" y="742950"/>
                  </a:lnTo>
                  <a:lnTo>
                    <a:pt x="660400" y="1054100"/>
                  </a:lnTo>
                  <a:lnTo>
                    <a:pt x="0" y="190500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43" name="Freeform: Shape 386">
              <a:extLst>
                <a:ext uri="{FF2B5EF4-FFF2-40B4-BE49-F238E27FC236}">
                  <a16:creationId xmlns:a16="http://schemas.microsoft.com/office/drawing/2014/main" xmlns="" id="{536FE74D-0161-4B0D-914C-9DA23E4EB500}"/>
                </a:ext>
              </a:extLst>
            </p:cNvPr>
            <p:cNvSpPr/>
            <p:nvPr/>
          </p:nvSpPr>
          <p:spPr>
            <a:xfrm>
              <a:off x="5735079" y="3412805"/>
              <a:ext cx="1119158" cy="938475"/>
            </a:xfrm>
            <a:custGeom>
              <a:avLst/>
              <a:gdLst>
                <a:gd name="connsiteX0" fmla="*/ 1720850 w 1720850"/>
                <a:gd name="connsiteY0" fmla="*/ 0 h 1377950"/>
                <a:gd name="connsiteX1" fmla="*/ 1244600 w 1720850"/>
                <a:gd name="connsiteY1" fmla="*/ 234950 h 1377950"/>
                <a:gd name="connsiteX2" fmla="*/ 1187450 w 1720850"/>
                <a:gd name="connsiteY2" fmla="*/ 393700 h 1377950"/>
                <a:gd name="connsiteX3" fmla="*/ 996950 w 1720850"/>
                <a:gd name="connsiteY3" fmla="*/ 400050 h 1377950"/>
                <a:gd name="connsiteX4" fmla="*/ 425450 w 1720850"/>
                <a:gd name="connsiteY4" fmla="*/ 863600 h 1377950"/>
                <a:gd name="connsiteX5" fmla="*/ 0 w 1720850"/>
                <a:gd name="connsiteY5" fmla="*/ 1377950 h 1377950"/>
                <a:gd name="connsiteX0" fmla="*/ 1775619 w 1775619"/>
                <a:gd name="connsiteY0" fmla="*/ 0 h 1418431"/>
                <a:gd name="connsiteX1" fmla="*/ 1244600 w 1775619"/>
                <a:gd name="connsiteY1" fmla="*/ 275431 h 1418431"/>
                <a:gd name="connsiteX2" fmla="*/ 1187450 w 1775619"/>
                <a:gd name="connsiteY2" fmla="*/ 434181 h 1418431"/>
                <a:gd name="connsiteX3" fmla="*/ 996950 w 1775619"/>
                <a:gd name="connsiteY3" fmla="*/ 440531 h 1418431"/>
                <a:gd name="connsiteX4" fmla="*/ 425450 w 1775619"/>
                <a:gd name="connsiteY4" fmla="*/ 904081 h 1418431"/>
                <a:gd name="connsiteX5" fmla="*/ 0 w 1775619"/>
                <a:gd name="connsiteY5" fmla="*/ 1418431 h 1418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75619" h="1418431">
                  <a:moveTo>
                    <a:pt x="1775619" y="0"/>
                  </a:moveTo>
                  <a:lnTo>
                    <a:pt x="1244600" y="275431"/>
                  </a:lnTo>
                  <a:lnTo>
                    <a:pt x="1187450" y="434181"/>
                  </a:lnTo>
                  <a:lnTo>
                    <a:pt x="996950" y="440531"/>
                  </a:lnTo>
                  <a:lnTo>
                    <a:pt x="425450" y="904081"/>
                  </a:lnTo>
                  <a:lnTo>
                    <a:pt x="0" y="1418431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44" name="Freeform: Shape 387">
              <a:extLst>
                <a:ext uri="{FF2B5EF4-FFF2-40B4-BE49-F238E27FC236}">
                  <a16:creationId xmlns:a16="http://schemas.microsoft.com/office/drawing/2014/main" xmlns="" id="{104181E3-F1E0-480E-BD76-C8A79C8BA63F}"/>
                </a:ext>
              </a:extLst>
            </p:cNvPr>
            <p:cNvSpPr/>
            <p:nvPr/>
          </p:nvSpPr>
          <p:spPr>
            <a:xfrm>
              <a:off x="5715068" y="3116085"/>
              <a:ext cx="1056620" cy="210067"/>
            </a:xfrm>
            <a:custGeom>
              <a:avLst/>
              <a:gdLst>
                <a:gd name="connsiteX0" fmla="*/ 1676400 w 1676400"/>
                <a:gd name="connsiteY0" fmla="*/ 165100 h 317500"/>
                <a:gd name="connsiteX1" fmla="*/ 1600200 w 1676400"/>
                <a:gd name="connsiteY1" fmla="*/ 146050 h 317500"/>
                <a:gd name="connsiteX2" fmla="*/ 1568450 w 1676400"/>
                <a:gd name="connsiteY2" fmla="*/ 317500 h 317500"/>
                <a:gd name="connsiteX3" fmla="*/ 1162050 w 1676400"/>
                <a:gd name="connsiteY3" fmla="*/ 95250 h 317500"/>
                <a:gd name="connsiteX4" fmla="*/ 952500 w 1676400"/>
                <a:gd name="connsiteY4" fmla="*/ 57150 h 317500"/>
                <a:gd name="connsiteX5" fmla="*/ 679450 w 1676400"/>
                <a:gd name="connsiteY5" fmla="*/ 158750 h 317500"/>
                <a:gd name="connsiteX6" fmla="*/ 400050 w 1676400"/>
                <a:gd name="connsiteY6" fmla="*/ 0 h 317500"/>
                <a:gd name="connsiteX7" fmla="*/ 311150 w 1676400"/>
                <a:gd name="connsiteY7" fmla="*/ 6350 h 317500"/>
                <a:gd name="connsiteX8" fmla="*/ 203200 w 1676400"/>
                <a:gd name="connsiteY8" fmla="*/ 101600 h 317500"/>
                <a:gd name="connsiteX9" fmla="*/ 0 w 1676400"/>
                <a:gd name="connsiteY9" fmla="*/ 20955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76400" h="317500">
                  <a:moveTo>
                    <a:pt x="1676400" y="165100"/>
                  </a:moveTo>
                  <a:lnTo>
                    <a:pt x="1600200" y="146050"/>
                  </a:lnTo>
                  <a:lnTo>
                    <a:pt x="1568450" y="317500"/>
                  </a:lnTo>
                  <a:lnTo>
                    <a:pt x="1162050" y="95250"/>
                  </a:lnTo>
                  <a:lnTo>
                    <a:pt x="952500" y="57150"/>
                  </a:lnTo>
                  <a:lnTo>
                    <a:pt x="679450" y="158750"/>
                  </a:lnTo>
                  <a:lnTo>
                    <a:pt x="400050" y="0"/>
                  </a:lnTo>
                  <a:lnTo>
                    <a:pt x="311150" y="6350"/>
                  </a:lnTo>
                  <a:lnTo>
                    <a:pt x="203200" y="101600"/>
                  </a:lnTo>
                  <a:lnTo>
                    <a:pt x="0" y="20955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45" name="Freeform: Shape 389">
              <a:extLst>
                <a:ext uri="{FF2B5EF4-FFF2-40B4-BE49-F238E27FC236}">
                  <a16:creationId xmlns:a16="http://schemas.microsoft.com/office/drawing/2014/main" xmlns="" id="{D0040465-4A24-4CF0-A801-7F74FB271DAA}"/>
                </a:ext>
              </a:extLst>
            </p:cNvPr>
            <p:cNvSpPr/>
            <p:nvPr/>
          </p:nvSpPr>
          <p:spPr>
            <a:xfrm>
              <a:off x="5739082" y="2275817"/>
              <a:ext cx="1024601" cy="705826"/>
            </a:xfrm>
            <a:custGeom>
              <a:avLst/>
              <a:gdLst>
                <a:gd name="connsiteX0" fmla="*/ 1625600 w 1625600"/>
                <a:gd name="connsiteY0" fmla="*/ 1066800 h 1066800"/>
                <a:gd name="connsiteX1" fmla="*/ 1600200 w 1625600"/>
                <a:gd name="connsiteY1" fmla="*/ 984250 h 1066800"/>
                <a:gd name="connsiteX2" fmla="*/ 1600200 w 1625600"/>
                <a:gd name="connsiteY2" fmla="*/ 869950 h 1066800"/>
                <a:gd name="connsiteX3" fmla="*/ 1320800 w 1625600"/>
                <a:gd name="connsiteY3" fmla="*/ 654050 h 1066800"/>
                <a:gd name="connsiteX4" fmla="*/ 381000 w 1625600"/>
                <a:gd name="connsiteY4" fmla="*/ 241300 h 1066800"/>
                <a:gd name="connsiteX5" fmla="*/ 0 w 1625600"/>
                <a:gd name="connsiteY5" fmla="*/ 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5600" h="1066800">
                  <a:moveTo>
                    <a:pt x="1625600" y="1066800"/>
                  </a:moveTo>
                  <a:lnTo>
                    <a:pt x="1600200" y="984250"/>
                  </a:lnTo>
                  <a:lnTo>
                    <a:pt x="1600200" y="869950"/>
                  </a:lnTo>
                  <a:lnTo>
                    <a:pt x="1320800" y="654050"/>
                  </a:lnTo>
                  <a:lnTo>
                    <a:pt x="381000" y="241300"/>
                  </a:lnTo>
                  <a:lnTo>
                    <a:pt x="0" y="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46" name="Freeform: Shape 390">
              <a:extLst>
                <a:ext uri="{FF2B5EF4-FFF2-40B4-BE49-F238E27FC236}">
                  <a16:creationId xmlns:a16="http://schemas.microsoft.com/office/drawing/2014/main" xmlns="" id="{8C1B71B2-1DD7-46EA-92C1-55789E0E79E5}"/>
                </a:ext>
              </a:extLst>
            </p:cNvPr>
            <p:cNvSpPr/>
            <p:nvPr/>
          </p:nvSpPr>
          <p:spPr>
            <a:xfrm>
              <a:off x="7289492" y="3374270"/>
              <a:ext cx="1591434" cy="191359"/>
            </a:xfrm>
            <a:custGeom>
              <a:avLst/>
              <a:gdLst>
                <a:gd name="connsiteX0" fmla="*/ 0 w 2698750"/>
                <a:gd name="connsiteY0" fmla="*/ 0 h 266700"/>
                <a:gd name="connsiteX1" fmla="*/ 76200 w 2698750"/>
                <a:gd name="connsiteY1" fmla="*/ 127000 h 266700"/>
                <a:gd name="connsiteX2" fmla="*/ 298450 w 2698750"/>
                <a:gd name="connsiteY2" fmla="*/ 114300 h 266700"/>
                <a:gd name="connsiteX3" fmla="*/ 838200 w 2698750"/>
                <a:gd name="connsiteY3" fmla="*/ 234950 h 266700"/>
                <a:gd name="connsiteX4" fmla="*/ 1066800 w 2698750"/>
                <a:gd name="connsiteY4" fmla="*/ 184150 h 266700"/>
                <a:gd name="connsiteX5" fmla="*/ 1962150 w 2698750"/>
                <a:gd name="connsiteY5" fmla="*/ 203200 h 266700"/>
                <a:gd name="connsiteX6" fmla="*/ 2698750 w 2698750"/>
                <a:gd name="connsiteY6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8750" h="266700">
                  <a:moveTo>
                    <a:pt x="0" y="0"/>
                  </a:moveTo>
                  <a:lnTo>
                    <a:pt x="76200" y="127000"/>
                  </a:lnTo>
                  <a:lnTo>
                    <a:pt x="298450" y="114300"/>
                  </a:lnTo>
                  <a:lnTo>
                    <a:pt x="838200" y="234950"/>
                  </a:lnTo>
                  <a:lnTo>
                    <a:pt x="1066800" y="184150"/>
                  </a:lnTo>
                  <a:lnTo>
                    <a:pt x="1962150" y="203200"/>
                  </a:lnTo>
                  <a:lnTo>
                    <a:pt x="2698750" y="26670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47" name="Freeform: Shape 391">
              <a:extLst>
                <a:ext uri="{FF2B5EF4-FFF2-40B4-BE49-F238E27FC236}">
                  <a16:creationId xmlns:a16="http://schemas.microsoft.com/office/drawing/2014/main" xmlns="" id="{14846993-DE83-4815-8E4A-E584C4805C1A}"/>
                </a:ext>
              </a:extLst>
            </p:cNvPr>
            <p:cNvSpPr/>
            <p:nvPr/>
          </p:nvSpPr>
          <p:spPr>
            <a:xfrm>
              <a:off x="6739669" y="2910220"/>
              <a:ext cx="576339" cy="789853"/>
            </a:xfrm>
            <a:custGeom>
              <a:avLst/>
              <a:gdLst>
                <a:gd name="connsiteX0" fmla="*/ 25400 w 914400"/>
                <a:gd name="connsiteY0" fmla="*/ 139700 h 1193800"/>
                <a:gd name="connsiteX1" fmla="*/ 25400 w 914400"/>
                <a:gd name="connsiteY1" fmla="*/ 215900 h 1193800"/>
                <a:gd name="connsiteX2" fmla="*/ 0 w 914400"/>
                <a:gd name="connsiteY2" fmla="*/ 260350 h 1193800"/>
                <a:gd name="connsiteX3" fmla="*/ 88900 w 914400"/>
                <a:gd name="connsiteY3" fmla="*/ 412750 h 1193800"/>
                <a:gd name="connsiteX4" fmla="*/ 50800 w 914400"/>
                <a:gd name="connsiteY4" fmla="*/ 476250 h 1193800"/>
                <a:gd name="connsiteX5" fmla="*/ 139700 w 914400"/>
                <a:gd name="connsiteY5" fmla="*/ 546100 h 1193800"/>
                <a:gd name="connsiteX6" fmla="*/ 158750 w 914400"/>
                <a:gd name="connsiteY6" fmla="*/ 698500 h 1193800"/>
                <a:gd name="connsiteX7" fmla="*/ 120650 w 914400"/>
                <a:gd name="connsiteY7" fmla="*/ 800100 h 1193800"/>
                <a:gd name="connsiteX8" fmla="*/ 158750 w 914400"/>
                <a:gd name="connsiteY8" fmla="*/ 857250 h 1193800"/>
                <a:gd name="connsiteX9" fmla="*/ 336550 w 914400"/>
                <a:gd name="connsiteY9" fmla="*/ 920750 h 1193800"/>
                <a:gd name="connsiteX10" fmla="*/ 495300 w 914400"/>
                <a:gd name="connsiteY10" fmla="*/ 977900 h 1193800"/>
                <a:gd name="connsiteX11" fmla="*/ 552450 w 914400"/>
                <a:gd name="connsiteY11" fmla="*/ 1079500 h 1193800"/>
                <a:gd name="connsiteX12" fmla="*/ 590550 w 914400"/>
                <a:gd name="connsiteY12" fmla="*/ 1085850 h 1193800"/>
                <a:gd name="connsiteX13" fmla="*/ 565150 w 914400"/>
                <a:gd name="connsiteY13" fmla="*/ 1181100 h 1193800"/>
                <a:gd name="connsiteX14" fmla="*/ 654050 w 914400"/>
                <a:gd name="connsiteY14" fmla="*/ 1193800 h 1193800"/>
                <a:gd name="connsiteX15" fmla="*/ 711200 w 914400"/>
                <a:gd name="connsiteY15" fmla="*/ 762000 h 1193800"/>
                <a:gd name="connsiteX16" fmla="*/ 876300 w 914400"/>
                <a:gd name="connsiteY16" fmla="*/ 711200 h 1193800"/>
                <a:gd name="connsiteX17" fmla="*/ 914400 w 914400"/>
                <a:gd name="connsiteY17" fmla="*/ 387350 h 1193800"/>
                <a:gd name="connsiteX18" fmla="*/ 717550 w 914400"/>
                <a:gd name="connsiteY18" fmla="*/ 336550 h 1193800"/>
                <a:gd name="connsiteX19" fmla="*/ 546100 w 914400"/>
                <a:gd name="connsiteY19" fmla="*/ 323850 h 1193800"/>
                <a:gd name="connsiteX20" fmla="*/ 476250 w 914400"/>
                <a:gd name="connsiteY20" fmla="*/ 6350 h 1193800"/>
                <a:gd name="connsiteX21" fmla="*/ 393700 w 914400"/>
                <a:gd name="connsiteY21" fmla="*/ 6350 h 1193800"/>
                <a:gd name="connsiteX22" fmla="*/ 228600 w 914400"/>
                <a:gd name="connsiteY22" fmla="*/ 0 h 1193800"/>
                <a:gd name="connsiteX23" fmla="*/ 25400 w 914400"/>
                <a:gd name="connsiteY23" fmla="*/ 139700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14400" h="1193800">
                  <a:moveTo>
                    <a:pt x="25400" y="139700"/>
                  </a:moveTo>
                  <a:lnTo>
                    <a:pt x="25400" y="215900"/>
                  </a:lnTo>
                  <a:lnTo>
                    <a:pt x="0" y="260350"/>
                  </a:lnTo>
                  <a:lnTo>
                    <a:pt x="88900" y="412750"/>
                  </a:lnTo>
                  <a:lnTo>
                    <a:pt x="50800" y="476250"/>
                  </a:lnTo>
                  <a:lnTo>
                    <a:pt x="139700" y="546100"/>
                  </a:lnTo>
                  <a:lnTo>
                    <a:pt x="158750" y="698500"/>
                  </a:lnTo>
                  <a:lnTo>
                    <a:pt x="120650" y="800100"/>
                  </a:lnTo>
                  <a:lnTo>
                    <a:pt x="158750" y="857250"/>
                  </a:lnTo>
                  <a:lnTo>
                    <a:pt x="336550" y="920750"/>
                  </a:lnTo>
                  <a:lnTo>
                    <a:pt x="495300" y="977900"/>
                  </a:lnTo>
                  <a:lnTo>
                    <a:pt x="552450" y="1079500"/>
                  </a:lnTo>
                  <a:lnTo>
                    <a:pt x="590550" y="1085850"/>
                  </a:lnTo>
                  <a:lnTo>
                    <a:pt x="565150" y="1181100"/>
                  </a:lnTo>
                  <a:lnTo>
                    <a:pt x="654050" y="1193800"/>
                  </a:lnTo>
                  <a:lnTo>
                    <a:pt x="711200" y="762000"/>
                  </a:lnTo>
                  <a:lnTo>
                    <a:pt x="876300" y="711200"/>
                  </a:lnTo>
                  <a:lnTo>
                    <a:pt x="914400" y="387350"/>
                  </a:lnTo>
                  <a:lnTo>
                    <a:pt x="717550" y="336550"/>
                  </a:lnTo>
                  <a:lnTo>
                    <a:pt x="546100" y="323850"/>
                  </a:lnTo>
                  <a:lnTo>
                    <a:pt x="476250" y="6350"/>
                  </a:lnTo>
                  <a:lnTo>
                    <a:pt x="393700" y="6350"/>
                  </a:lnTo>
                  <a:lnTo>
                    <a:pt x="228600" y="0"/>
                  </a:lnTo>
                  <a:lnTo>
                    <a:pt x="25400" y="139700"/>
                  </a:lnTo>
                  <a:close/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xmlns="" id="{2D31C265-4FC1-4AB4-9499-34225558D0E8}"/>
                </a:ext>
              </a:extLst>
            </p:cNvPr>
            <p:cNvSpPr txBox="1"/>
            <p:nvPr/>
          </p:nvSpPr>
          <p:spPr>
            <a:xfrm>
              <a:off x="6783445" y="3200638"/>
              <a:ext cx="48002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CBD</a:t>
              </a:r>
              <a:endParaRPr kumimoji="0" lang="en-IN" sz="500" b="1" i="0" u="none" strike="noStrike" kern="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349" name="Group 348">
              <a:extLst>
                <a:ext uri="{FF2B5EF4-FFF2-40B4-BE49-F238E27FC236}">
                  <a16:creationId xmlns:a16="http://schemas.microsoft.com/office/drawing/2014/main" xmlns="" id="{BEBB693E-4418-4DEE-8AA3-0447EDBD5B99}"/>
                </a:ext>
              </a:extLst>
            </p:cNvPr>
            <p:cNvGrpSpPr/>
            <p:nvPr/>
          </p:nvGrpSpPr>
          <p:grpSpPr>
            <a:xfrm>
              <a:off x="7041348" y="2628729"/>
              <a:ext cx="930547" cy="1247798"/>
              <a:chOff x="2536031" y="2076450"/>
              <a:chExt cx="1476375" cy="1885950"/>
            </a:xfrm>
            <a:solidFill>
              <a:srgbClr val="FFC000">
                <a:lumMod val="20000"/>
                <a:lumOff val="80000"/>
              </a:srgbClr>
            </a:solidFill>
          </p:grpSpPr>
          <p:sp>
            <p:nvSpPr>
              <p:cNvPr id="366" name="Freeform: Shape 462">
                <a:extLst>
                  <a:ext uri="{FF2B5EF4-FFF2-40B4-BE49-F238E27FC236}">
                    <a16:creationId xmlns:a16="http://schemas.microsoft.com/office/drawing/2014/main" xmlns="" id="{E055C06A-5C04-426A-B2B2-8C7FAAE76C9E}"/>
                  </a:ext>
                </a:extLst>
              </p:cNvPr>
              <p:cNvSpPr/>
              <p:nvPr/>
            </p:nvSpPr>
            <p:spPr>
              <a:xfrm>
                <a:off x="3481388" y="2738438"/>
                <a:ext cx="531018" cy="716756"/>
              </a:xfrm>
              <a:custGeom>
                <a:avLst/>
                <a:gdLst>
                  <a:gd name="connsiteX0" fmla="*/ 0 w 531018"/>
                  <a:gd name="connsiteY0" fmla="*/ 142875 h 716756"/>
                  <a:gd name="connsiteX1" fmla="*/ 71437 w 531018"/>
                  <a:gd name="connsiteY1" fmla="*/ 92868 h 716756"/>
                  <a:gd name="connsiteX2" fmla="*/ 278606 w 531018"/>
                  <a:gd name="connsiteY2" fmla="*/ 0 h 716756"/>
                  <a:gd name="connsiteX3" fmla="*/ 350043 w 531018"/>
                  <a:gd name="connsiteY3" fmla="*/ 30956 h 716756"/>
                  <a:gd name="connsiteX4" fmla="*/ 511968 w 531018"/>
                  <a:gd name="connsiteY4" fmla="*/ 495300 h 716756"/>
                  <a:gd name="connsiteX5" fmla="*/ 531018 w 531018"/>
                  <a:gd name="connsiteY5" fmla="*/ 671512 h 716756"/>
                  <a:gd name="connsiteX6" fmla="*/ 288131 w 531018"/>
                  <a:gd name="connsiteY6" fmla="*/ 716756 h 716756"/>
                  <a:gd name="connsiteX7" fmla="*/ 71437 w 531018"/>
                  <a:gd name="connsiteY7" fmla="*/ 666750 h 716756"/>
                  <a:gd name="connsiteX8" fmla="*/ 73818 w 531018"/>
                  <a:gd name="connsiteY8" fmla="*/ 640556 h 716756"/>
                  <a:gd name="connsiteX9" fmla="*/ 111918 w 531018"/>
                  <a:gd name="connsiteY9" fmla="*/ 631031 h 716756"/>
                  <a:gd name="connsiteX10" fmla="*/ 121443 w 531018"/>
                  <a:gd name="connsiteY10" fmla="*/ 540543 h 716756"/>
                  <a:gd name="connsiteX11" fmla="*/ 80962 w 531018"/>
                  <a:gd name="connsiteY11" fmla="*/ 469106 h 716756"/>
                  <a:gd name="connsiteX12" fmla="*/ 83343 w 531018"/>
                  <a:gd name="connsiteY12" fmla="*/ 404812 h 716756"/>
                  <a:gd name="connsiteX13" fmla="*/ 11906 w 531018"/>
                  <a:gd name="connsiteY13" fmla="*/ 342900 h 716756"/>
                  <a:gd name="connsiteX14" fmla="*/ 50006 w 531018"/>
                  <a:gd name="connsiteY14" fmla="*/ 319087 h 716756"/>
                  <a:gd name="connsiteX15" fmla="*/ 16668 w 531018"/>
                  <a:gd name="connsiteY15" fmla="*/ 266700 h 716756"/>
                  <a:gd name="connsiteX16" fmla="*/ 0 w 531018"/>
                  <a:gd name="connsiteY16" fmla="*/ 142875 h 716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1018" h="716756">
                    <a:moveTo>
                      <a:pt x="0" y="142875"/>
                    </a:moveTo>
                    <a:lnTo>
                      <a:pt x="71437" y="92868"/>
                    </a:lnTo>
                    <a:lnTo>
                      <a:pt x="278606" y="0"/>
                    </a:lnTo>
                    <a:lnTo>
                      <a:pt x="350043" y="30956"/>
                    </a:lnTo>
                    <a:lnTo>
                      <a:pt x="511968" y="495300"/>
                    </a:lnTo>
                    <a:lnTo>
                      <a:pt x="531018" y="671512"/>
                    </a:lnTo>
                    <a:lnTo>
                      <a:pt x="288131" y="716756"/>
                    </a:lnTo>
                    <a:lnTo>
                      <a:pt x="71437" y="666750"/>
                    </a:lnTo>
                    <a:lnTo>
                      <a:pt x="73818" y="640556"/>
                    </a:lnTo>
                    <a:lnTo>
                      <a:pt x="111918" y="631031"/>
                    </a:lnTo>
                    <a:lnTo>
                      <a:pt x="121443" y="540543"/>
                    </a:lnTo>
                    <a:lnTo>
                      <a:pt x="80962" y="469106"/>
                    </a:lnTo>
                    <a:cubicBezTo>
                      <a:pt x="81756" y="447675"/>
                      <a:pt x="82549" y="426243"/>
                      <a:pt x="83343" y="404812"/>
                    </a:cubicBezTo>
                    <a:lnTo>
                      <a:pt x="11906" y="342900"/>
                    </a:lnTo>
                    <a:lnTo>
                      <a:pt x="50006" y="319087"/>
                    </a:lnTo>
                    <a:lnTo>
                      <a:pt x="16668" y="266700"/>
                    </a:lnTo>
                    <a:lnTo>
                      <a:pt x="0" y="142875"/>
                    </a:lnTo>
                    <a:close/>
                  </a:path>
                </a:pathLst>
              </a:custGeom>
              <a:grpFill/>
              <a:ln w="38100" cap="flat" cmpd="dbl" algn="ctr">
                <a:solidFill>
                  <a:srgbClr val="FFDD7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67" name="Freeform: Shape 463">
                <a:extLst>
                  <a:ext uri="{FF2B5EF4-FFF2-40B4-BE49-F238E27FC236}">
                    <a16:creationId xmlns:a16="http://schemas.microsoft.com/office/drawing/2014/main" xmlns="" id="{6C05F27C-7568-4765-BA75-7717DD0C72E9}"/>
                  </a:ext>
                </a:extLst>
              </p:cNvPr>
              <p:cNvSpPr/>
              <p:nvPr/>
            </p:nvSpPr>
            <p:spPr>
              <a:xfrm>
                <a:off x="3169444" y="3412331"/>
                <a:ext cx="842962" cy="550069"/>
              </a:xfrm>
              <a:custGeom>
                <a:avLst/>
                <a:gdLst>
                  <a:gd name="connsiteX0" fmla="*/ 385762 w 842962"/>
                  <a:gd name="connsiteY0" fmla="*/ 4763 h 550069"/>
                  <a:gd name="connsiteX1" fmla="*/ 388144 w 842962"/>
                  <a:gd name="connsiteY1" fmla="*/ 28575 h 550069"/>
                  <a:gd name="connsiteX2" fmla="*/ 261937 w 842962"/>
                  <a:gd name="connsiteY2" fmla="*/ 11907 h 550069"/>
                  <a:gd name="connsiteX3" fmla="*/ 254794 w 842962"/>
                  <a:gd name="connsiteY3" fmla="*/ 76200 h 550069"/>
                  <a:gd name="connsiteX4" fmla="*/ 319087 w 842962"/>
                  <a:gd name="connsiteY4" fmla="*/ 119063 h 550069"/>
                  <a:gd name="connsiteX5" fmla="*/ 302419 w 842962"/>
                  <a:gd name="connsiteY5" fmla="*/ 164307 h 550069"/>
                  <a:gd name="connsiteX6" fmla="*/ 221456 w 842962"/>
                  <a:gd name="connsiteY6" fmla="*/ 192882 h 550069"/>
                  <a:gd name="connsiteX7" fmla="*/ 176212 w 842962"/>
                  <a:gd name="connsiteY7" fmla="*/ 195263 h 550069"/>
                  <a:gd name="connsiteX8" fmla="*/ 142875 w 842962"/>
                  <a:gd name="connsiteY8" fmla="*/ 269082 h 550069"/>
                  <a:gd name="connsiteX9" fmla="*/ 35719 w 842962"/>
                  <a:gd name="connsiteY9" fmla="*/ 250032 h 550069"/>
                  <a:gd name="connsiteX10" fmla="*/ 0 w 842962"/>
                  <a:gd name="connsiteY10" fmla="*/ 309563 h 550069"/>
                  <a:gd name="connsiteX11" fmla="*/ 295275 w 842962"/>
                  <a:gd name="connsiteY11" fmla="*/ 502444 h 550069"/>
                  <a:gd name="connsiteX12" fmla="*/ 288131 w 842962"/>
                  <a:gd name="connsiteY12" fmla="*/ 531019 h 550069"/>
                  <a:gd name="connsiteX13" fmla="*/ 390525 w 842962"/>
                  <a:gd name="connsiteY13" fmla="*/ 550069 h 550069"/>
                  <a:gd name="connsiteX14" fmla="*/ 583406 w 842962"/>
                  <a:gd name="connsiteY14" fmla="*/ 485775 h 550069"/>
                  <a:gd name="connsiteX15" fmla="*/ 647700 w 842962"/>
                  <a:gd name="connsiteY15" fmla="*/ 395288 h 550069"/>
                  <a:gd name="connsiteX16" fmla="*/ 757237 w 842962"/>
                  <a:gd name="connsiteY16" fmla="*/ 295275 h 550069"/>
                  <a:gd name="connsiteX17" fmla="*/ 802481 w 842962"/>
                  <a:gd name="connsiteY17" fmla="*/ 211932 h 550069"/>
                  <a:gd name="connsiteX18" fmla="*/ 842962 w 842962"/>
                  <a:gd name="connsiteY18" fmla="*/ 28575 h 550069"/>
                  <a:gd name="connsiteX19" fmla="*/ 842962 w 842962"/>
                  <a:gd name="connsiteY19" fmla="*/ 0 h 550069"/>
                  <a:gd name="connsiteX20" fmla="*/ 604837 w 842962"/>
                  <a:gd name="connsiteY20" fmla="*/ 45244 h 550069"/>
                  <a:gd name="connsiteX21" fmla="*/ 385762 w 842962"/>
                  <a:gd name="connsiteY21" fmla="*/ 4763 h 550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42962" h="550069">
                    <a:moveTo>
                      <a:pt x="385762" y="4763"/>
                    </a:moveTo>
                    <a:lnTo>
                      <a:pt x="388144" y="28575"/>
                    </a:lnTo>
                    <a:lnTo>
                      <a:pt x="261937" y="11907"/>
                    </a:lnTo>
                    <a:lnTo>
                      <a:pt x="254794" y="76200"/>
                    </a:lnTo>
                    <a:lnTo>
                      <a:pt x="319087" y="119063"/>
                    </a:lnTo>
                    <a:lnTo>
                      <a:pt x="302419" y="164307"/>
                    </a:lnTo>
                    <a:lnTo>
                      <a:pt x="221456" y="192882"/>
                    </a:lnTo>
                    <a:lnTo>
                      <a:pt x="176212" y="195263"/>
                    </a:lnTo>
                    <a:lnTo>
                      <a:pt x="142875" y="269082"/>
                    </a:lnTo>
                    <a:lnTo>
                      <a:pt x="35719" y="250032"/>
                    </a:lnTo>
                    <a:lnTo>
                      <a:pt x="0" y="309563"/>
                    </a:lnTo>
                    <a:lnTo>
                      <a:pt x="295275" y="502444"/>
                    </a:lnTo>
                    <a:lnTo>
                      <a:pt x="288131" y="531019"/>
                    </a:lnTo>
                    <a:lnTo>
                      <a:pt x="390525" y="550069"/>
                    </a:lnTo>
                    <a:lnTo>
                      <a:pt x="583406" y="485775"/>
                    </a:lnTo>
                    <a:lnTo>
                      <a:pt x="647700" y="395288"/>
                    </a:lnTo>
                    <a:lnTo>
                      <a:pt x="757237" y="295275"/>
                    </a:lnTo>
                    <a:lnTo>
                      <a:pt x="802481" y="211932"/>
                    </a:lnTo>
                    <a:lnTo>
                      <a:pt x="842962" y="28575"/>
                    </a:lnTo>
                    <a:lnTo>
                      <a:pt x="842962" y="0"/>
                    </a:lnTo>
                    <a:lnTo>
                      <a:pt x="604837" y="45244"/>
                    </a:lnTo>
                    <a:lnTo>
                      <a:pt x="385762" y="4763"/>
                    </a:lnTo>
                    <a:close/>
                  </a:path>
                </a:pathLst>
              </a:custGeom>
              <a:grpFill/>
              <a:ln w="38100" cap="flat" cmpd="dbl" algn="ctr">
                <a:solidFill>
                  <a:srgbClr val="FFDD7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68" name="Freeform: Shape 464">
                <a:extLst>
                  <a:ext uri="{FF2B5EF4-FFF2-40B4-BE49-F238E27FC236}">
                    <a16:creationId xmlns:a16="http://schemas.microsoft.com/office/drawing/2014/main" xmlns="" id="{2C5C04FE-C34F-4C13-9118-F8FF8A801C25}"/>
                  </a:ext>
                </a:extLst>
              </p:cNvPr>
              <p:cNvSpPr/>
              <p:nvPr/>
            </p:nvSpPr>
            <p:spPr>
              <a:xfrm>
                <a:off x="2536031" y="2076450"/>
                <a:ext cx="1012032" cy="850106"/>
              </a:xfrm>
              <a:custGeom>
                <a:avLst/>
                <a:gdLst>
                  <a:gd name="connsiteX0" fmla="*/ 21432 w 1012032"/>
                  <a:gd name="connsiteY0" fmla="*/ 23813 h 850106"/>
                  <a:gd name="connsiteX1" fmla="*/ 0 w 1012032"/>
                  <a:gd name="connsiteY1" fmla="*/ 111919 h 850106"/>
                  <a:gd name="connsiteX2" fmla="*/ 40482 w 1012032"/>
                  <a:gd name="connsiteY2" fmla="*/ 123825 h 850106"/>
                  <a:gd name="connsiteX3" fmla="*/ 109538 w 1012032"/>
                  <a:gd name="connsiteY3" fmla="*/ 142875 h 850106"/>
                  <a:gd name="connsiteX4" fmla="*/ 130969 w 1012032"/>
                  <a:gd name="connsiteY4" fmla="*/ 207169 h 850106"/>
                  <a:gd name="connsiteX5" fmla="*/ 252413 w 1012032"/>
                  <a:gd name="connsiteY5" fmla="*/ 192881 h 850106"/>
                  <a:gd name="connsiteX6" fmla="*/ 333375 w 1012032"/>
                  <a:gd name="connsiteY6" fmla="*/ 207169 h 850106"/>
                  <a:gd name="connsiteX7" fmla="*/ 371475 w 1012032"/>
                  <a:gd name="connsiteY7" fmla="*/ 252413 h 850106"/>
                  <a:gd name="connsiteX8" fmla="*/ 459582 w 1012032"/>
                  <a:gd name="connsiteY8" fmla="*/ 276225 h 850106"/>
                  <a:gd name="connsiteX9" fmla="*/ 481013 w 1012032"/>
                  <a:gd name="connsiteY9" fmla="*/ 330994 h 850106"/>
                  <a:gd name="connsiteX10" fmla="*/ 592932 w 1012032"/>
                  <a:gd name="connsiteY10" fmla="*/ 316706 h 850106"/>
                  <a:gd name="connsiteX11" fmla="*/ 647700 w 1012032"/>
                  <a:gd name="connsiteY11" fmla="*/ 371475 h 850106"/>
                  <a:gd name="connsiteX12" fmla="*/ 695325 w 1012032"/>
                  <a:gd name="connsiteY12" fmla="*/ 373856 h 850106"/>
                  <a:gd name="connsiteX13" fmla="*/ 692944 w 1012032"/>
                  <a:gd name="connsiteY13" fmla="*/ 419100 h 850106"/>
                  <a:gd name="connsiteX14" fmla="*/ 645319 w 1012032"/>
                  <a:gd name="connsiteY14" fmla="*/ 440531 h 850106"/>
                  <a:gd name="connsiteX15" fmla="*/ 590550 w 1012032"/>
                  <a:gd name="connsiteY15" fmla="*/ 540544 h 850106"/>
                  <a:gd name="connsiteX16" fmla="*/ 600075 w 1012032"/>
                  <a:gd name="connsiteY16" fmla="*/ 583406 h 850106"/>
                  <a:gd name="connsiteX17" fmla="*/ 645319 w 1012032"/>
                  <a:gd name="connsiteY17" fmla="*/ 604838 h 850106"/>
                  <a:gd name="connsiteX18" fmla="*/ 609600 w 1012032"/>
                  <a:gd name="connsiteY18" fmla="*/ 719138 h 850106"/>
                  <a:gd name="connsiteX19" fmla="*/ 626269 w 1012032"/>
                  <a:gd name="connsiteY19" fmla="*/ 785813 h 850106"/>
                  <a:gd name="connsiteX20" fmla="*/ 659607 w 1012032"/>
                  <a:gd name="connsiteY20" fmla="*/ 781050 h 850106"/>
                  <a:gd name="connsiteX21" fmla="*/ 676275 w 1012032"/>
                  <a:gd name="connsiteY21" fmla="*/ 847725 h 850106"/>
                  <a:gd name="connsiteX22" fmla="*/ 778669 w 1012032"/>
                  <a:gd name="connsiteY22" fmla="*/ 835819 h 850106"/>
                  <a:gd name="connsiteX23" fmla="*/ 816769 w 1012032"/>
                  <a:gd name="connsiteY23" fmla="*/ 850106 h 850106"/>
                  <a:gd name="connsiteX24" fmla="*/ 1012032 w 1012032"/>
                  <a:gd name="connsiteY24" fmla="*/ 757238 h 850106"/>
                  <a:gd name="connsiteX25" fmla="*/ 959644 w 1012032"/>
                  <a:gd name="connsiteY25" fmla="*/ 421481 h 850106"/>
                  <a:gd name="connsiteX26" fmla="*/ 588169 w 1012032"/>
                  <a:gd name="connsiteY26" fmla="*/ 221456 h 850106"/>
                  <a:gd name="connsiteX27" fmla="*/ 516732 w 1012032"/>
                  <a:gd name="connsiteY27" fmla="*/ 42863 h 850106"/>
                  <a:gd name="connsiteX28" fmla="*/ 404813 w 1012032"/>
                  <a:gd name="connsiteY28" fmla="*/ 23813 h 850106"/>
                  <a:gd name="connsiteX29" fmla="*/ 130969 w 1012032"/>
                  <a:gd name="connsiteY29" fmla="*/ 0 h 850106"/>
                  <a:gd name="connsiteX30" fmla="*/ 97632 w 1012032"/>
                  <a:gd name="connsiteY30" fmla="*/ 35719 h 850106"/>
                  <a:gd name="connsiteX31" fmla="*/ 21432 w 1012032"/>
                  <a:gd name="connsiteY31" fmla="*/ 23813 h 850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12032" h="850106">
                    <a:moveTo>
                      <a:pt x="21432" y="23813"/>
                    </a:moveTo>
                    <a:lnTo>
                      <a:pt x="0" y="111919"/>
                    </a:lnTo>
                    <a:lnTo>
                      <a:pt x="40482" y="123825"/>
                    </a:lnTo>
                    <a:lnTo>
                      <a:pt x="109538" y="142875"/>
                    </a:lnTo>
                    <a:lnTo>
                      <a:pt x="130969" y="207169"/>
                    </a:lnTo>
                    <a:lnTo>
                      <a:pt x="252413" y="192881"/>
                    </a:lnTo>
                    <a:lnTo>
                      <a:pt x="333375" y="207169"/>
                    </a:lnTo>
                    <a:lnTo>
                      <a:pt x="371475" y="252413"/>
                    </a:lnTo>
                    <a:lnTo>
                      <a:pt x="459582" y="276225"/>
                    </a:lnTo>
                    <a:lnTo>
                      <a:pt x="481013" y="330994"/>
                    </a:lnTo>
                    <a:lnTo>
                      <a:pt x="592932" y="316706"/>
                    </a:lnTo>
                    <a:lnTo>
                      <a:pt x="647700" y="371475"/>
                    </a:lnTo>
                    <a:lnTo>
                      <a:pt x="695325" y="373856"/>
                    </a:lnTo>
                    <a:lnTo>
                      <a:pt x="692944" y="419100"/>
                    </a:lnTo>
                    <a:lnTo>
                      <a:pt x="645319" y="440531"/>
                    </a:lnTo>
                    <a:lnTo>
                      <a:pt x="590550" y="540544"/>
                    </a:lnTo>
                    <a:lnTo>
                      <a:pt x="600075" y="583406"/>
                    </a:lnTo>
                    <a:lnTo>
                      <a:pt x="645319" y="604838"/>
                    </a:lnTo>
                    <a:lnTo>
                      <a:pt x="609600" y="719138"/>
                    </a:lnTo>
                    <a:lnTo>
                      <a:pt x="626269" y="785813"/>
                    </a:lnTo>
                    <a:lnTo>
                      <a:pt x="659607" y="781050"/>
                    </a:lnTo>
                    <a:lnTo>
                      <a:pt x="676275" y="847725"/>
                    </a:lnTo>
                    <a:lnTo>
                      <a:pt x="778669" y="835819"/>
                    </a:lnTo>
                    <a:lnTo>
                      <a:pt x="816769" y="850106"/>
                    </a:lnTo>
                    <a:lnTo>
                      <a:pt x="1012032" y="757238"/>
                    </a:lnTo>
                    <a:lnTo>
                      <a:pt x="959644" y="421481"/>
                    </a:lnTo>
                    <a:lnTo>
                      <a:pt x="588169" y="221456"/>
                    </a:lnTo>
                    <a:lnTo>
                      <a:pt x="516732" y="42863"/>
                    </a:lnTo>
                    <a:lnTo>
                      <a:pt x="404813" y="23813"/>
                    </a:lnTo>
                    <a:lnTo>
                      <a:pt x="130969" y="0"/>
                    </a:lnTo>
                    <a:lnTo>
                      <a:pt x="97632" y="35719"/>
                    </a:lnTo>
                    <a:lnTo>
                      <a:pt x="21432" y="23813"/>
                    </a:lnTo>
                    <a:close/>
                  </a:path>
                </a:pathLst>
              </a:custGeom>
              <a:grpFill/>
              <a:ln w="38100" cap="flat" cmpd="dbl" algn="ctr">
                <a:solidFill>
                  <a:srgbClr val="FFDD7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xmlns="" id="{CBCEB85A-93A8-4D0C-85F0-3A357F0BBC62}"/>
                </a:ext>
              </a:extLst>
            </p:cNvPr>
            <p:cNvSpPr txBox="1"/>
            <p:nvPr/>
          </p:nvSpPr>
          <p:spPr>
            <a:xfrm>
              <a:off x="7285171" y="3631203"/>
              <a:ext cx="86514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ORR Z1</a:t>
              </a:r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xmlns="" id="{285861A3-D776-42A7-8F44-41CF7B6A4652}"/>
                </a:ext>
              </a:extLst>
            </p:cNvPr>
            <p:cNvSpPr txBox="1"/>
            <p:nvPr/>
          </p:nvSpPr>
          <p:spPr>
            <a:xfrm>
              <a:off x="7369438" y="3257921"/>
              <a:ext cx="86514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ORR Z2</a:t>
              </a:r>
            </a:p>
          </p:txBody>
        </p:sp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xmlns="" id="{5BCE2EF7-D750-4B9E-8FE6-4E952ABE4D00}"/>
                </a:ext>
              </a:extLst>
            </p:cNvPr>
            <p:cNvSpPr txBox="1"/>
            <p:nvPr/>
          </p:nvSpPr>
          <p:spPr>
            <a:xfrm>
              <a:off x="7100381" y="2895598"/>
              <a:ext cx="86514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ORR Z3</a:t>
              </a: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xmlns="" id="{DDDCB217-609F-4739-AFC2-DA2529EDA4A8}"/>
                </a:ext>
              </a:extLst>
            </p:cNvPr>
            <p:cNvSpPr txBox="1"/>
            <p:nvPr/>
          </p:nvSpPr>
          <p:spPr>
            <a:xfrm>
              <a:off x="7317708" y="1390786"/>
              <a:ext cx="93476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Bengaluru International Airport</a:t>
              </a:r>
              <a:endParaRPr kumimoji="0" lang="en-IN" sz="500" b="1" i="0" u="none" strike="noStrike" kern="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xmlns="" id="{9B4C09FC-948B-403A-B46B-D40BC18CA0B0}"/>
                </a:ext>
              </a:extLst>
            </p:cNvPr>
            <p:cNvSpPr/>
            <p:nvPr/>
          </p:nvSpPr>
          <p:spPr>
            <a:xfrm rot="1800000">
              <a:off x="8091699" y="4139126"/>
              <a:ext cx="580607" cy="1692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Sarjapura Road</a:t>
              </a: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xmlns="" id="{0F5FD78A-C80B-46CE-B1F4-528B8A686FCE}"/>
                </a:ext>
              </a:extLst>
            </p:cNvPr>
            <p:cNvSpPr/>
            <p:nvPr/>
          </p:nvSpPr>
          <p:spPr>
            <a:xfrm rot="280192">
              <a:off x="8508927" y="3426507"/>
              <a:ext cx="556563" cy="1692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Old Airport Rd</a:t>
              </a: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xmlns="" id="{AFBDDF2D-E31F-4367-B167-E68E0A6AACBA}"/>
                </a:ext>
              </a:extLst>
            </p:cNvPr>
            <p:cNvSpPr/>
            <p:nvPr/>
          </p:nvSpPr>
          <p:spPr>
            <a:xfrm rot="19499335">
              <a:off x="8169203" y="2453192"/>
              <a:ext cx="569387" cy="1692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Old Madras Rd</a:t>
              </a: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xmlns="" id="{0CCF6D29-D199-46CA-9C14-DE8EFEB0EA87}"/>
                </a:ext>
              </a:extLst>
            </p:cNvPr>
            <p:cNvSpPr/>
            <p:nvPr/>
          </p:nvSpPr>
          <p:spPr>
            <a:xfrm rot="17547985">
              <a:off x="6876060" y="1480889"/>
              <a:ext cx="867545" cy="1692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Towards Hyderabad NH44</a:t>
              </a:r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xmlns="" id="{49038FF5-AFED-4C7E-BF3B-89E780B92560}"/>
                </a:ext>
              </a:extLst>
            </p:cNvPr>
            <p:cNvSpPr/>
            <p:nvPr/>
          </p:nvSpPr>
          <p:spPr>
            <a:xfrm rot="15959839">
              <a:off x="6495544" y="1421388"/>
              <a:ext cx="652743" cy="1692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Doddaballapur Rd</a:t>
              </a:r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xmlns="" id="{DF6BAC6A-20D7-41A2-BE7F-44950EE91659}"/>
                </a:ext>
              </a:extLst>
            </p:cNvPr>
            <p:cNvSpPr/>
            <p:nvPr/>
          </p:nvSpPr>
          <p:spPr>
            <a:xfrm rot="1703405">
              <a:off x="5704101" y="2254199"/>
              <a:ext cx="468397" cy="1692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Tumkur Rd</a:t>
              </a: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xmlns="" id="{10D9EFEE-2908-4844-9C40-0F56373096BF}"/>
                </a:ext>
              </a:extLst>
            </p:cNvPr>
            <p:cNvSpPr/>
            <p:nvPr/>
          </p:nvSpPr>
          <p:spPr>
            <a:xfrm rot="19779239">
              <a:off x="5556680" y="3065003"/>
              <a:ext cx="461985" cy="1692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Magadi Rd</a:t>
              </a: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xmlns="" id="{513DD8E4-A286-4E8A-853A-0F904B7EA23E}"/>
                </a:ext>
              </a:extLst>
            </p:cNvPr>
            <p:cNvSpPr/>
            <p:nvPr/>
          </p:nvSpPr>
          <p:spPr>
            <a:xfrm rot="18558941">
              <a:off x="5530002" y="4139126"/>
              <a:ext cx="465192" cy="1692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Mysore Rd</a:t>
              </a: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xmlns="" id="{0E18FE89-E770-44A5-824A-34B6A71879E3}"/>
                </a:ext>
              </a:extLst>
            </p:cNvPr>
            <p:cNvSpPr/>
            <p:nvPr/>
          </p:nvSpPr>
          <p:spPr>
            <a:xfrm rot="18558941">
              <a:off x="6072300" y="4630967"/>
              <a:ext cx="575799" cy="1692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Kanakapura Rd</a:t>
              </a: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xmlns="" id="{45E9570C-9D77-4BAD-ABD5-2262EBFDA377}"/>
                </a:ext>
              </a:extLst>
            </p:cNvPr>
            <p:cNvSpPr/>
            <p:nvPr/>
          </p:nvSpPr>
          <p:spPr>
            <a:xfrm rot="3720091">
              <a:off x="7592789" y="4612371"/>
              <a:ext cx="423514" cy="1692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Hosur Rd</a:t>
              </a:r>
            </a:p>
          </p:txBody>
        </p:sp>
        <p:pic>
          <p:nvPicPr>
            <p:cNvPr id="364" name="Picture 8" descr="Arrow, compass, direction, gps, map, navigation, north icon">
              <a:extLst>
                <a:ext uri="{FF2B5EF4-FFF2-40B4-BE49-F238E27FC236}">
                  <a16:creationId xmlns:a16="http://schemas.microsoft.com/office/drawing/2014/main" xmlns="" id="{F93CCA99-713C-478E-BCE4-3EEA8F3AAB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3065" y="1480699"/>
              <a:ext cx="268950" cy="2823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5" name="Picture 2" descr="Airport icon - Free download on Iconfinder">
              <a:extLst>
                <a:ext uri="{FF2B5EF4-FFF2-40B4-BE49-F238E27FC236}">
                  <a16:creationId xmlns:a16="http://schemas.microsoft.com/office/drawing/2014/main" xmlns="" id="{9C3EE33E-21FA-43CF-8DD7-2D1DC98FD5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54226" y="1272100"/>
              <a:ext cx="130864" cy="1373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/>
          <p:cNvGrpSpPr/>
          <p:nvPr/>
        </p:nvGrpSpPr>
        <p:grpSpPr>
          <a:xfrm>
            <a:off x="10180959" y="1179159"/>
            <a:ext cx="1256157" cy="557204"/>
            <a:chOff x="4948695" y="797512"/>
            <a:chExt cx="1256157" cy="557204"/>
          </a:xfrm>
        </p:grpSpPr>
        <p:sp>
          <p:nvSpPr>
            <p:cNvPr id="304" name="object 4"/>
            <p:cNvSpPr txBox="1"/>
            <p:nvPr/>
          </p:nvSpPr>
          <p:spPr>
            <a:xfrm>
              <a:off x="5428882" y="797512"/>
              <a:ext cx="775970" cy="557204"/>
            </a:xfrm>
            <a:prstGeom prst="rect">
              <a:avLst/>
            </a:prstGeom>
          </p:spPr>
          <p:txBody>
            <a:bodyPr vert="horz" wrap="square" lIns="0" tIns="2095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65"/>
                </a:spcBef>
              </a:pPr>
              <a:r>
                <a:rPr sz="1000" b="1" i="1" spc="-10" dirty="0">
                  <a:latin typeface="Trebuchet MS"/>
                  <a:cs typeface="Trebuchet MS"/>
                </a:rPr>
                <a:t>Stock</a:t>
              </a:r>
              <a:endParaRPr sz="1000" dirty="0">
                <a:latin typeface="Trebuchet MS"/>
                <a:cs typeface="Trebuchet MS"/>
              </a:endParaRPr>
            </a:p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400" b="1" dirty="0">
                  <a:solidFill>
                    <a:srgbClr val="242739"/>
                  </a:solidFill>
                  <a:cs typeface="Carlito"/>
                </a:rPr>
                <a:t>3,43,516</a:t>
              </a:r>
              <a:r>
                <a:rPr lang="en-US" sz="1400" b="1" spc="-155" dirty="0">
                  <a:solidFill>
                    <a:srgbClr val="242739"/>
                  </a:solidFill>
                  <a:cs typeface="Verdana"/>
                </a:rPr>
                <a:t> </a:t>
              </a:r>
              <a:r>
                <a:rPr lang="en-US" sz="1000" dirty="0">
                  <a:cs typeface="Trebuchet MS"/>
                </a:rPr>
                <a:t>Seats</a:t>
              </a:r>
            </a:p>
          </p:txBody>
        </p:sp>
        <p:sp>
          <p:nvSpPr>
            <p:cNvPr id="306" name="object 6"/>
            <p:cNvSpPr/>
            <p:nvPr/>
          </p:nvSpPr>
          <p:spPr>
            <a:xfrm>
              <a:off x="4948695" y="873252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598" y="0"/>
                  </a:moveTo>
                  <a:lnTo>
                    <a:pt x="163832" y="5611"/>
                  </a:lnTo>
                  <a:lnTo>
                    <a:pt x="119076" y="21598"/>
                  </a:lnTo>
                  <a:lnTo>
                    <a:pt x="79603" y="46686"/>
                  </a:lnTo>
                  <a:lnTo>
                    <a:pt x="46686" y="79603"/>
                  </a:lnTo>
                  <a:lnTo>
                    <a:pt x="21598" y="119076"/>
                  </a:lnTo>
                  <a:lnTo>
                    <a:pt x="5611" y="163832"/>
                  </a:lnTo>
                  <a:lnTo>
                    <a:pt x="0" y="212598"/>
                  </a:lnTo>
                  <a:lnTo>
                    <a:pt x="5611" y="261363"/>
                  </a:lnTo>
                  <a:lnTo>
                    <a:pt x="21598" y="306119"/>
                  </a:lnTo>
                  <a:lnTo>
                    <a:pt x="46686" y="345592"/>
                  </a:lnTo>
                  <a:lnTo>
                    <a:pt x="79603" y="378509"/>
                  </a:lnTo>
                  <a:lnTo>
                    <a:pt x="119076" y="403597"/>
                  </a:lnTo>
                  <a:lnTo>
                    <a:pt x="163832" y="419584"/>
                  </a:lnTo>
                  <a:lnTo>
                    <a:pt x="212598" y="425196"/>
                  </a:lnTo>
                  <a:lnTo>
                    <a:pt x="261363" y="419584"/>
                  </a:lnTo>
                  <a:lnTo>
                    <a:pt x="306119" y="403597"/>
                  </a:lnTo>
                  <a:lnTo>
                    <a:pt x="345592" y="378509"/>
                  </a:lnTo>
                  <a:lnTo>
                    <a:pt x="378509" y="345592"/>
                  </a:lnTo>
                  <a:lnTo>
                    <a:pt x="403597" y="306119"/>
                  </a:lnTo>
                  <a:lnTo>
                    <a:pt x="419584" y="261363"/>
                  </a:lnTo>
                  <a:lnTo>
                    <a:pt x="425196" y="212598"/>
                  </a:lnTo>
                  <a:lnTo>
                    <a:pt x="419584" y="163832"/>
                  </a:lnTo>
                  <a:lnTo>
                    <a:pt x="403597" y="119076"/>
                  </a:lnTo>
                  <a:lnTo>
                    <a:pt x="378509" y="79603"/>
                  </a:lnTo>
                  <a:lnTo>
                    <a:pt x="345592" y="46686"/>
                  </a:lnTo>
                  <a:lnTo>
                    <a:pt x="306119" y="21598"/>
                  </a:lnTo>
                  <a:lnTo>
                    <a:pt x="261363" y="5611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CB3D3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grpSp>
          <p:nvGrpSpPr>
            <p:cNvPr id="369" name="Group 368"/>
            <p:cNvGrpSpPr/>
            <p:nvPr/>
          </p:nvGrpSpPr>
          <p:grpSpPr>
            <a:xfrm>
              <a:off x="5031377" y="972033"/>
              <a:ext cx="260085" cy="227887"/>
              <a:chOff x="2574572" y="1076325"/>
              <a:chExt cx="460376" cy="333375"/>
            </a:xfrm>
            <a:solidFill>
              <a:schemeClr val="bg1"/>
            </a:solidFill>
          </p:grpSpPr>
          <p:sp>
            <p:nvSpPr>
              <p:cNvPr id="370" name="Rectangle 6"/>
              <p:cNvSpPr>
                <a:spLocks noChangeArrowheads="1"/>
              </p:cNvSpPr>
              <p:nvPr/>
            </p:nvSpPr>
            <p:spPr bwMode="auto">
              <a:xfrm>
                <a:off x="2753960" y="1127125"/>
                <a:ext cx="38100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71" name="Rectangle 7"/>
              <p:cNvSpPr>
                <a:spLocks noChangeArrowheads="1"/>
              </p:cNvSpPr>
              <p:nvPr/>
            </p:nvSpPr>
            <p:spPr bwMode="auto">
              <a:xfrm>
                <a:off x="2753960" y="1204913"/>
                <a:ext cx="38100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72" name="Rectangle 8"/>
              <p:cNvSpPr>
                <a:spLocks noChangeArrowheads="1"/>
              </p:cNvSpPr>
              <p:nvPr/>
            </p:nvSpPr>
            <p:spPr bwMode="auto">
              <a:xfrm>
                <a:off x="2622197" y="1265238"/>
                <a:ext cx="36513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73" name="Rectangle 9"/>
              <p:cNvSpPr>
                <a:spLocks noChangeArrowheads="1"/>
              </p:cNvSpPr>
              <p:nvPr/>
            </p:nvSpPr>
            <p:spPr bwMode="auto">
              <a:xfrm>
                <a:off x="2685697" y="1265238"/>
                <a:ext cx="36513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74" name="Rectangle 10"/>
              <p:cNvSpPr>
                <a:spLocks noChangeArrowheads="1"/>
              </p:cNvSpPr>
              <p:nvPr/>
            </p:nvSpPr>
            <p:spPr bwMode="auto">
              <a:xfrm>
                <a:off x="2622197" y="1323975"/>
                <a:ext cx="36513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75" name="Rectangle 11"/>
              <p:cNvSpPr>
                <a:spLocks noChangeArrowheads="1"/>
              </p:cNvSpPr>
              <p:nvPr/>
            </p:nvSpPr>
            <p:spPr bwMode="auto">
              <a:xfrm>
                <a:off x="2685697" y="1323975"/>
                <a:ext cx="36513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76" name="Rectangle 12"/>
              <p:cNvSpPr>
                <a:spLocks noChangeArrowheads="1"/>
              </p:cNvSpPr>
              <p:nvPr/>
            </p:nvSpPr>
            <p:spPr bwMode="auto">
              <a:xfrm>
                <a:off x="2825397" y="1323975"/>
                <a:ext cx="36513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77" name="Freeform 13"/>
              <p:cNvSpPr>
                <a:spLocks/>
              </p:cNvSpPr>
              <p:nvPr/>
            </p:nvSpPr>
            <p:spPr bwMode="auto">
              <a:xfrm>
                <a:off x="2574572" y="1076325"/>
                <a:ext cx="342900" cy="333375"/>
              </a:xfrm>
              <a:custGeom>
                <a:avLst/>
                <a:gdLst>
                  <a:gd name="T0" fmla="*/ 192 w 216"/>
                  <a:gd name="T1" fmla="*/ 0 h 210"/>
                  <a:gd name="T2" fmla="*/ 209 w 216"/>
                  <a:gd name="T3" fmla="*/ 6 h 210"/>
                  <a:gd name="T4" fmla="*/ 216 w 216"/>
                  <a:gd name="T5" fmla="*/ 23 h 210"/>
                  <a:gd name="T6" fmla="*/ 209 w 216"/>
                  <a:gd name="T7" fmla="*/ 24 h 210"/>
                  <a:gd name="T8" fmla="*/ 200 w 216"/>
                  <a:gd name="T9" fmla="*/ 24 h 210"/>
                  <a:gd name="T10" fmla="*/ 199 w 216"/>
                  <a:gd name="T11" fmla="*/ 19 h 210"/>
                  <a:gd name="T12" fmla="*/ 195 w 216"/>
                  <a:gd name="T13" fmla="*/ 15 h 210"/>
                  <a:gd name="T14" fmla="*/ 105 w 216"/>
                  <a:gd name="T15" fmla="*/ 15 h 210"/>
                  <a:gd name="T16" fmla="*/ 100 w 216"/>
                  <a:gd name="T17" fmla="*/ 17 h 210"/>
                  <a:gd name="T18" fmla="*/ 98 w 216"/>
                  <a:gd name="T19" fmla="*/ 23 h 210"/>
                  <a:gd name="T20" fmla="*/ 24 w 216"/>
                  <a:gd name="T21" fmla="*/ 105 h 210"/>
                  <a:gd name="T22" fmla="*/ 17 w 216"/>
                  <a:gd name="T23" fmla="*/ 108 h 210"/>
                  <a:gd name="T24" fmla="*/ 15 w 216"/>
                  <a:gd name="T25" fmla="*/ 114 h 210"/>
                  <a:gd name="T26" fmla="*/ 16 w 216"/>
                  <a:gd name="T27" fmla="*/ 189 h 210"/>
                  <a:gd name="T28" fmla="*/ 20 w 216"/>
                  <a:gd name="T29" fmla="*/ 193 h 210"/>
                  <a:gd name="T30" fmla="*/ 113 w 216"/>
                  <a:gd name="T31" fmla="*/ 194 h 210"/>
                  <a:gd name="T32" fmla="*/ 137 w 216"/>
                  <a:gd name="T33" fmla="*/ 121 h 210"/>
                  <a:gd name="T34" fmla="*/ 192 w 216"/>
                  <a:gd name="T35" fmla="*/ 193 h 210"/>
                  <a:gd name="T36" fmla="*/ 198 w 216"/>
                  <a:gd name="T37" fmla="*/ 191 h 210"/>
                  <a:gd name="T38" fmla="*/ 200 w 216"/>
                  <a:gd name="T39" fmla="*/ 186 h 210"/>
                  <a:gd name="T40" fmla="*/ 201 w 216"/>
                  <a:gd name="T41" fmla="*/ 153 h 210"/>
                  <a:gd name="T42" fmla="*/ 216 w 216"/>
                  <a:gd name="T43" fmla="*/ 150 h 210"/>
                  <a:gd name="T44" fmla="*/ 214 w 216"/>
                  <a:gd name="T45" fmla="*/ 196 h 210"/>
                  <a:gd name="T46" fmla="*/ 201 w 216"/>
                  <a:gd name="T47" fmla="*/ 208 h 210"/>
                  <a:gd name="T48" fmla="*/ 112 w 216"/>
                  <a:gd name="T49" fmla="*/ 210 h 210"/>
                  <a:gd name="T50" fmla="*/ 14 w 216"/>
                  <a:gd name="T51" fmla="*/ 208 h 210"/>
                  <a:gd name="T52" fmla="*/ 2 w 216"/>
                  <a:gd name="T53" fmla="*/ 196 h 210"/>
                  <a:gd name="T54" fmla="*/ 0 w 216"/>
                  <a:gd name="T55" fmla="*/ 114 h 210"/>
                  <a:gd name="T56" fmla="*/ 7 w 216"/>
                  <a:gd name="T57" fmla="*/ 97 h 210"/>
                  <a:gd name="T58" fmla="*/ 24 w 216"/>
                  <a:gd name="T59" fmla="*/ 90 h 210"/>
                  <a:gd name="T60" fmla="*/ 83 w 216"/>
                  <a:gd name="T61" fmla="*/ 23 h 210"/>
                  <a:gd name="T62" fmla="*/ 89 w 216"/>
                  <a:gd name="T63" fmla="*/ 6 h 210"/>
                  <a:gd name="T64" fmla="*/ 105 w 216"/>
                  <a:gd name="T65" fmla="*/ 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16" h="210">
                    <a:moveTo>
                      <a:pt x="105" y="0"/>
                    </a:moveTo>
                    <a:lnTo>
                      <a:pt x="192" y="0"/>
                    </a:lnTo>
                    <a:lnTo>
                      <a:pt x="201" y="1"/>
                    </a:lnTo>
                    <a:lnTo>
                      <a:pt x="209" y="6"/>
                    </a:lnTo>
                    <a:lnTo>
                      <a:pt x="214" y="13"/>
                    </a:lnTo>
                    <a:lnTo>
                      <a:pt x="216" y="23"/>
                    </a:lnTo>
                    <a:lnTo>
                      <a:pt x="216" y="26"/>
                    </a:lnTo>
                    <a:lnTo>
                      <a:pt x="209" y="24"/>
                    </a:lnTo>
                    <a:lnTo>
                      <a:pt x="201" y="24"/>
                    </a:lnTo>
                    <a:lnTo>
                      <a:pt x="200" y="24"/>
                    </a:lnTo>
                    <a:lnTo>
                      <a:pt x="200" y="23"/>
                    </a:lnTo>
                    <a:lnTo>
                      <a:pt x="199" y="19"/>
                    </a:lnTo>
                    <a:lnTo>
                      <a:pt x="198" y="17"/>
                    </a:lnTo>
                    <a:lnTo>
                      <a:pt x="195" y="15"/>
                    </a:lnTo>
                    <a:lnTo>
                      <a:pt x="192" y="15"/>
                    </a:lnTo>
                    <a:lnTo>
                      <a:pt x="105" y="15"/>
                    </a:lnTo>
                    <a:lnTo>
                      <a:pt x="102" y="15"/>
                    </a:lnTo>
                    <a:lnTo>
                      <a:pt x="100" y="17"/>
                    </a:lnTo>
                    <a:lnTo>
                      <a:pt x="98" y="19"/>
                    </a:lnTo>
                    <a:lnTo>
                      <a:pt x="98" y="23"/>
                    </a:lnTo>
                    <a:lnTo>
                      <a:pt x="98" y="105"/>
                    </a:lnTo>
                    <a:lnTo>
                      <a:pt x="24" y="105"/>
                    </a:lnTo>
                    <a:lnTo>
                      <a:pt x="20" y="106"/>
                    </a:lnTo>
                    <a:lnTo>
                      <a:pt x="17" y="108"/>
                    </a:lnTo>
                    <a:lnTo>
                      <a:pt x="16" y="111"/>
                    </a:lnTo>
                    <a:lnTo>
                      <a:pt x="15" y="114"/>
                    </a:lnTo>
                    <a:lnTo>
                      <a:pt x="15" y="186"/>
                    </a:lnTo>
                    <a:lnTo>
                      <a:pt x="16" y="189"/>
                    </a:lnTo>
                    <a:lnTo>
                      <a:pt x="17" y="192"/>
                    </a:lnTo>
                    <a:lnTo>
                      <a:pt x="20" y="193"/>
                    </a:lnTo>
                    <a:lnTo>
                      <a:pt x="24" y="194"/>
                    </a:lnTo>
                    <a:lnTo>
                      <a:pt x="113" y="194"/>
                    </a:lnTo>
                    <a:lnTo>
                      <a:pt x="113" y="121"/>
                    </a:lnTo>
                    <a:lnTo>
                      <a:pt x="137" y="121"/>
                    </a:lnTo>
                    <a:lnTo>
                      <a:pt x="137" y="194"/>
                    </a:lnTo>
                    <a:lnTo>
                      <a:pt x="192" y="193"/>
                    </a:lnTo>
                    <a:lnTo>
                      <a:pt x="195" y="193"/>
                    </a:lnTo>
                    <a:lnTo>
                      <a:pt x="198" y="191"/>
                    </a:lnTo>
                    <a:lnTo>
                      <a:pt x="199" y="189"/>
                    </a:lnTo>
                    <a:lnTo>
                      <a:pt x="200" y="186"/>
                    </a:lnTo>
                    <a:lnTo>
                      <a:pt x="200" y="153"/>
                    </a:lnTo>
                    <a:lnTo>
                      <a:pt x="201" y="153"/>
                    </a:lnTo>
                    <a:lnTo>
                      <a:pt x="209" y="152"/>
                    </a:lnTo>
                    <a:lnTo>
                      <a:pt x="216" y="150"/>
                    </a:lnTo>
                    <a:lnTo>
                      <a:pt x="216" y="186"/>
                    </a:lnTo>
                    <a:lnTo>
                      <a:pt x="214" y="196"/>
                    </a:lnTo>
                    <a:lnTo>
                      <a:pt x="209" y="203"/>
                    </a:lnTo>
                    <a:lnTo>
                      <a:pt x="201" y="208"/>
                    </a:lnTo>
                    <a:lnTo>
                      <a:pt x="192" y="210"/>
                    </a:lnTo>
                    <a:lnTo>
                      <a:pt x="112" y="210"/>
                    </a:lnTo>
                    <a:lnTo>
                      <a:pt x="24" y="210"/>
                    </a:lnTo>
                    <a:lnTo>
                      <a:pt x="14" y="208"/>
                    </a:lnTo>
                    <a:lnTo>
                      <a:pt x="7" y="203"/>
                    </a:lnTo>
                    <a:lnTo>
                      <a:pt x="2" y="196"/>
                    </a:lnTo>
                    <a:lnTo>
                      <a:pt x="0" y="186"/>
                    </a:lnTo>
                    <a:lnTo>
                      <a:pt x="0" y="114"/>
                    </a:lnTo>
                    <a:lnTo>
                      <a:pt x="2" y="104"/>
                    </a:lnTo>
                    <a:lnTo>
                      <a:pt x="7" y="97"/>
                    </a:lnTo>
                    <a:lnTo>
                      <a:pt x="14" y="92"/>
                    </a:lnTo>
                    <a:lnTo>
                      <a:pt x="24" y="90"/>
                    </a:lnTo>
                    <a:lnTo>
                      <a:pt x="83" y="90"/>
                    </a:lnTo>
                    <a:lnTo>
                      <a:pt x="83" y="23"/>
                    </a:lnTo>
                    <a:lnTo>
                      <a:pt x="84" y="13"/>
                    </a:lnTo>
                    <a:lnTo>
                      <a:pt x="89" y="6"/>
                    </a:lnTo>
                    <a:lnTo>
                      <a:pt x="96" y="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78" name="Freeform 14"/>
              <p:cNvSpPr>
                <a:spLocks noEditPoints="1"/>
              </p:cNvSpPr>
              <p:nvPr/>
            </p:nvSpPr>
            <p:spPr bwMode="auto">
              <a:xfrm>
                <a:off x="2804760" y="1127125"/>
                <a:ext cx="180975" cy="177800"/>
              </a:xfrm>
              <a:custGeom>
                <a:avLst/>
                <a:gdLst>
                  <a:gd name="T0" fmla="*/ 56 w 114"/>
                  <a:gd name="T1" fmla="*/ 15 h 112"/>
                  <a:gd name="T2" fmla="*/ 44 w 114"/>
                  <a:gd name="T3" fmla="*/ 17 h 112"/>
                  <a:gd name="T4" fmla="*/ 33 w 114"/>
                  <a:gd name="T5" fmla="*/ 23 h 112"/>
                  <a:gd name="T6" fmla="*/ 24 w 114"/>
                  <a:gd name="T7" fmla="*/ 31 h 112"/>
                  <a:gd name="T8" fmla="*/ 18 w 114"/>
                  <a:gd name="T9" fmla="*/ 43 h 112"/>
                  <a:gd name="T10" fmla="*/ 16 w 114"/>
                  <a:gd name="T11" fmla="*/ 56 h 112"/>
                  <a:gd name="T12" fmla="*/ 18 w 114"/>
                  <a:gd name="T13" fmla="*/ 68 h 112"/>
                  <a:gd name="T14" fmla="*/ 24 w 114"/>
                  <a:gd name="T15" fmla="*/ 80 h 112"/>
                  <a:gd name="T16" fmla="*/ 33 w 114"/>
                  <a:gd name="T17" fmla="*/ 89 h 112"/>
                  <a:gd name="T18" fmla="*/ 44 w 114"/>
                  <a:gd name="T19" fmla="*/ 95 h 112"/>
                  <a:gd name="T20" fmla="*/ 56 w 114"/>
                  <a:gd name="T21" fmla="*/ 97 h 112"/>
                  <a:gd name="T22" fmla="*/ 70 w 114"/>
                  <a:gd name="T23" fmla="*/ 95 h 112"/>
                  <a:gd name="T24" fmla="*/ 81 w 114"/>
                  <a:gd name="T25" fmla="*/ 89 h 112"/>
                  <a:gd name="T26" fmla="*/ 90 w 114"/>
                  <a:gd name="T27" fmla="*/ 80 h 112"/>
                  <a:gd name="T28" fmla="*/ 95 w 114"/>
                  <a:gd name="T29" fmla="*/ 68 h 112"/>
                  <a:gd name="T30" fmla="*/ 97 w 114"/>
                  <a:gd name="T31" fmla="*/ 56 h 112"/>
                  <a:gd name="T32" fmla="*/ 95 w 114"/>
                  <a:gd name="T33" fmla="*/ 43 h 112"/>
                  <a:gd name="T34" fmla="*/ 90 w 114"/>
                  <a:gd name="T35" fmla="*/ 31 h 112"/>
                  <a:gd name="T36" fmla="*/ 81 w 114"/>
                  <a:gd name="T37" fmla="*/ 23 h 112"/>
                  <a:gd name="T38" fmla="*/ 70 w 114"/>
                  <a:gd name="T39" fmla="*/ 17 h 112"/>
                  <a:gd name="T40" fmla="*/ 56 w 114"/>
                  <a:gd name="T41" fmla="*/ 15 h 112"/>
                  <a:gd name="T42" fmla="*/ 56 w 114"/>
                  <a:gd name="T43" fmla="*/ 0 h 112"/>
                  <a:gd name="T44" fmla="*/ 75 w 114"/>
                  <a:gd name="T45" fmla="*/ 2 h 112"/>
                  <a:gd name="T46" fmla="*/ 90 w 114"/>
                  <a:gd name="T47" fmla="*/ 10 h 112"/>
                  <a:gd name="T48" fmla="*/ 102 w 114"/>
                  <a:gd name="T49" fmla="*/ 22 h 112"/>
                  <a:gd name="T50" fmla="*/ 111 w 114"/>
                  <a:gd name="T51" fmla="*/ 38 h 112"/>
                  <a:gd name="T52" fmla="*/ 114 w 114"/>
                  <a:gd name="T53" fmla="*/ 56 h 112"/>
                  <a:gd name="T54" fmla="*/ 111 w 114"/>
                  <a:gd name="T55" fmla="*/ 73 h 112"/>
                  <a:gd name="T56" fmla="*/ 102 w 114"/>
                  <a:gd name="T57" fmla="*/ 89 h 112"/>
                  <a:gd name="T58" fmla="*/ 90 w 114"/>
                  <a:gd name="T59" fmla="*/ 101 h 112"/>
                  <a:gd name="T60" fmla="*/ 75 w 114"/>
                  <a:gd name="T61" fmla="*/ 109 h 112"/>
                  <a:gd name="T62" fmla="*/ 56 w 114"/>
                  <a:gd name="T63" fmla="*/ 112 h 112"/>
                  <a:gd name="T64" fmla="*/ 39 w 114"/>
                  <a:gd name="T65" fmla="*/ 109 h 112"/>
                  <a:gd name="T66" fmla="*/ 24 w 114"/>
                  <a:gd name="T67" fmla="*/ 101 h 112"/>
                  <a:gd name="T68" fmla="*/ 11 w 114"/>
                  <a:gd name="T69" fmla="*/ 89 h 112"/>
                  <a:gd name="T70" fmla="*/ 3 w 114"/>
                  <a:gd name="T71" fmla="*/ 73 h 112"/>
                  <a:gd name="T72" fmla="*/ 0 w 114"/>
                  <a:gd name="T73" fmla="*/ 56 h 112"/>
                  <a:gd name="T74" fmla="*/ 3 w 114"/>
                  <a:gd name="T75" fmla="*/ 38 h 112"/>
                  <a:gd name="T76" fmla="*/ 11 w 114"/>
                  <a:gd name="T77" fmla="*/ 22 h 112"/>
                  <a:gd name="T78" fmla="*/ 24 w 114"/>
                  <a:gd name="T79" fmla="*/ 10 h 112"/>
                  <a:gd name="T80" fmla="*/ 39 w 114"/>
                  <a:gd name="T81" fmla="*/ 2 h 112"/>
                  <a:gd name="T82" fmla="*/ 56 w 114"/>
                  <a:gd name="T8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14" h="112">
                    <a:moveTo>
                      <a:pt x="56" y="15"/>
                    </a:moveTo>
                    <a:lnTo>
                      <a:pt x="44" y="17"/>
                    </a:lnTo>
                    <a:lnTo>
                      <a:pt x="33" y="23"/>
                    </a:lnTo>
                    <a:lnTo>
                      <a:pt x="24" y="31"/>
                    </a:lnTo>
                    <a:lnTo>
                      <a:pt x="18" y="43"/>
                    </a:lnTo>
                    <a:lnTo>
                      <a:pt x="16" y="56"/>
                    </a:lnTo>
                    <a:lnTo>
                      <a:pt x="18" y="68"/>
                    </a:lnTo>
                    <a:lnTo>
                      <a:pt x="24" y="80"/>
                    </a:lnTo>
                    <a:lnTo>
                      <a:pt x="33" y="89"/>
                    </a:lnTo>
                    <a:lnTo>
                      <a:pt x="44" y="95"/>
                    </a:lnTo>
                    <a:lnTo>
                      <a:pt x="56" y="97"/>
                    </a:lnTo>
                    <a:lnTo>
                      <a:pt x="70" y="95"/>
                    </a:lnTo>
                    <a:lnTo>
                      <a:pt x="81" y="89"/>
                    </a:lnTo>
                    <a:lnTo>
                      <a:pt x="90" y="80"/>
                    </a:lnTo>
                    <a:lnTo>
                      <a:pt x="95" y="68"/>
                    </a:lnTo>
                    <a:lnTo>
                      <a:pt x="97" y="56"/>
                    </a:lnTo>
                    <a:lnTo>
                      <a:pt x="95" y="43"/>
                    </a:lnTo>
                    <a:lnTo>
                      <a:pt x="90" y="31"/>
                    </a:lnTo>
                    <a:lnTo>
                      <a:pt x="81" y="23"/>
                    </a:lnTo>
                    <a:lnTo>
                      <a:pt x="70" y="17"/>
                    </a:lnTo>
                    <a:lnTo>
                      <a:pt x="56" y="15"/>
                    </a:lnTo>
                    <a:close/>
                    <a:moveTo>
                      <a:pt x="56" y="0"/>
                    </a:moveTo>
                    <a:lnTo>
                      <a:pt x="75" y="2"/>
                    </a:lnTo>
                    <a:lnTo>
                      <a:pt x="90" y="10"/>
                    </a:lnTo>
                    <a:lnTo>
                      <a:pt x="102" y="22"/>
                    </a:lnTo>
                    <a:lnTo>
                      <a:pt x="111" y="38"/>
                    </a:lnTo>
                    <a:lnTo>
                      <a:pt x="114" y="56"/>
                    </a:lnTo>
                    <a:lnTo>
                      <a:pt x="111" y="73"/>
                    </a:lnTo>
                    <a:lnTo>
                      <a:pt x="102" y="89"/>
                    </a:lnTo>
                    <a:lnTo>
                      <a:pt x="90" y="101"/>
                    </a:lnTo>
                    <a:lnTo>
                      <a:pt x="75" y="109"/>
                    </a:lnTo>
                    <a:lnTo>
                      <a:pt x="56" y="112"/>
                    </a:lnTo>
                    <a:lnTo>
                      <a:pt x="39" y="109"/>
                    </a:lnTo>
                    <a:lnTo>
                      <a:pt x="24" y="101"/>
                    </a:lnTo>
                    <a:lnTo>
                      <a:pt x="11" y="89"/>
                    </a:lnTo>
                    <a:lnTo>
                      <a:pt x="3" y="73"/>
                    </a:lnTo>
                    <a:lnTo>
                      <a:pt x="0" y="56"/>
                    </a:lnTo>
                    <a:lnTo>
                      <a:pt x="3" y="38"/>
                    </a:lnTo>
                    <a:lnTo>
                      <a:pt x="11" y="22"/>
                    </a:lnTo>
                    <a:lnTo>
                      <a:pt x="24" y="10"/>
                    </a:lnTo>
                    <a:lnTo>
                      <a:pt x="39" y="2"/>
                    </a:lnTo>
                    <a:lnTo>
                      <a:pt x="5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79" name="Freeform 15"/>
              <p:cNvSpPr>
                <a:spLocks/>
              </p:cNvSpPr>
              <p:nvPr/>
            </p:nvSpPr>
            <p:spPr bwMode="auto">
              <a:xfrm>
                <a:off x="2953985" y="1276350"/>
                <a:ext cx="80963" cy="82550"/>
              </a:xfrm>
              <a:custGeom>
                <a:avLst/>
                <a:gdLst>
                  <a:gd name="T0" fmla="*/ 19 w 51"/>
                  <a:gd name="T1" fmla="*/ 0 h 52"/>
                  <a:gd name="T2" fmla="*/ 48 w 51"/>
                  <a:gd name="T3" fmla="*/ 30 h 52"/>
                  <a:gd name="T4" fmla="*/ 51 w 51"/>
                  <a:gd name="T5" fmla="*/ 36 h 52"/>
                  <a:gd name="T6" fmla="*/ 51 w 51"/>
                  <a:gd name="T7" fmla="*/ 42 h 52"/>
                  <a:gd name="T8" fmla="*/ 48 w 51"/>
                  <a:gd name="T9" fmla="*/ 48 h 52"/>
                  <a:gd name="T10" fmla="*/ 42 w 51"/>
                  <a:gd name="T11" fmla="*/ 52 h 52"/>
                  <a:gd name="T12" fmla="*/ 35 w 51"/>
                  <a:gd name="T13" fmla="*/ 52 h 52"/>
                  <a:gd name="T14" fmla="*/ 30 w 51"/>
                  <a:gd name="T15" fmla="*/ 48 h 52"/>
                  <a:gd name="T16" fmla="*/ 0 w 51"/>
                  <a:gd name="T17" fmla="*/ 18 h 52"/>
                  <a:gd name="T18" fmla="*/ 10 w 51"/>
                  <a:gd name="T19" fmla="*/ 10 h 52"/>
                  <a:gd name="T20" fmla="*/ 19 w 51"/>
                  <a:gd name="T21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1" h="52">
                    <a:moveTo>
                      <a:pt x="19" y="0"/>
                    </a:moveTo>
                    <a:lnTo>
                      <a:pt x="48" y="30"/>
                    </a:lnTo>
                    <a:lnTo>
                      <a:pt x="51" y="36"/>
                    </a:lnTo>
                    <a:lnTo>
                      <a:pt x="51" y="42"/>
                    </a:lnTo>
                    <a:lnTo>
                      <a:pt x="48" y="48"/>
                    </a:lnTo>
                    <a:lnTo>
                      <a:pt x="42" y="52"/>
                    </a:lnTo>
                    <a:lnTo>
                      <a:pt x="35" y="52"/>
                    </a:lnTo>
                    <a:lnTo>
                      <a:pt x="30" y="48"/>
                    </a:lnTo>
                    <a:lnTo>
                      <a:pt x="0" y="18"/>
                    </a:lnTo>
                    <a:lnTo>
                      <a:pt x="10" y="10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</p:grpSp>
      </p:grpSp>
      <p:grpSp>
        <p:nvGrpSpPr>
          <p:cNvPr id="3" name="Group 2"/>
          <p:cNvGrpSpPr/>
          <p:nvPr/>
        </p:nvGrpSpPr>
        <p:grpSpPr>
          <a:xfrm>
            <a:off x="10183669" y="2585610"/>
            <a:ext cx="1097406" cy="1096454"/>
            <a:chOff x="6649134" y="768501"/>
            <a:chExt cx="1097406" cy="1096454"/>
          </a:xfrm>
        </p:grpSpPr>
        <p:sp>
          <p:nvSpPr>
            <p:cNvPr id="308" name="object 8"/>
            <p:cNvSpPr txBox="1"/>
            <p:nvPr/>
          </p:nvSpPr>
          <p:spPr>
            <a:xfrm>
              <a:off x="7143925" y="768501"/>
              <a:ext cx="602615" cy="1096454"/>
            </a:xfrm>
            <a:prstGeom prst="rect">
              <a:avLst/>
            </a:prstGeom>
          </p:spPr>
          <p:txBody>
            <a:bodyPr vert="horz" wrap="square" lIns="0" tIns="495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390"/>
                </a:spcBef>
              </a:pPr>
              <a:r>
                <a:rPr sz="1000" b="1" i="1" spc="-10" dirty="0">
                  <a:latin typeface="Trebuchet MS"/>
                  <a:cs typeface="Trebuchet MS"/>
                </a:rPr>
                <a:t>Vacancy</a:t>
              </a:r>
              <a:endParaRPr sz="1000" dirty="0">
                <a:latin typeface="Trebuchet MS"/>
                <a:cs typeface="Trebuchet MS"/>
              </a:endParaRPr>
            </a:p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400" b="1" dirty="0">
                  <a:solidFill>
                    <a:srgbClr val="242739"/>
                  </a:solidFill>
                  <a:cs typeface="Carlito"/>
                </a:rPr>
                <a:t>89,738 </a:t>
              </a:r>
              <a:r>
                <a:rPr lang="en-US" sz="1400" dirty="0">
                  <a:cs typeface="Trebuchet MS"/>
                </a:rPr>
                <a:t>Seats</a:t>
              </a:r>
            </a:p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100" dirty="0">
                  <a:cs typeface="Trebuchet MS"/>
                </a:rPr>
                <a:t>(26.1%)</a:t>
              </a:r>
            </a:p>
            <a:p>
              <a:pPr marL="12700">
                <a:lnSpc>
                  <a:spcPct val="100000"/>
                </a:lnSpc>
                <a:spcBef>
                  <a:spcPts val="425"/>
                </a:spcBef>
              </a:pPr>
              <a:endParaRPr sz="1400" dirty="0">
                <a:latin typeface="Verdana"/>
                <a:cs typeface="Verdana"/>
              </a:endParaRPr>
            </a:p>
          </p:txBody>
        </p:sp>
        <p:sp>
          <p:nvSpPr>
            <p:cNvPr id="310" name="object 10"/>
            <p:cNvSpPr/>
            <p:nvPr/>
          </p:nvSpPr>
          <p:spPr>
            <a:xfrm>
              <a:off x="6649134" y="854963"/>
              <a:ext cx="433070" cy="433070"/>
            </a:xfrm>
            <a:custGeom>
              <a:avLst/>
              <a:gdLst/>
              <a:ahLst/>
              <a:cxnLst/>
              <a:rect l="l" t="t" r="r" b="b"/>
              <a:pathLst>
                <a:path w="433070" h="433069">
                  <a:moveTo>
                    <a:pt x="216408" y="0"/>
                  </a:moveTo>
                  <a:lnTo>
                    <a:pt x="166791" y="5716"/>
                  </a:lnTo>
                  <a:lnTo>
                    <a:pt x="121242" y="21998"/>
                  </a:lnTo>
                  <a:lnTo>
                    <a:pt x="81060" y="47546"/>
                  </a:lnTo>
                  <a:lnTo>
                    <a:pt x="47546" y="81060"/>
                  </a:lnTo>
                  <a:lnTo>
                    <a:pt x="21998" y="121242"/>
                  </a:lnTo>
                  <a:lnTo>
                    <a:pt x="5716" y="166791"/>
                  </a:lnTo>
                  <a:lnTo>
                    <a:pt x="0" y="216408"/>
                  </a:lnTo>
                  <a:lnTo>
                    <a:pt x="5716" y="266024"/>
                  </a:lnTo>
                  <a:lnTo>
                    <a:pt x="21998" y="311573"/>
                  </a:lnTo>
                  <a:lnTo>
                    <a:pt x="47546" y="351755"/>
                  </a:lnTo>
                  <a:lnTo>
                    <a:pt x="81060" y="385269"/>
                  </a:lnTo>
                  <a:lnTo>
                    <a:pt x="121242" y="410817"/>
                  </a:lnTo>
                  <a:lnTo>
                    <a:pt x="166791" y="427099"/>
                  </a:lnTo>
                  <a:lnTo>
                    <a:pt x="216408" y="432815"/>
                  </a:lnTo>
                  <a:lnTo>
                    <a:pt x="266024" y="427099"/>
                  </a:lnTo>
                  <a:lnTo>
                    <a:pt x="311573" y="410817"/>
                  </a:lnTo>
                  <a:lnTo>
                    <a:pt x="351755" y="385269"/>
                  </a:lnTo>
                  <a:lnTo>
                    <a:pt x="385269" y="351755"/>
                  </a:lnTo>
                  <a:lnTo>
                    <a:pt x="410817" y="311573"/>
                  </a:lnTo>
                  <a:lnTo>
                    <a:pt x="427099" y="266024"/>
                  </a:lnTo>
                  <a:lnTo>
                    <a:pt x="432816" y="216408"/>
                  </a:lnTo>
                  <a:lnTo>
                    <a:pt x="427099" y="166791"/>
                  </a:lnTo>
                  <a:lnTo>
                    <a:pt x="410817" y="121242"/>
                  </a:lnTo>
                  <a:lnTo>
                    <a:pt x="385269" y="81060"/>
                  </a:lnTo>
                  <a:lnTo>
                    <a:pt x="351755" y="47546"/>
                  </a:lnTo>
                  <a:lnTo>
                    <a:pt x="311573" y="21998"/>
                  </a:lnTo>
                  <a:lnTo>
                    <a:pt x="266024" y="5716"/>
                  </a:lnTo>
                  <a:lnTo>
                    <a:pt x="216408" y="0"/>
                  </a:lnTo>
                  <a:close/>
                </a:path>
              </a:pathLst>
            </a:custGeom>
            <a:solidFill>
              <a:srgbClr val="CB3D3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grpSp>
          <p:nvGrpSpPr>
            <p:cNvPr id="380" name="Group 379"/>
            <p:cNvGrpSpPr/>
            <p:nvPr/>
          </p:nvGrpSpPr>
          <p:grpSpPr>
            <a:xfrm>
              <a:off x="6733185" y="930940"/>
              <a:ext cx="273179" cy="273177"/>
              <a:chOff x="7235476" y="1077906"/>
              <a:chExt cx="279403" cy="279398"/>
            </a:xfrm>
            <a:solidFill>
              <a:schemeClr val="bg1"/>
            </a:solidFill>
          </p:grpSpPr>
          <p:sp>
            <p:nvSpPr>
              <p:cNvPr id="381" name="Freeform 26"/>
              <p:cNvSpPr>
                <a:spLocks noEditPoints="1"/>
              </p:cNvSpPr>
              <p:nvPr/>
            </p:nvSpPr>
            <p:spPr bwMode="auto">
              <a:xfrm>
                <a:off x="7424391" y="1220779"/>
                <a:ext cx="90488" cy="112712"/>
              </a:xfrm>
              <a:custGeom>
                <a:avLst/>
                <a:gdLst>
                  <a:gd name="T0" fmla="*/ 52 w 115"/>
                  <a:gd name="T1" fmla="*/ 8 h 144"/>
                  <a:gd name="T2" fmla="*/ 46 w 115"/>
                  <a:gd name="T3" fmla="*/ 37 h 144"/>
                  <a:gd name="T4" fmla="*/ 31 w 115"/>
                  <a:gd name="T5" fmla="*/ 64 h 144"/>
                  <a:gd name="T6" fmla="*/ 12 w 115"/>
                  <a:gd name="T7" fmla="*/ 85 h 144"/>
                  <a:gd name="T8" fmla="*/ 37 w 115"/>
                  <a:gd name="T9" fmla="*/ 131 h 144"/>
                  <a:gd name="T10" fmla="*/ 63 w 115"/>
                  <a:gd name="T11" fmla="*/ 106 h 144"/>
                  <a:gd name="T12" fmla="*/ 84 w 115"/>
                  <a:gd name="T13" fmla="*/ 77 h 144"/>
                  <a:gd name="T14" fmla="*/ 98 w 115"/>
                  <a:gd name="T15" fmla="*/ 44 h 144"/>
                  <a:gd name="T16" fmla="*/ 105 w 115"/>
                  <a:gd name="T17" fmla="*/ 8 h 144"/>
                  <a:gd name="T18" fmla="*/ 52 w 115"/>
                  <a:gd name="T19" fmla="*/ 8 h 144"/>
                  <a:gd name="T20" fmla="*/ 44 w 115"/>
                  <a:gd name="T21" fmla="*/ 0 h 144"/>
                  <a:gd name="T22" fmla="*/ 115 w 115"/>
                  <a:gd name="T23" fmla="*/ 0 h 144"/>
                  <a:gd name="T24" fmla="*/ 107 w 115"/>
                  <a:gd name="T25" fmla="*/ 42 h 144"/>
                  <a:gd name="T26" fmla="*/ 92 w 115"/>
                  <a:gd name="T27" fmla="*/ 83 h 144"/>
                  <a:gd name="T28" fmla="*/ 67 w 115"/>
                  <a:gd name="T29" fmla="*/ 117 h 144"/>
                  <a:gd name="T30" fmla="*/ 35 w 115"/>
                  <a:gd name="T31" fmla="*/ 144 h 144"/>
                  <a:gd name="T32" fmla="*/ 0 w 115"/>
                  <a:gd name="T33" fmla="*/ 83 h 144"/>
                  <a:gd name="T34" fmla="*/ 23 w 115"/>
                  <a:gd name="T35" fmla="*/ 60 h 144"/>
                  <a:gd name="T36" fmla="*/ 38 w 115"/>
                  <a:gd name="T37" fmla="*/ 33 h 144"/>
                  <a:gd name="T38" fmla="*/ 44 w 115"/>
                  <a:gd name="T39" fmla="*/ 0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5" h="144">
                    <a:moveTo>
                      <a:pt x="52" y="8"/>
                    </a:moveTo>
                    <a:lnTo>
                      <a:pt x="46" y="37"/>
                    </a:lnTo>
                    <a:lnTo>
                      <a:pt x="31" y="64"/>
                    </a:lnTo>
                    <a:lnTo>
                      <a:pt x="12" y="85"/>
                    </a:lnTo>
                    <a:lnTo>
                      <a:pt x="37" y="131"/>
                    </a:lnTo>
                    <a:lnTo>
                      <a:pt x="63" y="106"/>
                    </a:lnTo>
                    <a:lnTo>
                      <a:pt x="84" y="77"/>
                    </a:lnTo>
                    <a:lnTo>
                      <a:pt x="98" y="44"/>
                    </a:lnTo>
                    <a:lnTo>
                      <a:pt x="105" y="8"/>
                    </a:lnTo>
                    <a:lnTo>
                      <a:pt x="52" y="8"/>
                    </a:lnTo>
                    <a:close/>
                    <a:moveTo>
                      <a:pt x="44" y="0"/>
                    </a:moveTo>
                    <a:lnTo>
                      <a:pt x="115" y="0"/>
                    </a:lnTo>
                    <a:lnTo>
                      <a:pt x="107" y="42"/>
                    </a:lnTo>
                    <a:lnTo>
                      <a:pt x="92" y="83"/>
                    </a:lnTo>
                    <a:lnTo>
                      <a:pt x="67" y="117"/>
                    </a:lnTo>
                    <a:lnTo>
                      <a:pt x="35" y="144"/>
                    </a:lnTo>
                    <a:lnTo>
                      <a:pt x="0" y="83"/>
                    </a:lnTo>
                    <a:lnTo>
                      <a:pt x="23" y="60"/>
                    </a:lnTo>
                    <a:lnTo>
                      <a:pt x="38" y="33"/>
                    </a:lnTo>
                    <a:lnTo>
                      <a:pt x="4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82" name="Freeform 27"/>
              <p:cNvSpPr>
                <a:spLocks/>
              </p:cNvSpPr>
              <p:nvPr/>
            </p:nvSpPr>
            <p:spPr bwMode="auto">
              <a:xfrm>
                <a:off x="7235476" y="1077906"/>
                <a:ext cx="204788" cy="279398"/>
              </a:xfrm>
              <a:custGeom>
                <a:avLst/>
                <a:gdLst>
                  <a:gd name="T0" fmla="*/ 170 w 258"/>
                  <a:gd name="T1" fmla="*/ 0 h 352"/>
                  <a:gd name="T2" fmla="*/ 170 w 258"/>
                  <a:gd name="T3" fmla="*/ 70 h 352"/>
                  <a:gd name="T4" fmla="*/ 140 w 258"/>
                  <a:gd name="T5" fmla="*/ 78 h 352"/>
                  <a:gd name="T6" fmla="*/ 111 w 258"/>
                  <a:gd name="T7" fmla="*/ 93 h 352"/>
                  <a:gd name="T8" fmla="*/ 90 w 258"/>
                  <a:gd name="T9" fmla="*/ 114 h 352"/>
                  <a:gd name="T10" fmla="*/ 75 w 258"/>
                  <a:gd name="T11" fmla="*/ 143 h 352"/>
                  <a:gd name="T12" fmla="*/ 71 w 258"/>
                  <a:gd name="T13" fmla="*/ 176 h 352"/>
                  <a:gd name="T14" fmla="*/ 77 w 258"/>
                  <a:gd name="T15" fmla="*/ 208 h 352"/>
                  <a:gd name="T16" fmla="*/ 90 w 258"/>
                  <a:gd name="T17" fmla="*/ 239 h 352"/>
                  <a:gd name="T18" fmla="*/ 113 w 258"/>
                  <a:gd name="T19" fmla="*/ 260 h 352"/>
                  <a:gd name="T20" fmla="*/ 142 w 258"/>
                  <a:gd name="T21" fmla="*/ 275 h 352"/>
                  <a:gd name="T22" fmla="*/ 176 w 258"/>
                  <a:gd name="T23" fmla="*/ 281 h 352"/>
                  <a:gd name="T24" fmla="*/ 201 w 258"/>
                  <a:gd name="T25" fmla="*/ 277 h 352"/>
                  <a:gd name="T26" fmla="*/ 224 w 258"/>
                  <a:gd name="T27" fmla="*/ 269 h 352"/>
                  <a:gd name="T28" fmla="*/ 258 w 258"/>
                  <a:gd name="T29" fmla="*/ 331 h 352"/>
                  <a:gd name="T30" fmla="*/ 220 w 258"/>
                  <a:gd name="T31" fmla="*/ 346 h 352"/>
                  <a:gd name="T32" fmla="*/ 176 w 258"/>
                  <a:gd name="T33" fmla="*/ 352 h 352"/>
                  <a:gd name="T34" fmla="*/ 136 w 258"/>
                  <a:gd name="T35" fmla="*/ 346 h 352"/>
                  <a:gd name="T36" fmla="*/ 100 w 258"/>
                  <a:gd name="T37" fmla="*/ 332 h 352"/>
                  <a:gd name="T38" fmla="*/ 67 w 258"/>
                  <a:gd name="T39" fmla="*/ 313 h 352"/>
                  <a:gd name="T40" fmla="*/ 38 w 258"/>
                  <a:gd name="T41" fmla="*/ 285 h 352"/>
                  <a:gd name="T42" fmla="*/ 17 w 258"/>
                  <a:gd name="T43" fmla="*/ 252 h 352"/>
                  <a:gd name="T44" fmla="*/ 6 w 258"/>
                  <a:gd name="T45" fmla="*/ 216 h 352"/>
                  <a:gd name="T46" fmla="*/ 0 w 258"/>
                  <a:gd name="T47" fmla="*/ 176 h 352"/>
                  <a:gd name="T48" fmla="*/ 6 w 258"/>
                  <a:gd name="T49" fmla="*/ 135 h 352"/>
                  <a:gd name="T50" fmla="*/ 17 w 258"/>
                  <a:gd name="T51" fmla="*/ 99 h 352"/>
                  <a:gd name="T52" fmla="*/ 38 w 258"/>
                  <a:gd name="T53" fmla="*/ 68 h 352"/>
                  <a:gd name="T54" fmla="*/ 63 w 258"/>
                  <a:gd name="T55" fmla="*/ 40 h 352"/>
                  <a:gd name="T56" fmla="*/ 96 w 258"/>
                  <a:gd name="T57" fmla="*/ 21 h 352"/>
                  <a:gd name="T58" fmla="*/ 132 w 258"/>
                  <a:gd name="T59" fmla="*/ 5 h 352"/>
                  <a:gd name="T60" fmla="*/ 170 w 258"/>
                  <a:gd name="T61" fmla="*/ 0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58" h="352">
                    <a:moveTo>
                      <a:pt x="170" y="0"/>
                    </a:moveTo>
                    <a:lnTo>
                      <a:pt x="170" y="70"/>
                    </a:lnTo>
                    <a:lnTo>
                      <a:pt x="140" y="78"/>
                    </a:lnTo>
                    <a:lnTo>
                      <a:pt x="111" y="93"/>
                    </a:lnTo>
                    <a:lnTo>
                      <a:pt x="90" y="114"/>
                    </a:lnTo>
                    <a:lnTo>
                      <a:pt x="75" y="143"/>
                    </a:lnTo>
                    <a:lnTo>
                      <a:pt x="71" y="176"/>
                    </a:lnTo>
                    <a:lnTo>
                      <a:pt x="77" y="208"/>
                    </a:lnTo>
                    <a:lnTo>
                      <a:pt x="90" y="239"/>
                    </a:lnTo>
                    <a:lnTo>
                      <a:pt x="113" y="260"/>
                    </a:lnTo>
                    <a:lnTo>
                      <a:pt x="142" y="275"/>
                    </a:lnTo>
                    <a:lnTo>
                      <a:pt x="176" y="281"/>
                    </a:lnTo>
                    <a:lnTo>
                      <a:pt x="201" y="277"/>
                    </a:lnTo>
                    <a:lnTo>
                      <a:pt x="224" y="269"/>
                    </a:lnTo>
                    <a:lnTo>
                      <a:pt x="258" y="331"/>
                    </a:lnTo>
                    <a:lnTo>
                      <a:pt x="220" y="346"/>
                    </a:lnTo>
                    <a:lnTo>
                      <a:pt x="176" y="352"/>
                    </a:lnTo>
                    <a:lnTo>
                      <a:pt x="136" y="346"/>
                    </a:lnTo>
                    <a:lnTo>
                      <a:pt x="100" y="332"/>
                    </a:lnTo>
                    <a:lnTo>
                      <a:pt x="67" y="313"/>
                    </a:lnTo>
                    <a:lnTo>
                      <a:pt x="38" y="285"/>
                    </a:lnTo>
                    <a:lnTo>
                      <a:pt x="17" y="252"/>
                    </a:lnTo>
                    <a:lnTo>
                      <a:pt x="6" y="216"/>
                    </a:lnTo>
                    <a:lnTo>
                      <a:pt x="0" y="176"/>
                    </a:lnTo>
                    <a:lnTo>
                      <a:pt x="6" y="135"/>
                    </a:lnTo>
                    <a:lnTo>
                      <a:pt x="17" y="99"/>
                    </a:lnTo>
                    <a:lnTo>
                      <a:pt x="38" y="68"/>
                    </a:lnTo>
                    <a:lnTo>
                      <a:pt x="63" y="40"/>
                    </a:lnTo>
                    <a:lnTo>
                      <a:pt x="96" y="21"/>
                    </a:lnTo>
                    <a:lnTo>
                      <a:pt x="132" y="5"/>
                    </a:lnTo>
                    <a:lnTo>
                      <a:pt x="17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83" name="Freeform 28"/>
              <p:cNvSpPr>
                <a:spLocks/>
              </p:cNvSpPr>
              <p:nvPr/>
            </p:nvSpPr>
            <p:spPr bwMode="auto">
              <a:xfrm>
                <a:off x="7397401" y="1093781"/>
                <a:ext cx="49213" cy="46038"/>
              </a:xfrm>
              <a:custGeom>
                <a:avLst/>
                <a:gdLst>
                  <a:gd name="T0" fmla="*/ 53 w 61"/>
                  <a:gd name="T1" fmla="*/ 0 h 57"/>
                  <a:gd name="T2" fmla="*/ 61 w 61"/>
                  <a:gd name="T3" fmla="*/ 5 h 57"/>
                  <a:gd name="T4" fmla="*/ 9 w 61"/>
                  <a:gd name="T5" fmla="*/ 57 h 57"/>
                  <a:gd name="T6" fmla="*/ 0 w 61"/>
                  <a:gd name="T7" fmla="*/ 53 h 57"/>
                  <a:gd name="T8" fmla="*/ 53 w 61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" h="57">
                    <a:moveTo>
                      <a:pt x="53" y="0"/>
                    </a:moveTo>
                    <a:lnTo>
                      <a:pt x="61" y="5"/>
                    </a:lnTo>
                    <a:lnTo>
                      <a:pt x="9" y="57"/>
                    </a:lnTo>
                    <a:lnTo>
                      <a:pt x="0" y="53"/>
                    </a:lnTo>
                    <a:lnTo>
                      <a:pt x="5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84" name="Freeform 29"/>
              <p:cNvSpPr>
                <a:spLocks/>
              </p:cNvSpPr>
              <p:nvPr/>
            </p:nvSpPr>
            <p:spPr bwMode="auto">
              <a:xfrm>
                <a:off x="7410101" y="1100131"/>
                <a:ext cx="47625" cy="46038"/>
              </a:xfrm>
              <a:custGeom>
                <a:avLst/>
                <a:gdLst>
                  <a:gd name="T0" fmla="*/ 52 w 59"/>
                  <a:gd name="T1" fmla="*/ 0 h 58"/>
                  <a:gd name="T2" fmla="*/ 59 w 59"/>
                  <a:gd name="T3" fmla="*/ 6 h 58"/>
                  <a:gd name="T4" fmla="*/ 10 w 59"/>
                  <a:gd name="T5" fmla="*/ 58 h 58"/>
                  <a:gd name="T6" fmla="*/ 0 w 59"/>
                  <a:gd name="T7" fmla="*/ 52 h 58"/>
                  <a:gd name="T8" fmla="*/ 52 w 59"/>
                  <a:gd name="T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58">
                    <a:moveTo>
                      <a:pt x="52" y="0"/>
                    </a:moveTo>
                    <a:lnTo>
                      <a:pt x="59" y="6"/>
                    </a:lnTo>
                    <a:lnTo>
                      <a:pt x="10" y="58"/>
                    </a:lnTo>
                    <a:lnTo>
                      <a:pt x="0" y="52"/>
                    </a:lnTo>
                    <a:lnTo>
                      <a:pt x="5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85" name="Freeform 30"/>
              <p:cNvSpPr>
                <a:spLocks/>
              </p:cNvSpPr>
              <p:nvPr/>
            </p:nvSpPr>
            <p:spPr bwMode="auto">
              <a:xfrm>
                <a:off x="7438676" y="1123943"/>
                <a:ext cx="44450" cy="46038"/>
              </a:xfrm>
              <a:custGeom>
                <a:avLst/>
                <a:gdLst>
                  <a:gd name="T0" fmla="*/ 50 w 56"/>
                  <a:gd name="T1" fmla="*/ 0 h 57"/>
                  <a:gd name="T2" fmla="*/ 56 w 56"/>
                  <a:gd name="T3" fmla="*/ 8 h 57"/>
                  <a:gd name="T4" fmla="*/ 6 w 56"/>
                  <a:gd name="T5" fmla="*/ 57 h 57"/>
                  <a:gd name="T6" fmla="*/ 0 w 56"/>
                  <a:gd name="T7" fmla="*/ 50 h 57"/>
                  <a:gd name="T8" fmla="*/ 50 w 56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57">
                    <a:moveTo>
                      <a:pt x="50" y="0"/>
                    </a:moveTo>
                    <a:lnTo>
                      <a:pt x="56" y="8"/>
                    </a:lnTo>
                    <a:lnTo>
                      <a:pt x="6" y="57"/>
                    </a:lnTo>
                    <a:lnTo>
                      <a:pt x="0" y="50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86" name="Freeform 31"/>
              <p:cNvSpPr>
                <a:spLocks/>
              </p:cNvSpPr>
              <p:nvPr/>
            </p:nvSpPr>
            <p:spPr bwMode="auto">
              <a:xfrm>
                <a:off x="7421215" y="1108068"/>
                <a:ext cx="44450" cy="44450"/>
              </a:xfrm>
              <a:custGeom>
                <a:avLst/>
                <a:gdLst>
                  <a:gd name="T0" fmla="*/ 52 w 58"/>
                  <a:gd name="T1" fmla="*/ 0 h 55"/>
                  <a:gd name="T2" fmla="*/ 58 w 58"/>
                  <a:gd name="T3" fmla="*/ 6 h 55"/>
                  <a:gd name="T4" fmla="*/ 8 w 58"/>
                  <a:gd name="T5" fmla="*/ 55 h 55"/>
                  <a:gd name="T6" fmla="*/ 0 w 58"/>
                  <a:gd name="T7" fmla="*/ 50 h 55"/>
                  <a:gd name="T8" fmla="*/ 52 w 58"/>
                  <a:gd name="T9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55">
                    <a:moveTo>
                      <a:pt x="52" y="0"/>
                    </a:moveTo>
                    <a:lnTo>
                      <a:pt x="58" y="6"/>
                    </a:lnTo>
                    <a:lnTo>
                      <a:pt x="8" y="55"/>
                    </a:lnTo>
                    <a:lnTo>
                      <a:pt x="0" y="50"/>
                    </a:lnTo>
                    <a:lnTo>
                      <a:pt x="5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87" name="Freeform 32"/>
              <p:cNvSpPr>
                <a:spLocks/>
              </p:cNvSpPr>
              <p:nvPr/>
            </p:nvSpPr>
            <p:spPr bwMode="auto">
              <a:xfrm>
                <a:off x="7383128" y="1085843"/>
                <a:ext cx="41275" cy="42863"/>
              </a:xfrm>
              <a:custGeom>
                <a:avLst/>
                <a:gdLst>
                  <a:gd name="T0" fmla="*/ 42 w 51"/>
                  <a:gd name="T1" fmla="*/ 0 h 56"/>
                  <a:gd name="T2" fmla="*/ 51 w 51"/>
                  <a:gd name="T3" fmla="*/ 2 h 56"/>
                  <a:gd name="T4" fmla="*/ 0 w 51"/>
                  <a:gd name="T5" fmla="*/ 56 h 56"/>
                  <a:gd name="T6" fmla="*/ 0 w 51"/>
                  <a:gd name="T7" fmla="*/ 42 h 56"/>
                  <a:gd name="T8" fmla="*/ 42 w 51"/>
                  <a:gd name="T9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56">
                    <a:moveTo>
                      <a:pt x="42" y="0"/>
                    </a:moveTo>
                    <a:lnTo>
                      <a:pt x="51" y="2"/>
                    </a:lnTo>
                    <a:lnTo>
                      <a:pt x="0" y="56"/>
                    </a:lnTo>
                    <a:lnTo>
                      <a:pt x="0" y="42"/>
                    </a:lnTo>
                    <a:lnTo>
                      <a:pt x="4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88" name="Freeform 33"/>
              <p:cNvSpPr>
                <a:spLocks/>
              </p:cNvSpPr>
              <p:nvPr/>
            </p:nvSpPr>
            <p:spPr bwMode="auto">
              <a:xfrm>
                <a:off x="7383130" y="1081081"/>
                <a:ext cx="28575" cy="31750"/>
              </a:xfrm>
              <a:custGeom>
                <a:avLst/>
                <a:gdLst>
                  <a:gd name="T0" fmla="*/ 24 w 36"/>
                  <a:gd name="T1" fmla="*/ 0 h 41"/>
                  <a:gd name="T2" fmla="*/ 36 w 36"/>
                  <a:gd name="T3" fmla="*/ 4 h 41"/>
                  <a:gd name="T4" fmla="*/ 0 w 36"/>
                  <a:gd name="T5" fmla="*/ 41 h 41"/>
                  <a:gd name="T6" fmla="*/ 0 w 36"/>
                  <a:gd name="T7" fmla="*/ 27 h 41"/>
                  <a:gd name="T8" fmla="*/ 24 w 36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41">
                    <a:moveTo>
                      <a:pt x="24" y="0"/>
                    </a:moveTo>
                    <a:lnTo>
                      <a:pt x="36" y="4"/>
                    </a:lnTo>
                    <a:lnTo>
                      <a:pt x="0" y="41"/>
                    </a:lnTo>
                    <a:lnTo>
                      <a:pt x="0" y="27"/>
                    </a:lnTo>
                    <a:lnTo>
                      <a:pt x="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89" name="Freeform 34"/>
              <p:cNvSpPr>
                <a:spLocks/>
              </p:cNvSpPr>
              <p:nvPr/>
            </p:nvSpPr>
            <p:spPr bwMode="auto">
              <a:xfrm>
                <a:off x="7384717" y="1089018"/>
                <a:ext cx="50800" cy="46038"/>
              </a:xfrm>
              <a:custGeom>
                <a:avLst/>
                <a:gdLst>
                  <a:gd name="T0" fmla="*/ 55 w 65"/>
                  <a:gd name="T1" fmla="*/ 0 h 57"/>
                  <a:gd name="T2" fmla="*/ 65 w 65"/>
                  <a:gd name="T3" fmla="*/ 4 h 57"/>
                  <a:gd name="T4" fmla="*/ 11 w 65"/>
                  <a:gd name="T5" fmla="*/ 57 h 57"/>
                  <a:gd name="T6" fmla="*/ 0 w 65"/>
                  <a:gd name="T7" fmla="*/ 55 h 57"/>
                  <a:gd name="T8" fmla="*/ 55 w 65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57">
                    <a:moveTo>
                      <a:pt x="55" y="0"/>
                    </a:moveTo>
                    <a:lnTo>
                      <a:pt x="65" y="4"/>
                    </a:lnTo>
                    <a:lnTo>
                      <a:pt x="11" y="57"/>
                    </a:lnTo>
                    <a:lnTo>
                      <a:pt x="0" y="55"/>
                    </a:lnTo>
                    <a:lnTo>
                      <a:pt x="5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90" name="Freeform 35"/>
              <p:cNvSpPr>
                <a:spLocks/>
              </p:cNvSpPr>
              <p:nvPr/>
            </p:nvSpPr>
            <p:spPr bwMode="auto">
              <a:xfrm>
                <a:off x="7430755" y="1116006"/>
                <a:ext cx="44450" cy="42863"/>
              </a:xfrm>
              <a:custGeom>
                <a:avLst/>
                <a:gdLst>
                  <a:gd name="T0" fmla="*/ 50 w 55"/>
                  <a:gd name="T1" fmla="*/ 0 h 56"/>
                  <a:gd name="T2" fmla="*/ 55 w 55"/>
                  <a:gd name="T3" fmla="*/ 8 h 56"/>
                  <a:gd name="T4" fmla="*/ 6 w 55"/>
                  <a:gd name="T5" fmla="*/ 56 h 56"/>
                  <a:gd name="T6" fmla="*/ 0 w 55"/>
                  <a:gd name="T7" fmla="*/ 50 h 56"/>
                  <a:gd name="T8" fmla="*/ 50 w 55"/>
                  <a:gd name="T9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56">
                    <a:moveTo>
                      <a:pt x="50" y="0"/>
                    </a:moveTo>
                    <a:lnTo>
                      <a:pt x="55" y="8"/>
                    </a:lnTo>
                    <a:lnTo>
                      <a:pt x="6" y="56"/>
                    </a:lnTo>
                    <a:lnTo>
                      <a:pt x="0" y="50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91" name="Freeform 36"/>
              <p:cNvSpPr>
                <a:spLocks/>
              </p:cNvSpPr>
              <p:nvPr/>
            </p:nvSpPr>
            <p:spPr bwMode="auto">
              <a:xfrm>
                <a:off x="7446630" y="1133468"/>
                <a:ext cx="44450" cy="47624"/>
              </a:xfrm>
              <a:custGeom>
                <a:avLst/>
                <a:gdLst>
                  <a:gd name="T0" fmla="*/ 50 w 55"/>
                  <a:gd name="T1" fmla="*/ 0 h 60"/>
                  <a:gd name="T2" fmla="*/ 55 w 55"/>
                  <a:gd name="T3" fmla="*/ 8 h 60"/>
                  <a:gd name="T4" fmla="*/ 4 w 55"/>
                  <a:gd name="T5" fmla="*/ 60 h 60"/>
                  <a:gd name="T6" fmla="*/ 0 w 55"/>
                  <a:gd name="T7" fmla="*/ 50 h 60"/>
                  <a:gd name="T8" fmla="*/ 50 w 55"/>
                  <a:gd name="T9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60">
                    <a:moveTo>
                      <a:pt x="50" y="0"/>
                    </a:moveTo>
                    <a:lnTo>
                      <a:pt x="55" y="8"/>
                    </a:lnTo>
                    <a:lnTo>
                      <a:pt x="4" y="60"/>
                    </a:lnTo>
                    <a:lnTo>
                      <a:pt x="0" y="50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92" name="Freeform 37"/>
              <p:cNvSpPr>
                <a:spLocks/>
              </p:cNvSpPr>
              <p:nvPr/>
            </p:nvSpPr>
            <p:spPr bwMode="auto">
              <a:xfrm>
                <a:off x="7479967" y="1179505"/>
                <a:ext cx="30163" cy="28575"/>
              </a:xfrm>
              <a:custGeom>
                <a:avLst/>
                <a:gdLst>
                  <a:gd name="T0" fmla="*/ 36 w 38"/>
                  <a:gd name="T1" fmla="*/ 0 h 36"/>
                  <a:gd name="T2" fmla="*/ 38 w 38"/>
                  <a:gd name="T3" fmla="*/ 9 h 36"/>
                  <a:gd name="T4" fmla="*/ 13 w 38"/>
                  <a:gd name="T5" fmla="*/ 36 h 36"/>
                  <a:gd name="T6" fmla="*/ 0 w 38"/>
                  <a:gd name="T7" fmla="*/ 36 h 36"/>
                  <a:gd name="T8" fmla="*/ 36 w 38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36">
                    <a:moveTo>
                      <a:pt x="36" y="0"/>
                    </a:moveTo>
                    <a:lnTo>
                      <a:pt x="38" y="9"/>
                    </a:lnTo>
                    <a:lnTo>
                      <a:pt x="13" y="36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93" name="Freeform 38"/>
              <p:cNvSpPr>
                <a:spLocks/>
              </p:cNvSpPr>
              <p:nvPr/>
            </p:nvSpPr>
            <p:spPr bwMode="auto">
              <a:xfrm>
                <a:off x="7497440" y="1192208"/>
                <a:ext cx="15875" cy="15875"/>
              </a:xfrm>
              <a:custGeom>
                <a:avLst/>
                <a:gdLst>
                  <a:gd name="T0" fmla="*/ 19 w 21"/>
                  <a:gd name="T1" fmla="*/ 0 h 19"/>
                  <a:gd name="T2" fmla="*/ 21 w 21"/>
                  <a:gd name="T3" fmla="*/ 19 h 19"/>
                  <a:gd name="T4" fmla="*/ 0 w 21"/>
                  <a:gd name="T5" fmla="*/ 19 h 19"/>
                  <a:gd name="T6" fmla="*/ 19 w 21"/>
                  <a:gd name="T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" h="19">
                    <a:moveTo>
                      <a:pt x="19" y="0"/>
                    </a:moveTo>
                    <a:lnTo>
                      <a:pt x="21" y="19"/>
                    </a:lnTo>
                    <a:lnTo>
                      <a:pt x="0" y="19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94" name="Freeform 39"/>
              <p:cNvSpPr>
                <a:spLocks/>
              </p:cNvSpPr>
              <p:nvPr/>
            </p:nvSpPr>
            <p:spPr bwMode="auto">
              <a:xfrm>
                <a:off x="7383157" y="1077906"/>
                <a:ext cx="14288" cy="15875"/>
              </a:xfrm>
              <a:custGeom>
                <a:avLst/>
                <a:gdLst>
                  <a:gd name="T0" fmla="*/ 0 w 19"/>
                  <a:gd name="T1" fmla="*/ 0 h 21"/>
                  <a:gd name="T2" fmla="*/ 19 w 19"/>
                  <a:gd name="T3" fmla="*/ 3 h 21"/>
                  <a:gd name="T4" fmla="*/ 0 w 19"/>
                  <a:gd name="T5" fmla="*/ 21 h 21"/>
                  <a:gd name="T6" fmla="*/ 0 w 19"/>
                  <a:gd name="T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21">
                    <a:moveTo>
                      <a:pt x="0" y="0"/>
                    </a:moveTo>
                    <a:lnTo>
                      <a:pt x="19" y="3"/>
                    </a:lnTo>
                    <a:lnTo>
                      <a:pt x="0" y="2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95" name="Freeform 40"/>
              <p:cNvSpPr>
                <a:spLocks/>
              </p:cNvSpPr>
              <p:nvPr/>
            </p:nvSpPr>
            <p:spPr bwMode="auto">
              <a:xfrm>
                <a:off x="7462485" y="1166804"/>
                <a:ext cx="44450" cy="41274"/>
              </a:xfrm>
              <a:custGeom>
                <a:avLst/>
                <a:gdLst>
                  <a:gd name="T0" fmla="*/ 52 w 55"/>
                  <a:gd name="T1" fmla="*/ 0 h 52"/>
                  <a:gd name="T2" fmla="*/ 55 w 55"/>
                  <a:gd name="T3" fmla="*/ 10 h 52"/>
                  <a:gd name="T4" fmla="*/ 13 w 55"/>
                  <a:gd name="T5" fmla="*/ 52 h 52"/>
                  <a:gd name="T6" fmla="*/ 0 w 55"/>
                  <a:gd name="T7" fmla="*/ 52 h 52"/>
                  <a:gd name="T8" fmla="*/ 52 w 55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52">
                    <a:moveTo>
                      <a:pt x="52" y="0"/>
                    </a:moveTo>
                    <a:lnTo>
                      <a:pt x="55" y="10"/>
                    </a:lnTo>
                    <a:lnTo>
                      <a:pt x="13" y="52"/>
                    </a:lnTo>
                    <a:lnTo>
                      <a:pt x="0" y="52"/>
                    </a:lnTo>
                    <a:lnTo>
                      <a:pt x="5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96" name="Freeform 41"/>
              <p:cNvSpPr>
                <a:spLocks/>
              </p:cNvSpPr>
              <p:nvPr/>
            </p:nvSpPr>
            <p:spPr bwMode="auto">
              <a:xfrm>
                <a:off x="7452986" y="1144584"/>
                <a:ext cx="44450" cy="47625"/>
              </a:xfrm>
              <a:custGeom>
                <a:avLst/>
                <a:gdLst>
                  <a:gd name="T0" fmla="*/ 51 w 55"/>
                  <a:gd name="T1" fmla="*/ 0 h 61"/>
                  <a:gd name="T2" fmla="*/ 55 w 55"/>
                  <a:gd name="T3" fmla="*/ 7 h 61"/>
                  <a:gd name="T4" fmla="*/ 1 w 55"/>
                  <a:gd name="T5" fmla="*/ 61 h 61"/>
                  <a:gd name="T6" fmla="*/ 0 w 55"/>
                  <a:gd name="T7" fmla="*/ 51 h 61"/>
                  <a:gd name="T8" fmla="*/ 51 w 55"/>
                  <a:gd name="T9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61">
                    <a:moveTo>
                      <a:pt x="51" y="0"/>
                    </a:moveTo>
                    <a:lnTo>
                      <a:pt x="55" y="7"/>
                    </a:lnTo>
                    <a:lnTo>
                      <a:pt x="1" y="61"/>
                    </a:lnTo>
                    <a:lnTo>
                      <a:pt x="0" y="51"/>
                    </a:lnTo>
                    <a:lnTo>
                      <a:pt x="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97" name="Freeform 42"/>
              <p:cNvSpPr>
                <a:spLocks/>
              </p:cNvSpPr>
              <p:nvPr/>
            </p:nvSpPr>
            <p:spPr bwMode="auto">
              <a:xfrm>
                <a:off x="7456135" y="1155700"/>
                <a:ext cx="46038" cy="50800"/>
              </a:xfrm>
              <a:custGeom>
                <a:avLst/>
                <a:gdLst>
                  <a:gd name="T0" fmla="*/ 56 w 60"/>
                  <a:gd name="T1" fmla="*/ 0 h 65"/>
                  <a:gd name="T2" fmla="*/ 60 w 60"/>
                  <a:gd name="T3" fmla="*/ 8 h 65"/>
                  <a:gd name="T4" fmla="*/ 2 w 60"/>
                  <a:gd name="T5" fmla="*/ 65 h 65"/>
                  <a:gd name="T6" fmla="*/ 0 w 60"/>
                  <a:gd name="T7" fmla="*/ 54 h 65"/>
                  <a:gd name="T8" fmla="*/ 56 w 60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65">
                    <a:moveTo>
                      <a:pt x="56" y="0"/>
                    </a:moveTo>
                    <a:lnTo>
                      <a:pt x="60" y="8"/>
                    </a:lnTo>
                    <a:lnTo>
                      <a:pt x="2" y="65"/>
                    </a:lnTo>
                    <a:lnTo>
                      <a:pt x="0" y="54"/>
                    </a:lnTo>
                    <a:lnTo>
                      <a:pt x="5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</p:grpSp>
      </p:grpSp>
      <p:grpSp>
        <p:nvGrpSpPr>
          <p:cNvPr id="7" name="Group 6"/>
          <p:cNvGrpSpPr/>
          <p:nvPr/>
        </p:nvGrpSpPr>
        <p:grpSpPr>
          <a:xfrm>
            <a:off x="10180959" y="4010403"/>
            <a:ext cx="1805559" cy="486004"/>
            <a:chOff x="8301257" y="768501"/>
            <a:chExt cx="1805559" cy="486004"/>
          </a:xfrm>
        </p:grpSpPr>
        <p:sp>
          <p:nvSpPr>
            <p:cNvPr id="313" name="object 13"/>
            <p:cNvSpPr/>
            <p:nvPr/>
          </p:nvSpPr>
          <p:spPr>
            <a:xfrm>
              <a:off x="8301257" y="829055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598" y="0"/>
                  </a:moveTo>
                  <a:lnTo>
                    <a:pt x="163832" y="5611"/>
                  </a:lnTo>
                  <a:lnTo>
                    <a:pt x="119076" y="21598"/>
                  </a:lnTo>
                  <a:lnTo>
                    <a:pt x="79603" y="46686"/>
                  </a:lnTo>
                  <a:lnTo>
                    <a:pt x="46686" y="79603"/>
                  </a:lnTo>
                  <a:lnTo>
                    <a:pt x="21598" y="119076"/>
                  </a:lnTo>
                  <a:lnTo>
                    <a:pt x="5611" y="163832"/>
                  </a:lnTo>
                  <a:lnTo>
                    <a:pt x="0" y="212598"/>
                  </a:lnTo>
                  <a:lnTo>
                    <a:pt x="5611" y="261363"/>
                  </a:lnTo>
                  <a:lnTo>
                    <a:pt x="21598" y="306119"/>
                  </a:lnTo>
                  <a:lnTo>
                    <a:pt x="46686" y="345592"/>
                  </a:lnTo>
                  <a:lnTo>
                    <a:pt x="79603" y="378509"/>
                  </a:lnTo>
                  <a:lnTo>
                    <a:pt x="119076" y="403597"/>
                  </a:lnTo>
                  <a:lnTo>
                    <a:pt x="163832" y="419584"/>
                  </a:lnTo>
                  <a:lnTo>
                    <a:pt x="212598" y="425196"/>
                  </a:lnTo>
                  <a:lnTo>
                    <a:pt x="261363" y="419584"/>
                  </a:lnTo>
                  <a:lnTo>
                    <a:pt x="306119" y="403597"/>
                  </a:lnTo>
                  <a:lnTo>
                    <a:pt x="345592" y="378509"/>
                  </a:lnTo>
                  <a:lnTo>
                    <a:pt x="378509" y="345592"/>
                  </a:lnTo>
                  <a:lnTo>
                    <a:pt x="403597" y="306119"/>
                  </a:lnTo>
                  <a:lnTo>
                    <a:pt x="419584" y="261363"/>
                  </a:lnTo>
                  <a:lnTo>
                    <a:pt x="425196" y="212598"/>
                  </a:lnTo>
                  <a:lnTo>
                    <a:pt x="419584" y="163832"/>
                  </a:lnTo>
                  <a:lnTo>
                    <a:pt x="403597" y="119076"/>
                  </a:lnTo>
                  <a:lnTo>
                    <a:pt x="378509" y="79603"/>
                  </a:lnTo>
                  <a:lnTo>
                    <a:pt x="345592" y="46686"/>
                  </a:lnTo>
                  <a:lnTo>
                    <a:pt x="306119" y="21598"/>
                  </a:lnTo>
                  <a:lnTo>
                    <a:pt x="261363" y="5611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CB3D3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5" name="object 15"/>
            <p:cNvSpPr txBox="1"/>
            <p:nvPr/>
          </p:nvSpPr>
          <p:spPr>
            <a:xfrm>
              <a:off x="8792366" y="768501"/>
              <a:ext cx="1314450" cy="482600"/>
            </a:xfrm>
            <a:prstGeom prst="rect">
              <a:avLst/>
            </a:prstGeom>
          </p:spPr>
          <p:txBody>
            <a:bodyPr vert="horz" wrap="square" lIns="0" tIns="495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390"/>
                </a:spcBef>
              </a:pPr>
              <a:r>
                <a:rPr lang="en-US" sz="1000" b="1" i="1" spc="-50" dirty="0">
                  <a:latin typeface="Trebuchet MS"/>
                  <a:cs typeface="Trebuchet MS"/>
                </a:rPr>
                <a:t>Number of Centers</a:t>
              </a:r>
              <a:endParaRPr lang="en-US" sz="1000" dirty="0">
                <a:latin typeface="Trebuchet MS"/>
                <a:cs typeface="Trebuchet MS"/>
              </a:endParaRPr>
            </a:p>
            <a:p>
              <a:pPr marL="12700">
                <a:lnSpc>
                  <a:spcPct val="100000"/>
                </a:lnSpc>
                <a:spcBef>
                  <a:spcPts val="425"/>
                </a:spcBef>
              </a:pPr>
              <a:r>
                <a:rPr lang="en-US" sz="1400" b="1" spc="-85" dirty="0">
                  <a:latin typeface="Verdana"/>
                  <a:cs typeface="Verdana"/>
                </a:rPr>
                <a:t>42</a:t>
              </a:r>
              <a:r>
                <a:rPr sz="1400" b="1" spc="-85" dirty="0">
                  <a:latin typeface="Verdana"/>
                  <a:cs typeface="Verdana"/>
                </a:rPr>
                <a:t>7</a:t>
              </a:r>
              <a:endParaRPr sz="1000" dirty="0">
                <a:latin typeface="Trebuchet MS"/>
                <a:cs typeface="Trebuchet MS"/>
              </a:endParaRPr>
            </a:p>
          </p:txBody>
        </p:sp>
        <p:sp>
          <p:nvSpPr>
            <p:cNvPr id="398" name="Freeform 40"/>
            <p:cNvSpPr>
              <a:spLocks noEditPoints="1"/>
            </p:cNvSpPr>
            <p:nvPr/>
          </p:nvSpPr>
          <p:spPr bwMode="auto">
            <a:xfrm>
              <a:off x="8422186" y="906286"/>
              <a:ext cx="173392" cy="263500"/>
            </a:xfrm>
            <a:custGeom>
              <a:avLst/>
              <a:gdLst>
                <a:gd name="T0" fmla="*/ 128 w 255"/>
                <a:gd name="T1" fmla="*/ 46 h 386"/>
                <a:gd name="T2" fmla="*/ 102 w 255"/>
                <a:gd name="T3" fmla="*/ 50 h 386"/>
                <a:gd name="T4" fmla="*/ 79 w 255"/>
                <a:gd name="T5" fmla="*/ 62 h 386"/>
                <a:gd name="T6" fmla="*/ 60 w 255"/>
                <a:gd name="T7" fmla="*/ 80 h 386"/>
                <a:gd name="T8" fmla="*/ 49 w 255"/>
                <a:gd name="T9" fmla="*/ 102 h 386"/>
                <a:gd name="T10" fmla="*/ 44 w 255"/>
                <a:gd name="T11" fmla="*/ 129 h 386"/>
                <a:gd name="T12" fmla="*/ 49 w 255"/>
                <a:gd name="T13" fmla="*/ 155 h 386"/>
                <a:gd name="T14" fmla="*/ 60 w 255"/>
                <a:gd name="T15" fmla="*/ 178 h 386"/>
                <a:gd name="T16" fmla="*/ 79 w 255"/>
                <a:gd name="T17" fmla="*/ 196 h 386"/>
                <a:gd name="T18" fmla="*/ 102 w 255"/>
                <a:gd name="T19" fmla="*/ 208 h 386"/>
                <a:gd name="T20" fmla="*/ 128 w 255"/>
                <a:gd name="T21" fmla="*/ 213 h 386"/>
                <a:gd name="T22" fmla="*/ 155 w 255"/>
                <a:gd name="T23" fmla="*/ 208 h 386"/>
                <a:gd name="T24" fmla="*/ 178 w 255"/>
                <a:gd name="T25" fmla="*/ 196 h 386"/>
                <a:gd name="T26" fmla="*/ 195 w 255"/>
                <a:gd name="T27" fmla="*/ 178 h 386"/>
                <a:gd name="T28" fmla="*/ 208 w 255"/>
                <a:gd name="T29" fmla="*/ 155 h 386"/>
                <a:gd name="T30" fmla="*/ 211 w 255"/>
                <a:gd name="T31" fmla="*/ 129 h 386"/>
                <a:gd name="T32" fmla="*/ 208 w 255"/>
                <a:gd name="T33" fmla="*/ 102 h 386"/>
                <a:gd name="T34" fmla="*/ 195 w 255"/>
                <a:gd name="T35" fmla="*/ 80 h 386"/>
                <a:gd name="T36" fmla="*/ 178 w 255"/>
                <a:gd name="T37" fmla="*/ 62 h 386"/>
                <a:gd name="T38" fmla="*/ 155 w 255"/>
                <a:gd name="T39" fmla="*/ 50 h 386"/>
                <a:gd name="T40" fmla="*/ 128 w 255"/>
                <a:gd name="T41" fmla="*/ 46 h 386"/>
                <a:gd name="T42" fmla="*/ 128 w 255"/>
                <a:gd name="T43" fmla="*/ 0 h 386"/>
                <a:gd name="T44" fmla="*/ 162 w 255"/>
                <a:gd name="T45" fmla="*/ 6 h 386"/>
                <a:gd name="T46" fmla="*/ 192 w 255"/>
                <a:gd name="T47" fmla="*/ 18 h 386"/>
                <a:gd name="T48" fmla="*/ 218 w 255"/>
                <a:gd name="T49" fmla="*/ 39 h 386"/>
                <a:gd name="T50" fmla="*/ 239 w 255"/>
                <a:gd name="T51" fmla="*/ 65 h 386"/>
                <a:gd name="T52" fmla="*/ 252 w 255"/>
                <a:gd name="T53" fmla="*/ 95 h 386"/>
                <a:gd name="T54" fmla="*/ 255 w 255"/>
                <a:gd name="T55" fmla="*/ 129 h 386"/>
                <a:gd name="T56" fmla="*/ 252 w 255"/>
                <a:gd name="T57" fmla="*/ 162 h 386"/>
                <a:gd name="T58" fmla="*/ 239 w 255"/>
                <a:gd name="T59" fmla="*/ 192 h 386"/>
                <a:gd name="T60" fmla="*/ 139 w 255"/>
                <a:gd name="T61" fmla="*/ 379 h 386"/>
                <a:gd name="T62" fmla="*/ 135 w 255"/>
                <a:gd name="T63" fmla="*/ 382 h 386"/>
                <a:gd name="T64" fmla="*/ 132 w 255"/>
                <a:gd name="T65" fmla="*/ 384 h 386"/>
                <a:gd name="T66" fmla="*/ 128 w 255"/>
                <a:gd name="T67" fmla="*/ 386 h 386"/>
                <a:gd name="T68" fmla="*/ 123 w 255"/>
                <a:gd name="T69" fmla="*/ 384 h 386"/>
                <a:gd name="T70" fmla="*/ 120 w 255"/>
                <a:gd name="T71" fmla="*/ 382 h 386"/>
                <a:gd name="T72" fmla="*/ 116 w 255"/>
                <a:gd name="T73" fmla="*/ 379 h 386"/>
                <a:gd name="T74" fmla="*/ 18 w 255"/>
                <a:gd name="T75" fmla="*/ 192 h 386"/>
                <a:gd name="T76" fmla="*/ 5 w 255"/>
                <a:gd name="T77" fmla="*/ 162 h 386"/>
                <a:gd name="T78" fmla="*/ 0 w 255"/>
                <a:gd name="T79" fmla="*/ 129 h 386"/>
                <a:gd name="T80" fmla="*/ 4 w 255"/>
                <a:gd name="T81" fmla="*/ 95 h 386"/>
                <a:gd name="T82" fmla="*/ 18 w 255"/>
                <a:gd name="T83" fmla="*/ 65 h 386"/>
                <a:gd name="T84" fmla="*/ 37 w 255"/>
                <a:gd name="T85" fmla="*/ 39 h 386"/>
                <a:gd name="T86" fmla="*/ 63 w 255"/>
                <a:gd name="T87" fmla="*/ 18 h 386"/>
                <a:gd name="T88" fmla="*/ 93 w 255"/>
                <a:gd name="T89" fmla="*/ 6 h 386"/>
                <a:gd name="T90" fmla="*/ 128 w 255"/>
                <a:gd name="T91" fmla="*/ 0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5" h="386">
                  <a:moveTo>
                    <a:pt x="128" y="46"/>
                  </a:moveTo>
                  <a:lnTo>
                    <a:pt x="102" y="50"/>
                  </a:lnTo>
                  <a:lnTo>
                    <a:pt x="79" y="62"/>
                  </a:lnTo>
                  <a:lnTo>
                    <a:pt x="60" y="80"/>
                  </a:lnTo>
                  <a:lnTo>
                    <a:pt x="49" y="102"/>
                  </a:lnTo>
                  <a:lnTo>
                    <a:pt x="44" y="129"/>
                  </a:lnTo>
                  <a:lnTo>
                    <a:pt x="49" y="155"/>
                  </a:lnTo>
                  <a:lnTo>
                    <a:pt x="60" y="178"/>
                  </a:lnTo>
                  <a:lnTo>
                    <a:pt x="79" y="196"/>
                  </a:lnTo>
                  <a:lnTo>
                    <a:pt x="102" y="208"/>
                  </a:lnTo>
                  <a:lnTo>
                    <a:pt x="128" y="213"/>
                  </a:lnTo>
                  <a:lnTo>
                    <a:pt x="155" y="208"/>
                  </a:lnTo>
                  <a:lnTo>
                    <a:pt x="178" y="196"/>
                  </a:lnTo>
                  <a:lnTo>
                    <a:pt x="195" y="178"/>
                  </a:lnTo>
                  <a:lnTo>
                    <a:pt x="208" y="155"/>
                  </a:lnTo>
                  <a:lnTo>
                    <a:pt x="211" y="129"/>
                  </a:lnTo>
                  <a:lnTo>
                    <a:pt x="208" y="102"/>
                  </a:lnTo>
                  <a:lnTo>
                    <a:pt x="195" y="80"/>
                  </a:lnTo>
                  <a:lnTo>
                    <a:pt x="178" y="62"/>
                  </a:lnTo>
                  <a:lnTo>
                    <a:pt x="155" y="50"/>
                  </a:lnTo>
                  <a:lnTo>
                    <a:pt x="128" y="46"/>
                  </a:lnTo>
                  <a:close/>
                  <a:moveTo>
                    <a:pt x="128" y="0"/>
                  </a:moveTo>
                  <a:lnTo>
                    <a:pt x="162" y="6"/>
                  </a:lnTo>
                  <a:lnTo>
                    <a:pt x="192" y="18"/>
                  </a:lnTo>
                  <a:lnTo>
                    <a:pt x="218" y="39"/>
                  </a:lnTo>
                  <a:lnTo>
                    <a:pt x="239" y="65"/>
                  </a:lnTo>
                  <a:lnTo>
                    <a:pt x="252" y="95"/>
                  </a:lnTo>
                  <a:lnTo>
                    <a:pt x="255" y="129"/>
                  </a:lnTo>
                  <a:lnTo>
                    <a:pt x="252" y="162"/>
                  </a:lnTo>
                  <a:lnTo>
                    <a:pt x="239" y="192"/>
                  </a:lnTo>
                  <a:lnTo>
                    <a:pt x="139" y="379"/>
                  </a:lnTo>
                  <a:lnTo>
                    <a:pt x="135" y="382"/>
                  </a:lnTo>
                  <a:lnTo>
                    <a:pt x="132" y="384"/>
                  </a:lnTo>
                  <a:lnTo>
                    <a:pt x="128" y="386"/>
                  </a:lnTo>
                  <a:lnTo>
                    <a:pt x="123" y="384"/>
                  </a:lnTo>
                  <a:lnTo>
                    <a:pt x="120" y="382"/>
                  </a:lnTo>
                  <a:lnTo>
                    <a:pt x="116" y="379"/>
                  </a:lnTo>
                  <a:lnTo>
                    <a:pt x="18" y="192"/>
                  </a:lnTo>
                  <a:lnTo>
                    <a:pt x="5" y="162"/>
                  </a:lnTo>
                  <a:lnTo>
                    <a:pt x="0" y="129"/>
                  </a:lnTo>
                  <a:lnTo>
                    <a:pt x="4" y="95"/>
                  </a:lnTo>
                  <a:lnTo>
                    <a:pt x="18" y="65"/>
                  </a:lnTo>
                  <a:lnTo>
                    <a:pt x="37" y="39"/>
                  </a:lnTo>
                  <a:lnTo>
                    <a:pt x="63" y="18"/>
                  </a:lnTo>
                  <a:lnTo>
                    <a:pt x="93" y="6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807" tIns="60904" rIns="121807" bIns="60904" numCol="1" anchor="t" anchorCtr="0" compatLnSpc="1">
              <a:prstTxWarp prst="textNoShape">
                <a:avLst/>
              </a:prstTxWarp>
            </a:bodyPr>
            <a:lstStyle/>
            <a:p>
              <a:endParaRPr lang="en-US" sz="2398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0180959" y="5401668"/>
            <a:ext cx="1871392" cy="672620"/>
            <a:chOff x="10432534" y="787061"/>
            <a:chExt cx="1871392" cy="672620"/>
          </a:xfrm>
        </p:grpSpPr>
        <p:sp>
          <p:nvSpPr>
            <p:cNvPr id="316" name="object 16"/>
            <p:cNvSpPr txBox="1"/>
            <p:nvPr/>
          </p:nvSpPr>
          <p:spPr>
            <a:xfrm>
              <a:off x="10912975" y="787061"/>
              <a:ext cx="1390951" cy="672620"/>
            </a:xfrm>
            <a:prstGeom prst="rect">
              <a:avLst/>
            </a:prstGeom>
          </p:spPr>
          <p:txBody>
            <a:bodyPr vert="horz" wrap="square" lIns="0" tIns="3111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245"/>
                </a:spcBef>
              </a:pPr>
              <a:r>
                <a:rPr sz="1000" b="1" i="1" spc="-40" dirty="0">
                  <a:latin typeface="Trebuchet MS"/>
                  <a:cs typeface="Trebuchet MS"/>
                </a:rPr>
                <a:t>Average</a:t>
              </a:r>
              <a:r>
                <a:rPr sz="1000" b="1" i="1" spc="-25" dirty="0">
                  <a:latin typeface="Trebuchet MS"/>
                  <a:cs typeface="Trebuchet MS"/>
                </a:rPr>
                <a:t> </a:t>
              </a:r>
              <a:r>
                <a:rPr sz="1000" b="1" i="1" spc="-10" dirty="0">
                  <a:latin typeface="Trebuchet MS"/>
                  <a:cs typeface="Trebuchet MS"/>
                </a:rPr>
                <a:t>Rental</a:t>
              </a:r>
              <a:endParaRPr sz="1000" dirty="0">
                <a:latin typeface="Trebuchet MS"/>
                <a:cs typeface="Trebuchet MS"/>
              </a:endParaRPr>
            </a:p>
            <a:p>
              <a:pPr marL="12700">
                <a:lnSpc>
                  <a:spcPts val="1670"/>
                </a:lnSpc>
                <a:spcBef>
                  <a:spcPts val="219"/>
                </a:spcBef>
              </a:pPr>
              <a:r>
                <a:rPr lang="en-US" sz="1400" b="1" spc="-80" dirty="0">
                  <a:latin typeface="Verdana"/>
                  <a:cs typeface="Verdana"/>
                </a:rPr>
                <a:t>5,000 - 38,000</a:t>
              </a:r>
            </a:p>
            <a:p>
              <a:pPr marL="12700">
                <a:lnSpc>
                  <a:spcPts val="1670"/>
                </a:lnSpc>
                <a:spcBef>
                  <a:spcPts val="219"/>
                </a:spcBef>
              </a:pPr>
              <a:r>
                <a:rPr sz="900" dirty="0">
                  <a:latin typeface="Trebuchet MS"/>
                  <a:cs typeface="Trebuchet MS"/>
                </a:rPr>
                <a:t>INR</a:t>
              </a:r>
              <a:r>
                <a:rPr sz="900" spc="-5" dirty="0">
                  <a:latin typeface="Trebuchet MS"/>
                  <a:cs typeface="Trebuchet MS"/>
                </a:rPr>
                <a:t> </a:t>
              </a:r>
              <a:r>
                <a:rPr sz="900" spc="-10" dirty="0">
                  <a:latin typeface="Trebuchet MS"/>
                  <a:cs typeface="Trebuchet MS"/>
                </a:rPr>
                <a:t>/S</a:t>
              </a:r>
              <a:r>
                <a:rPr lang="en-US" sz="900" spc="-10" dirty="0">
                  <a:latin typeface="Trebuchet MS"/>
                  <a:cs typeface="Trebuchet MS"/>
                </a:rPr>
                <a:t>ea</a:t>
              </a:r>
              <a:r>
                <a:rPr sz="900" spc="-10" dirty="0">
                  <a:latin typeface="Trebuchet MS"/>
                  <a:cs typeface="Trebuchet MS"/>
                </a:rPr>
                <a:t>t/Month</a:t>
              </a:r>
              <a:endParaRPr sz="900" dirty="0">
                <a:latin typeface="Trebuchet MS"/>
                <a:cs typeface="Trebuchet MS"/>
              </a:endParaRPr>
            </a:p>
          </p:txBody>
        </p:sp>
        <p:sp>
          <p:nvSpPr>
            <p:cNvPr id="318" name="object 18"/>
            <p:cNvSpPr/>
            <p:nvPr/>
          </p:nvSpPr>
          <p:spPr>
            <a:xfrm>
              <a:off x="10432534" y="850391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598" y="0"/>
                  </a:moveTo>
                  <a:lnTo>
                    <a:pt x="163832" y="5611"/>
                  </a:lnTo>
                  <a:lnTo>
                    <a:pt x="119076" y="21598"/>
                  </a:lnTo>
                  <a:lnTo>
                    <a:pt x="79603" y="46686"/>
                  </a:lnTo>
                  <a:lnTo>
                    <a:pt x="46686" y="79603"/>
                  </a:lnTo>
                  <a:lnTo>
                    <a:pt x="21598" y="119076"/>
                  </a:lnTo>
                  <a:lnTo>
                    <a:pt x="5611" y="163832"/>
                  </a:lnTo>
                  <a:lnTo>
                    <a:pt x="0" y="212598"/>
                  </a:lnTo>
                  <a:lnTo>
                    <a:pt x="5611" y="261363"/>
                  </a:lnTo>
                  <a:lnTo>
                    <a:pt x="21598" y="306119"/>
                  </a:lnTo>
                  <a:lnTo>
                    <a:pt x="46686" y="345592"/>
                  </a:lnTo>
                  <a:lnTo>
                    <a:pt x="79603" y="378509"/>
                  </a:lnTo>
                  <a:lnTo>
                    <a:pt x="119076" y="403597"/>
                  </a:lnTo>
                  <a:lnTo>
                    <a:pt x="163832" y="419584"/>
                  </a:lnTo>
                  <a:lnTo>
                    <a:pt x="212598" y="425196"/>
                  </a:lnTo>
                  <a:lnTo>
                    <a:pt x="261363" y="419584"/>
                  </a:lnTo>
                  <a:lnTo>
                    <a:pt x="306119" y="403597"/>
                  </a:lnTo>
                  <a:lnTo>
                    <a:pt x="345592" y="378509"/>
                  </a:lnTo>
                  <a:lnTo>
                    <a:pt x="378509" y="345592"/>
                  </a:lnTo>
                  <a:lnTo>
                    <a:pt x="403597" y="306119"/>
                  </a:lnTo>
                  <a:lnTo>
                    <a:pt x="419584" y="261363"/>
                  </a:lnTo>
                  <a:lnTo>
                    <a:pt x="425196" y="212598"/>
                  </a:lnTo>
                  <a:lnTo>
                    <a:pt x="419584" y="163832"/>
                  </a:lnTo>
                  <a:lnTo>
                    <a:pt x="403597" y="119076"/>
                  </a:lnTo>
                  <a:lnTo>
                    <a:pt x="378509" y="79603"/>
                  </a:lnTo>
                  <a:lnTo>
                    <a:pt x="345592" y="46686"/>
                  </a:lnTo>
                  <a:lnTo>
                    <a:pt x="306119" y="21598"/>
                  </a:lnTo>
                  <a:lnTo>
                    <a:pt x="261363" y="5611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CB3D3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grpSp>
          <p:nvGrpSpPr>
            <p:cNvPr id="399" name="Group 398"/>
            <p:cNvGrpSpPr/>
            <p:nvPr/>
          </p:nvGrpSpPr>
          <p:grpSpPr>
            <a:xfrm>
              <a:off x="10529225" y="966678"/>
              <a:ext cx="219450" cy="200462"/>
              <a:chOff x="6443306" y="1077913"/>
              <a:chExt cx="328617" cy="330200"/>
            </a:xfrm>
            <a:solidFill>
              <a:schemeClr val="bg1"/>
            </a:solidFill>
          </p:grpSpPr>
          <p:sp>
            <p:nvSpPr>
              <p:cNvPr id="400" name="Freeform 24"/>
              <p:cNvSpPr>
                <a:spLocks/>
              </p:cNvSpPr>
              <p:nvPr/>
            </p:nvSpPr>
            <p:spPr bwMode="auto">
              <a:xfrm>
                <a:off x="6443306" y="1077913"/>
                <a:ext cx="328613" cy="330200"/>
              </a:xfrm>
              <a:custGeom>
                <a:avLst/>
                <a:gdLst>
                  <a:gd name="T0" fmla="*/ 19 w 415"/>
                  <a:gd name="T1" fmla="*/ 0 h 417"/>
                  <a:gd name="T2" fmla="*/ 25 w 415"/>
                  <a:gd name="T3" fmla="*/ 1 h 417"/>
                  <a:gd name="T4" fmla="*/ 31 w 415"/>
                  <a:gd name="T5" fmla="*/ 3 h 417"/>
                  <a:gd name="T6" fmla="*/ 36 w 415"/>
                  <a:gd name="T7" fmla="*/ 9 h 417"/>
                  <a:gd name="T8" fmla="*/ 38 w 415"/>
                  <a:gd name="T9" fmla="*/ 15 h 417"/>
                  <a:gd name="T10" fmla="*/ 40 w 415"/>
                  <a:gd name="T11" fmla="*/ 21 h 417"/>
                  <a:gd name="T12" fmla="*/ 40 w 415"/>
                  <a:gd name="T13" fmla="*/ 376 h 417"/>
                  <a:gd name="T14" fmla="*/ 394 w 415"/>
                  <a:gd name="T15" fmla="*/ 376 h 417"/>
                  <a:gd name="T16" fmla="*/ 402 w 415"/>
                  <a:gd name="T17" fmla="*/ 376 h 417"/>
                  <a:gd name="T18" fmla="*/ 405 w 415"/>
                  <a:gd name="T19" fmla="*/ 380 h 417"/>
                  <a:gd name="T20" fmla="*/ 411 w 415"/>
                  <a:gd name="T21" fmla="*/ 384 h 417"/>
                  <a:gd name="T22" fmla="*/ 413 w 415"/>
                  <a:gd name="T23" fmla="*/ 390 h 417"/>
                  <a:gd name="T24" fmla="*/ 415 w 415"/>
                  <a:gd name="T25" fmla="*/ 396 h 417"/>
                  <a:gd name="T26" fmla="*/ 413 w 415"/>
                  <a:gd name="T27" fmla="*/ 401 h 417"/>
                  <a:gd name="T28" fmla="*/ 411 w 415"/>
                  <a:gd name="T29" fmla="*/ 407 h 417"/>
                  <a:gd name="T30" fmla="*/ 405 w 415"/>
                  <a:gd name="T31" fmla="*/ 413 h 417"/>
                  <a:gd name="T32" fmla="*/ 402 w 415"/>
                  <a:gd name="T33" fmla="*/ 415 h 417"/>
                  <a:gd name="T34" fmla="*/ 394 w 415"/>
                  <a:gd name="T35" fmla="*/ 417 h 417"/>
                  <a:gd name="T36" fmla="*/ 19 w 415"/>
                  <a:gd name="T37" fmla="*/ 417 h 417"/>
                  <a:gd name="T38" fmla="*/ 13 w 415"/>
                  <a:gd name="T39" fmla="*/ 415 h 417"/>
                  <a:gd name="T40" fmla="*/ 8 w 415"/>
                  <a:gd name="T41" fmla="*/ 413 h 417"/>
                  <a:gd name="T42" fmla="*/ 4 w 415"/>
                  <a:gd name="T43" fmla="*/ 407 h 417"/>
                  <a:gd name="T44" fmla="*/ 0 w 415"/>
                  <a:gd name="T45" fmla="*/ 401 h 417"/>
                  <a:gd name="T46" fmla="*/ 0 w 415"/>
                  <a:gd name="T47" fmla="*/ 396 h 417"/>
                  <a:gd name="T48" fmla="*/ 0 w 415"/>
                  <a:gd name="T49" fmla="*/ 21 h 417"/>
                  <a:gd name="T50" fmla="*/ 0 w 415"/>
                  <a:gd name="T51" fmla="*/ 15 h 417"/>
                  <a:gd name="T52" fmla="*/ 4 w 415"/>
                  <a:gd name="T53" fmla="*/ 9 h 417"/>
                  <a:gd name="T54" fmla="*/ 8 w 415"/>
                  <a:gd name="T55" fmla="*/ 3 h 417"/>
                  <a:gd name="T56" fmla="*/ 13 w 415"/>
                  <a:gd name="T57" fmla="*/ 1 h 417"/>
                  <a:gd name="T58" fmla="*/ 19 w 415"/>
                  <a:gd name="T59" fmla="*/ 0 h 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15" h="417">
                    <a:moveTo>
                      <a:pt x="19" y="0"/>
                    </a:moveTo>
                    <a:lnTo>
                      <a:pt x="25" y="1"/>
                    </a:lnTo>
                    <a:lnTo>
                      <a:pt x="31" y="3"/>
                    </a:lnTo>
                    <a:lnTo>
                      <a:pt x="36" y="9"/>
                    </a:lnTo>
                    <a:lnTo>
                      <a:pt x="38" y="15"/>
                    </a:lnTo>
                    <a:lnTo>
                      <a:pt x="40" y="21"/>
                    </a:lnTo>
                    <a:lnTo>
                      <a:pt x="40" y="376"/>
                    </a:lnTo>
                    <a:lnTo>
                      <a:pt x="394" y="376"/>
                    </a:lnTo>
                    <a:lnTo>
                      <a:pt x="402" y="376"/>
                    </a:lnTo>
                    <a:lnTo>
                      <a:pt x="405" y="380"/>
                    </a:lnTo>
                    <a:lnTo>
                      <a:pt x="411" y="384"/>
                    </a:lnTo>
                    <a:lnTo>
                      <a:pt x="413" y="390"/>
                    </a:lnTo>
                    <a:lnTo>
                      <a:pt x="415" y="396"/>
                    </a:lnTo>
                    <a:lnTo>
                      <a:pt x="413" y="401"/>
                    </a:lnTo>
                    <a:lnTo>
                      <a:pt x="411" y="407"/>
                    </a:lnTo>
                    <a:lnTo>
                      <a:pt x="405" y="413"/>
                    </a:lnTo>
                    <a:lnTo>
                      <a:pt x="402" y="415"/>
                    </a:lnTo>
                    <a:lnTo>
                      <a:pt x="394" y="417"/>
                    </a:lnTo>
                    <a:lnTo>
                      <a:pt x="19" y="417"/>
                    </a:lnTo>
                    <a:lnTo>
                      <a:pt x="13" y="415"/>
                    </a:lnTo>
                    <a:lnTo>
                      <a:pt x="8" y="413"/>
                    </a:lnTo>
                    <a:lnTo>
                      <a:pt x="4" y="407"/>
                    </a:lnTo>
                    <a:lnTo>
                      <a:pt x="0" y="401"/>
                    </a:lnTo>
                    <a:lnTo>
                      <a:pt x="0" y="396"/>
                    </a:lnTo>
                    <a:lnTo>
                      <a:pt x="0" y="21"/>
                    </a:lnTo>
                    <a:lnTo>
                      <a:pt x="0" y="15"/>
                    </a:lnTo>
                    <a:lnTo>
                      <a:pt x="4" y="9"/>
                    </a:lnTo>
                    <a:lnTo>
                      <a:pt x="8" y="3"/>
                    </a:lnTo>
                    <a:lnTo>
                      <a:pt x="13" y="1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401" name="Freeform 25"/>
              <p:cNvSpPr>
                <a:spLocks/>
              </p:cNvSpPr>
              <p:nvPr/>
            </p:nvSpPr>
            <p:spPr bwMode="auto">
              <a:xfrm>
                <a:off x="6490935" y="1098550"/>
                <a:ext cx="280988" cy="252413"/>
              </a:xfrm>
              <a:custGeom>
                <a:avLst/>
                <a:gdLst>
                  <a:gd name="T0" fmla="*/ 318 w 354"/>
                  <a:gd name="T1" fmla="*/ 0 h 318"/>
                  <a:gd name="T2" fmla="*/ 337 w 354"/>
                  <a:gd name="T3" fmla="*/ 4 h 318"/>
                  <a:gd name="T4" fmla="*/ 348 w 354"/>
                  <a:gd name="T5" fmla="*/ 18 h 318"/>
                  <a:gd name="T6" fmla="*/ 354 w 354"/>
                  <a:gd name="T7" fmla="*/ 35 h 318"/>
                  <a:gd name="T8" fmla="*/ 348 w 354"/>
                  <a:gd name="T9" fmla="*/ 52 h 318"/>
                  <a:gd name="T10" fmla="*/ 337 w 354"/>
                  <a:gd name="T11" fmla="*/ 65 h 318"/>
                  <a:gd name="T12" fmla="*/ 318 w 354"/>
                  <a:gd name="T13" fmla="*/ 71 h 318"/>
                  <a:gd name="T14" fmla="*/ 314 w 354"/>
                  <a:gd name="T15" fmla="*/ 69 h 318"/>
                  <a:gd name="T16" fmla="*/ 249 w 354"/>
                  <a:gd name="T17" fmla="*/ 178 h 318"/>
                  <a:gd name="T18" fmla="*/ 253 w 354"/>
                  <a:gd name="T19" fmla="*/ 186 h 318"/>
                  <a:gd name="T20" fmla="*/ 253 w 354"/>
                  <a:gd name="T21" fmla="*/ 195 h 318"/>
                  <a:gd name="T22" fmla="*/ 249 w 354"/>
                  <a:gd name="T23" fmla="*/ 213 h 318"/>
                  <a:gd name="T24" fmla="*/ 235 w 354"/>
                  <a:gd name="T25" fmla="*/ 226 h 318"/>
                  <a:gd name="T26" fmla="*/ 218 w 354"/>
                  <a:gd name="T27" fmla="*/ 230 h 318"/>
                  <a:gd name="T28" fmla="*/ 201 w 354"/>
                  <a:gd name="T29" fmla="*/ 226 h 318"/>
                  <a:gd name="T30" fmla="*/ 188 w 354"/>
                  <a:gd name="T31" fmla="*/ 213 h 318"/>
                  <a:gd name="T32" fmla="*/ 182 w 354"/>
                  <a:gd name="T33" fmla="*/ 195 h 318"/>
                  <a:gd name="T34" fmla="*/ 184 w 354"/>
                  <a:gd name="T35" fmla="*/ 188 h 318"/>
                  <a:gd name="T36" fmla="*/ 128 w 354"/>
                  <a:gd name="T37" fmla="*/ 150 h 318"/>
                  <a:gd name="T38" fmla="*/ 123 w 354"/>
                  <a:gd name="T39" fmla="*/ 153 h 318"/>
                  <a:gd name="T40" fmla="*/ 117 w 354"/>
                  <a:gd name="T41" fmla="*/ 157 h 318"/>
                  <a:gd name="T42" fmla="*/ 109 w 354"/>
                  <a:gd name="T43" fmla="*/ 161 h 318"/>
                  <a:gd name="T44" fmla="*/ 102 w 354"/>
                  <a:gd name="T45" fmla="*/ 161 h 318"/>
                  <a:gd name="T46" fmla="*/ 100 w 354"/>
                  <a:gd name="T47" fmla="*/ 161 h 318"/>
                  <a:gd name="T48" fmla="*/ 60 w 354"/>
                  <a:gd name="T49" fmla="*/ 257 h 318"/>
                  <a:gd name="T50" fmla="*/ 65 w 354"/>
                  <a:gd name="T51" fmla="*/ 264 h 318"/>
                  <a:gd name="T52" fmla="*/ 69 w 354"/>
                  <a:gd name="T53" fmla="*/ 272 h 318"/>
                  <a:gd name="T54" fmla="*/ 71 w 354"/>
                  <a:gd name="T55" fmla="*/ 282 h 318"/>
                  <a:gd name="T56" fmla="*/ 65 w 354"/>
                  <a:gd name="T57" fmla="*/ 301 h 318"/>
                  <a:gd name="T58" fmla="*/ 54 w 354"/>
                  <a:gd name="T59" fmla="*/ 312 h 318"/>
                  <a:gd name="T60" fmla="*/ 35 w 354"/>
                  <a:gd name="T61" fmla="*/ 318 h 318"/>
                  <a:gd name="T62" fmla="*/ 17 w 354"/>
                  <a:gd name="T63" fmla="*/ 312 h 318"/>
                  <a:gd name="T64" fmla="*/ 6 w 354"/>
                  <a:gd name="T65" fmla="*/ 301 h 318"/>
                  <a:gd name="T66" fmla="*/ 0 w 354"/>
                  <a:gd name="T67" fmla="*/ 282 h 318"/>
                  <a:gd name="T68" fmla="*/ 6 w 354"/>
                  <a:gd name="T69" fmla="*/ 264 h 318"/>
                  <a:gd name="T70" fmla="*/ 17 w 354"/>
                  <a:gd name="T71" fmla="*/ 251 h 318"/>
                  <a:gd name="T72" fmla="*/ 35 w 354"/>
                  <a:gd name="T73" fmla="*/ 247 h 318"/>
                  <a:gd name="T74" fmla="*/ 37 w 354"/>
                  <a:gd name="T75" fmla="*/ 247 h 318"/>
                  <a:gd name="T76" fmla="*/ 77 w 354"/>
                  <a:gd name="T77" fmla="*/ 150 h 318"/>
                  <a:gd name="T78" fmla="*/ 71 w 354"/>
                  <a:gd name="T79" fmla="*/ 144 h 318"/>
                  <a:gd name="T80" fmla="*/ 67 w 354"/>
                  <a:gd name="T81" fmla="*/ 134 h 318"/>
                  <a:gd name="T82" fmla="*/ 67 w 354"/>
                  <a:gd name="T83" fmla="*/ 127 h 318"/>
                  <a:gd name="T84" fmla="*/ 71 w 354"/>
                  <a:gd name="T85" fmla="*/ 107 h 318"/>
                  <a:gd name="T86" fmla="*/ 84 w 354"/>
                  <a:gd name="T87" fmla="*/ 96 h 318"/>
                  <a:gd name="T88" fmla="*/ 102 w 354"/>
                  <a:gd name="T89" fmla="*/ 90 h 318"/>
                  <a:gd name="T90" fmla="*/ 119 w 354"/>
                  <a:gd name="T91" fmla="*/ 96 h 318"/>
                  <a:gd name="T92" fmla="*/ 132 w 354"/>
                  <a:gd name="T93" fmla="*/ 107 h 318"/>
                  <a:gd name="T94" fmla="*/ 138 w 354"/>
                  <a:gd name="T95" fmla="*/ 125 h 318"/>
                  <a:gd name="T96" fmla="*/ 197 w 354"/>
                  <a:gd name="T97" fmla="*/ 167 h 318"/>
                  <a:gd name="T98" fmla="*/ 203 w 354"/>
                  <a:gd name="T99" fmla="*/ 163 h 318"/>
                  <a:gd name="T100" fmla="*/ 211 w 354"/>
                  <a:gd name="T101" fmla="*/ 161 h 318"/>
                  <a:gd name="T102" fmla="*/ 218 w 354"/>
                  <a:gd name="T103" fmla="*/ 161 h 318"/>
                  <a:gd name="T104" fmla="*/ 224 w 354"/>
                  <a:gd name="T105" fmla="*/ 161 h 318"/>
                  <a:gd name="T106" fmla="*/ 230 w 354"/>
                  <a:gd name="T107" fmla="*/ 163 h 318"/>
                  <a:gd name="T108" fmla="*/ 293 w 354"/>
                  <a:gd name="T109" fmla="*/ 58 h 318"/>
                  <a:gd name="T110" fmla="*/ 287 w 354"/>
                  <a:gd name="T111" fmla="*/ 52 h 318"/>
                  <a:gd name="T112" fmla="*/ 285 w 354"/>
                  <a:gd name="T113" fmla="*/ 44 h 318"/>
                  <a:gd name="T114" fmla="*/ 283 w 354"/>
                  <a:gd name="T115" fmla="*/ 35 h 318"/>
                  <a:gd name="T116" fmla="*/ 287 w 354"/>
                  <a:gd name="T117" fmla="*/ 18 h 318"/>
                  <a:gd name="T118" fmla="*/ 300 w 354"/>
                  <a:gd name="T119" fmla="*/ 4 h 318"/>
                  <a:gd name="T120" fmla="*/ 318 w 354"/>
                  <a:gd name="T121" fmla="*/ 0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54" h="318">
                    <a:moveTo>
                      <a:pt x="318" y="0"/>
                    </a:moveTo>
                    <a:lnTo>
                      <a:pt x="337" y="4"/>
                    </a:lnTo>
                    <a:lnTo>
                      <a:pt x="348" y="18"/>
                    </a:lnTo>
                    <a:lnTo>
                      <a:pt x="354" y="35"/>
                    </a:lnTo>
                    <a:lnTo>
                      <a:pt x="348" y="52"/>
                    </a:lnTo>
                    <a:lnTo>
                      <a:pt x="337" y="65"/>
                    </a:lnTo>
                    <a:lnTo>
                      <a:pt x="318" y="71"/>
                    </a:lnTo>
                    <a:lnTo>
                      <a:pt x="314" y="69"/>
                    </a:lnTo>
                    <a:lnTo>
                      <a:pt x="249" y="178"/>
                    </a:lnTo>
                    <a:lnTo>
                      <a:pt x="253" y="186"/>
                    </a:lnTo>
                    <a:lnTo>
                      <a:pt x="253" y="195"/>
                    </a:lnTo>
                    <a:lnTo>
                      <a:pt x="249" y="213"/>
                    </a:lnTo>
                    <a:lnTo>
                      <a:pt x="235" y="226"/>
                    </a:lnTo>
                    <a:lnTo>
                      <a:pt x="218" y="230"/>
                    </a:lnTo>
                    <a:lnTo>
                      <a:pt x="201" y="226"/>
                    </a:lnTo>
                    <a:lnTo>
                      <a:pt x="188" y="213"/>
                    </a:lnTo>
                    <a:lnTo>
                      <a:pt x="182" y="195"/>
                    </a:lnTo>
                    <a:lnTo>
                      <a:pt x="184" y="188"/>
                    </a:lnTo>
                    <a:lnTo>
                      <a:pt x="128" y="150"/>
                    </a:lnTo>
                    <a:lnTo>
                      <a:pt x="123" y="153"/>
                    </a:lnTo>
                    <a:lnTo>
                      <a:pt x="117" y="157"/>
                    </a:lnTo>
                    <a:lnTo>
                      <a:pt x="109" y="161"/>
                    </a:lnTo>
                    <a:lnTo>
                      <a:pt x="102" y="161"/>
                    </a:lnTo>
                    <a:lnTo>
                      <a:pt x="100" y="161"/>
                    </a:lnTo>
                    <a:lnTo>
                      <a:pt x="60" y="257"/>
                    </a:lnTo>
                    <a:lnTo>
                      <a:pt x="65" y="264"/>
                    </a:lnTo>
                    <a:lnTo>
                      <a:pt x="69" y="272"/>
                    </a:lnTo>
                    <a:lnTo>
                      <a:pt x="71" y="282"/>
                    </a:lnTo>
                    <a:lnTo>
                      <a:pt x="65" y="301"/>
                    </a:lnTo>
                    <a:lnTo>
                      <a:pt x="54" y="312"/>
                    </a:lnTo>
                    <a:lnTo>
                      <a:pt x="35" y="318"/>
                    </a:lnTo>
                    <a:lnTo>
                      <a:pt x="17" y="312"/>
                    </a:lnTo>
                    <a:lnTo>
                      <a:pt x="6" y="301"/>
                    </a:lnTo>
                    <a:lnTo>
                      <a:pt x="0" y="282"/>
                    </a:lnTo>
                    <a:lnTo>
                      <a:pt x="6" y="264"/>
                    </a:lnTo>
                    <a:lnTo>
                      <a:pt x="17" y="251"/>
                    </a:lnTo>
                    <a:lnTo>
                      <a:pt x="35" y="247"/>
                    </a:lnTo>
                    <a:lnTo>
                      <a:pt x="37" y="247"/>
                    </a:lnTo>
                    <a:lnTo>
                      <a:pt x="77" y="150"/>
                    </a:lnTo>
                    <a:lnTo>
                      <a:pt x="71" y="144"/>
                    </a:lnTo>
                    <a:lnTo>
                      <a:pt x="67" y="134"/>
                    </a:lnTo>
                    <a:lnTo>
                      <a:pt x="67" y="127"/>
                    </a:lnTo>
                    <a:lnTo>
                      <a:pt x="71" y="107"/>
                    </a:lnTo>
                    <a:lnTo>
                      <a:pt x="84" y="96"/>
                    </a:lnTo>
                    <a:lnTo>
                      <a:pt x="102" y="90"/>
                    </a:lnTo>
                    <a:lnTo>
                      <a:pt x="119" y="96"/>
                    </a:lnTo>
                    <a:lnTo>
                      <a:pt x="132" y="107"/>
                    </a:lnTo>
                    <a:lnTo>
                      <a:pt x="138" y="125"/>
                    </a:lnTo>
                    <a:lnTo>
                      <a:pt x="197" y="167"/>
                    </a:lnTo>
                    <a:lnTo>
                      <a:pt x="203" y="163"/>
                    </a:lnTo>
                    <a:lnTo>
                      <a:pt x="211" y="161"/>
                    </a:lnTo>
                    <a:lnTo>
                      <a:pt x="218" y="161"/>
                    </a:lnTo>
                    <a:lnTo>
                      <a:pt x="224" y="161"/>
                    </a:lnTo>
                    <a:lnTo>
                      <a:pt x="230" y="163"/>
                    </a:lnTo>
                    <a:lnTo>
                      <a:pt x="293" y="58"/>
                    </a:lnTo>
                    <a:lnTo>
                      <a:pt x="287" y="52"/>
                    </a:lnTo>
                    <a:lnTo>
                      <a:pt x="285" y="44"/>
                    </a:lnTo>
                    <a:lnTo>
                      <a:pt x="283" y="35"/>
                    </a:lnTo>
                    <a:lnTo>
                      <a:pt x="287" y="18"/>
                    </a:lnTo>
                    <a:lnTo>
                      <a:pt x="300" y="4"/>
                    </a:lnTo>
                    <a:lnTo>
                      <a:pt x="3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</p:grpSp>
      </p:grpSp>
      <p:graphicFrame>
        <p:nvGraphicFramePr>
          <p:cNvPr id="101" name="Table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930407"/>
              </p:ext>
            </p:extLst>
          </p:nvPr>
        </p:nvGraphicFramePr>
        <p:xfrm>
          <a:off x="3879276" y="665646"/>
          <a:ext cx="5509970" cy="5633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053">
                  <a:extLst>
                    <a:ext uri="{9D8B030D-6E8A-4147-A177-3AD203B41FA5}">
                      <a16:colId xmlns:a16="http://schemas.microsoft.com/office/drawing/2014/main" xmlns="" val="4284934723"/>
                    </a:ext>
                  </a:extLst>
                </a:gridCol>
                <a:gridCol w="783685">
                  <a:extLst>
                    <a:ext uri="{9D8B030D-6E8A-4147-A177-3AD203B41FA5}">
                      <a16:colId xmlns:a16="http://schemas.microsoft.com/office/drawing/2014/main" xmlns="" val="1425181713"/>
                    </a:ext>
                  </a:extLst>
                </a:gridCol>
                <a:gridCol w="1021360">
                  <a:extLst>
                    <a:ext uri="{9D8B030D-6E8A-4147-A177-3AD203B41FA5}">
                      <a16:colId xmlns:a16="http://schemas.microsoft.com/office/drawing/2014/main" xmlns="" val="2983468535"/>
                    </a:ext>
                  </a:extLst>
                </a:gridCol>
                <a:gridCol w="1021360">
                  <a:extLst>
                    <a:ext uri="{9D8B030D-6E8A-4147-A177-3AD203B41FA5}">
                      <a16:colId xmlns:a16="http://schemas.microsoft.com/office/drawing/2014/main" xmlns="" val="3192766473"/>
                    </a:ext>
                  </a:extLst>
                </a:gridCol>
                <a:gridCol w="1113512">
                  <a:extLst>
                    <a:ext uri="{9D8B030D-6E8A-4147-A177-3AD203B41FA5}">
                      <a16:colId xmlns:a16="http://schemas.microsoft.com/office/drawing/2014/main" xmlns="" val="2410945039"/>
                    </a:ext>
                  </a:extLst>
                </a:gridCol>
              </a:tblGrid>
              <a:tr h="1117795">
                <a:tc>
                  <a:txBody>
                    <a:bodyPr/>
                    <a:lstStyle/>
                    <a:p>
                      <a:pPr algn="ctr"/>
                      <a:r>
                        <a:rPr lang="en-US" sz="1400" b="1" spc="-10" dirty="0">
                          <a:solidFill>
                            <a:schemeClr val="tx1"/>
                          </a:solidFill>
                          <a:latin typeface="+mn-lt"/>
                          <a:cs typeface="Trebuchet MS"/>
                        </a:rPr>
                        <a:t>Micromarket</a:t>
                      </a:r>
                      <a:endParaRPr 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Stock</a:t>
                      </a:r>
                    </a:p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(Mn Sft)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Vacancy</a:t>
                      </a:r>
                    </a:p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(Mn Sft (%)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of Centers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Rental Range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001F5F"/>
                          </a:solidFill>
                          <a:latin typeface="+mn-lt"/>
                          <a:cs typeface="Trebuchet MS"/>
                        </a:rPr>
                        <a:t>(INR</a:t>
                      </a:r>
                      <a:r>
                        <a:rPr lang="en-US" sz="800" spc="-15" dirty="0">
                          <a:solidFill>
                            <a:srgbClr val="001F5F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lang="en-US" sz="800" spc="-30" dirty="0">
                          <a:solidFill>
                            <a:srgbClr val="001F5F"/>
                          </a:solidFill>
                          <a:latin typeface="+mn-lt"/>
                          <a:cs typeface="Trebuchet MS"/>
                        </a:rPr>
                        <a:t>/Sft/Month) </a:t>
                      </a:r>
                      <a:endParaRPr lang="en-US" sz="1400" dirty="0">
                        <a:latin typeface="+mn-lt"/>
                        <a:cs typeface="Trebuchet M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68147140"/>
                  </a:ext>
                </a:extLst>
              </a:tr>
              <a:tr h="739938">
                <a:tc>
                  <a:txBody>
                    <a:bodyPr/>
                    <a:lstStyle/>
                    <a:p>
                      <a:pPr marL="91440" algn="l">
                        <a:lnSpc>
                          <a:spcPct val="100000"/>
                        </a:lnSpc>
                      </a:pPr>
                      <a:r>
                        <a:rPr sz="1200" b="1" i="1" spc="-65" dirty="0">
                          <a:solidFill>
                            <a:srgbClr val="00B050"/>
                          </a:solidFill>
                          <a:latin typeface="+mn-lt"/>
                          <a:cs typeface="Trebuchet MS"/>
                        </a:rPr>
                        <a:t>Central</a:t>
                      </a:r>
                      <a:r>
                        <a:rPr sz="1200" b="1" i="1" spc="-50" dirty="0">
                          <a:solidFill>
                            <a:srgbClr val="00B050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40" dirty="0">
                          <a:solidFill>
                            <a:srgbClr val="00B050"/>
                          </a:solidFill>
                          <a:latin typeface="+mn-lt"/>
                          <a:cs typeface="Trebuchet MS"/>
                        </a:rPr>
                        <a:t>Business</a:t>
                      </a:r>
                      <a:r>
                        <a:rPr sz="1200" b="1" i="1" spc="-35" dirty="0">
                          <a:solidFill>
                            <a:srgbClr val="00B050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10" dirty="0">
                          <a:solidFill>
                            <a:srgbClr val="00B050"/>
                          </a:solidFill>
                          <a:latin typeface="+mn-lt"/>
                          <a:cs typeface="Trebuchet MS"/>
                        </a:rPr>
                        <a:t>District</a:t>
                      </a:r>
                      <a:endParaRPr sz="1200" dirty="0">
                        <a:solidFill>
                          <a:srgbClr val="00B050"/>
                        </a:solidFill>
                        <a:latin typeface="+mn-lt"/>
                        <a:cs typeface="Trebuchet MS"/>
                      </a:endParaRPr>
                    </a:p>
                  </a:txBody>
                  <a:tcPr marL="0" marR="0" marT="7683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41,854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8,937 (10%)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69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7,00</a:t>
                      </a:r>
                      <a:r>
                        <a:rPr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0 –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38,00</a:t>
                      </a:r>
                      <a:r>
                        <a:rPr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0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Trebuchet MS"/>
                      </a:endParaRPr>
                    </a:p>
                  </a:txBody>
                  <a:tcPr marL="0" marR="0" marT="160655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80458561"/>
                  </a:ext>
                </a:extLst>
              </a:tr>
              <a:tr h="864815">
                <a:tc>
                  <a:txBody>
                    <a:bodyPr/>
                    <a:lstStyle/>
                    <a:p>
                      <a:pPr marL="91440" algn="l">
                        <a:lnSpc>
                          <a:spcPct val="100000"/>
                        </a:lnSpc>
                      </a:pPr>
                      <a:r>
                        <a:rPr sz="1200" b="1" i="1" spc="-45" dirty="0">
                          <a:solidFill>
                            <a:srgbClr val="00B0F0"/>
                          </a:solidFill>
                          <a:latin typeface="+mn-lt"/>
                          <a:cs typeface="Trebuchet MS"/>
                        </a:rPr>
                        <a:t>Secondary</a:t>
                      </a:r>
                      <a:r>
                        <a:rPr sz="1200" b="1" i="1" spc="-60" dirty="0">
                          <a:solidFill>
                            <a:srgbClr val="00B0F0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40" dirty="0">
                          <a:solidFill>
                            <a:srgbClr val="00B0F0"/>
                          </a:solidFill>
                          <a:latin typeface="+mn-lt"/>
                          <a:cs typeface="Trebuchet MS"/>
                        </a:rPr>
                        <a:t>Business</a:t>
                      </a:r>
                      <a:r>
                        <a:rPr sz="1200" b="1" i="1" spc="-30" dirty="0">
                          <a:solidFill>
                            <a:srgbClr val="00B0F0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70" dirty="0">
                          <a:solidFill>
                            <a:srgbClr val="00B0F0"/>
                          </a:solidFill>
                          <a:latin typeface="+mn-lt"/>
                          <a:cs typeface="Trebuchet MS"/>
                        </a:rPr>
                        <a:t>District</a:t>
                      </a:r>
                      <a:r>
                        <a:rPr sz="1200" b="1" i="1" spc="-25" dirty="0">
                          <a:solidFill>
                            <a:srgbClr val="00B0F0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20" dirty="0">
                          <a:solidFill>
                            <a:srgbClr val="00B0F0"/>
                          </a:solidFill>
                          <a:latin typeface="+mn-lt"/>
                          <a:cs typeface="Trebuchet MS"/>
                        </a:rPr>
                        <a:t>City</a:t>
                      </a:r>
                      <a:endParaRPr sz="1200" dirty="0">
                        <a:solidFill>
                          <a:srgbClr val="00B0F0"/>
                        </a:solidFill>
                        <a:latin typeface="+mn-lt"/>
                        <a:cs typeface="Trebuchet MS"/>
                      </a:endParaRPr>
                    </a:p>
                  </a:txBody>
                  <a:tcPr marL="0" marR="0" marT="698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1,12,787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Trebuchet MS"/>
                        </a:rPr>
                        <a:t>35,589 (32%)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Trebuchet MS"/>
                        </a:rPr>
                        <a:t>189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5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,000</a:t>
                      </a:r>
                      <a:r>
                        <a:rPr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 –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35,000</a:t>
                      </a:r>
                      <a:endParaRPr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Trebuchet MS"/>
                      </a:endParaRPr>
                    </a:p>
                  </a:txBody>
                  <a:tcPr marL="0" marR="0" marT="15367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71177865"/>
                  </a:ext>
                </a:extLst>
              </a:tr>
              <a:tr h="726302">
                <a:tc>
                  <a:txBody>
                    <a:bodyPr/>
                    <a:lstStyle/>
                    <a:p>
                      <a:pPr marL="91440" algn="l">
                        <a:lnSpc>
                          <a:spcPct val="100000"/>
                        </a:lnSpc>
                      </a:pPr>
                      <a:r>
                        <a:rPr sz="1200" b="1" i="1" spc="-75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+mn-lt"/>
                          <a:cs typeface="Trebuchet MS"/>
                        </a:rPr>
                        <a:t>Outer</a:t>
                      </a:r>
                      <a:r>
                        <a:rPr sz="1200" b="1" i="1" spc="-6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25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+mn-lt"/>
                          <a:cs typeface="Trebuchet MS"/>
                        </a:rPr>
                        <a:t>Ring</a:t>
                      </a:r>
                      <a:r>
                        <a:rPr sz="1200" b="1" i="1" spc="-55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2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+mn-lt"/>
                          <a:cs typeface="Trebuchet MS"/>
                        </a:rPr>
                        <a:t>Road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+mn-lt"/>
                        <a:cs typeface="Trebuchet MS"/>
                      </a:endParaRPr>
                    </a:p>
                  </a:txBody>
                  <a:tcPr marL="0" marR="0" marT="698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1,12,776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Trebuchet MS"/>
                        </a:rPr>
                        <a:t>28,504 (25%)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Trebuchet MS"/>
                        </a:rPr>
                        <a:t>63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7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,</a:t>
                      </a:r>
                      <a:r>
                        <a:rPr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5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00</a:t>
                      </a:r>
                      <a:r>
                        <a:rPr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 – 2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5,00</a:t>
                      </a:r>
                      <a:r>
                        <a:rPr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0</a:t>
                      </a:r>
                    </a:p>
                  </a:txBody>
                  <a:tcPr marL="0" marR="0" marT="15367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90974480"/>
                  </a:ext>
                </a:extLst>
              </a:tr>
              <a:tr h="731674">
                <a:tc>
                  <a:txBody>
                    <a:bodyPr/>
                    <a:lstStyle/>
                    <a:p>
                      <a:pPr marL="91440" algn="l">
                        <a:lnSpc>
                          <a:spcPct val="100000"/>
                        </a:lnSpc>
                      </a:pPr>
                      <a:r>
                        <a:rPr sz="1200" b="1" i="1" spc="-75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cs typeface="Trebuchet MS"/>
                        </a:rPr>
                        <a:t>Whitefield</a:t>
                      </a:r>
                      <a:r>
                        <a:rPr sz="1200" b="1" i="1" spc="-2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125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cs typeface="Trebuchet MS"/>
                        </a:rPr>
                        <a:t>&amp;</a:t>
                      </a:r>
                      <a:r>
                        <a:rPr sz="1200" b="1" i="1" spc="-3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1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cs typeface="Trebuchet MS"/>
                        </a:rPr>
                        <a:t>Brookefield</a:t>
                      </a:r>
                      <a:endParaRPr sz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cs typeface="Trebuchet MS"/>
                      </a:endParaRPr>
                    </a:p>
                  </a:txBody>
                  <a:tcPr marL="0" marR="0" marT="698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25,817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Trebuchet MS"/>
                        </a:rPr>
                        <a:t>6,804 (26%)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Trebuchet MS"/>
                        </a:rPr>
                        <a:t>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lang="en-US" sz="120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6,500 </a:t>
                      </a:r>
                      <a:r>
                        <a:rPr sz="1200" spc="28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–</a:t>
                      </a:r>
                      <a:r>
                        <a:rPr sz="1200" spc="-5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lang="en-US" sz="1200" spc="-2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2</a:t>
                      </a:r>
                      <a:r>
                        <a:rPr sz="1200" spc="-2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5</a:t>
                      </a:r>
                      <a:r>
                        <a:rPr lang="en-US" sz="1200" spc="-2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,000</a:t>
                      </a:r>
                      <a:endParaRPr sz="1200" dirty="0">
                        <a:latin typeface="+mn-lt"/>
                        <a:cs typeface="Trebuchet MS"/>
                      </a:endParaRPr>
                    </a:p>
                  </a:txBody>
                  <a:tcPr marL="0" marR="0" marT="15367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34947364"/>
                  </a:ext>
                </a:extLst>
              </a:tr>
              <a:tr h="726302">
                <a:tc>
                  <a:txBody>
                    <a:bodyPr/>
                    <a:lstStyle/>
                    <a:p>
                      <a:pPr marL="91440" algn="l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i="1" spc="-55" dirty="0">
                          <a:solidFill>
                            <a:srgbClr val="92D050"/>
                          </a:solidFill>
                          <a:latin typeface="+mn-lt"/>
                          <a:cs typeface="Trebuchet MS"/>
                        </a:rPr>
                        <a:t>North</a:t>
                      </a:r>
                      <a:r>
                        <a:rPr sz="1200" b="1" i="1" spc="-65" dirty="0">
                          <a:solidFill>
                            <a:srgbClr val="92D050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10" dirty="0">
                          <a:solidFill>
                            <a:srgbClr val="92D050"/>
                          </a:solidFill>
                          <a:latin typeface="+mn-lt"/>
                          <a:cs typeface="Trebuchet MS"/>
                        </a:rPr>
                        <a:t>Bengaluru</a:t>
                      </a:r>
                      <a:endParaRPr sz="1200" dirty="0">
                        <a:solidFill>
                          <a:srgbClr val="92D050"/>
                        </a:solidFill>
                        <a:latin typeface="+mn-lt"/>
                        <a:cs typeface="Trebuchet MS"/>
                      </a:endParaRPr>
                    </a:p>
                  </a:txBody>
                  <a:tcPr marL="0" marR="0" marT="698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4,134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Trebuchet MS"/>
                        </a:rPr>
                        <a:t>962 (23%)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Trebuchet MS"/>
                        </a:rPr>
                        <a:t>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lang="en-US" sz="120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6,00</a:t>
                      </a:r>
                      <a:r>
                        <a:rPr sz="120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0</a:t>
                      </a:r>
                      <a:r>
                        <a:rPr sz="1200" spc="-6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spc="28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–</a:t>
                      </a:r>
                      <a:r>
                        <a:rPr sz="1200" spc="-5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lang="en-US" sz="1200" spc="-2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20,000</a:t>
                      </a:r>
                      <a:endParaRPr sz="1200" dirty="0">
                        <a:latin typeface="+mn-lt"/>
                        <a:cs typeface="Trebuchet MS"/>
                      </a:endParaRPr>
                    </a:p>
                  </a:txBody>
                  <a:tcPr marL="0" marR="0" marT="15367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96407036"/>
                  </a:ext>
                </a:extLst>
              </a:tr>
              <a:tr h="726302">
                <a:tc>
                  <a:txBody>
                    <a:bodyPr/>
                    <a:lstStyle/>
                    <a:p>
                      <a:pPr marL="91440" algn="l">
                        <a:lnSpc>
                          <a:spcPct val="100000"/>
                        </a:lnSpc>
                      </a:pPr>
                      <a:r>
                        <a:rPr sz="1200" b="1" i="1" spc="-35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Trebuchet MS"/>
                        </a:rPr>
                        <a:t>South</a:t>
                      </a:r>
                      <a:r>
                        <a:rPr sz="1200" b="1" i="1" spc="-6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b="1" i="1" spc="-1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Trebuchet MS"/>
                        </a:rPr>
                        <a:t>Bengaluru</a:t>
                      </a:r>
                      <a:endParaRPr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Trebuchet MS"/>
                      </a:endParaRPr>
                    </a:p>
                  </a:txBody>
                  <a:tcPr marL="0" marR="0" marT="698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rebuchet MS"/>
                        </a:rPr>
                        <a:t>17,804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Trebuchet MS"/>
                        </a:rPr>
                        <a:t>5,478 (31%)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Trebuchet MS"/>
                        </a:rPr>
                        <a:t>11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lang="en-US" sz="120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6,500</a:t>
                      </a:r>
                      <a:r>
                        <a:rPr sz="1200" spc="-6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sz="1200" spc="285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–</a:t>
                      </a:r>
                      <a:r>
                        <a:rPr sz="1200" spc="-5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 </a:t>
                      </a:r>
                      <a:r>
                        <a:rPr lang="en-US" sz="1200" spc="-50" dirty="0">
                          <a:solidFill>
                            <a:srgbClr val="242739"/>
                          </a:solidFill>
                          <a:latin typeface="+mn-lt"/>
                          <a:cs typeface="Trebuchet MS"/>
                        </a:rPr>
                        <a:t>12,000</a:t>
                      </a:r>
                      <a:endParaRPr sz="1200" dirty="0">
                        <a:latin typeface="+mn-lt"/>
                        <a:cs typeface="Trebuchet MS"/>
                      </a:endParaRPr>
                    </a:p>
                  </a:txBody>
                  <a:tcPr marL="0" marR="0" marT="15367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37227335"/>
                  </a:ext>
                </a:extLst>
              </a:tr>
            </a:tbl>
          </a:graphicData>
        </a:graphic>
      </p:graphicFrame>
      <p:sp>
        <p:nvSpPr>
          <p:cNvPr id="103" name="TextBox 14"/>
          <p:cNvSpPr txBox="1"/>
          <p:nvPr/>
        </p:nvSpPr>
        <p:spPr>
          <a:xfrm>
            <a:off x="343801" y="4388908"/>
            <a:ext cx="3480484" cy="2323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C00000"/>
                </a:solidFill>
                <a:latin typeface="Garamond" panose="02020404030301010803" pitchFamily="18" charset="0"/>
              </a:rPr>
              <a:t>Key Takeaways :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400" b="1" dirty="0">
              <a:solidFill>
                <a:srgbClr val="C00000"/>
              </a:solidFill>
              <a:latin typeface="Garamond" panose="02020404030301010803" pitchFamily="18" charset="0"/>
            </a:endParaRPr>
          </a:p>
          <a:p>
            <a:pPr marL="285750" indent="-28575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737373"/>
                </a:solidFill>
                <a:latin typeface="Garamond" panose="02020404030301010803" pitchFamily="18" charset="0"/>
              </a:rPr>
              <a:t>More MNCs are opting for Enterprise Solution</a:t>
            </a:r>
          </a:p>
          <a:p>
            <a:pPr marL="285750" indent="-28575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100" b="1" dirty="0">
              <a:solidFill>
                <a:srgbClr val="737373"/>
              </a:solidFill>
              <a:latin typeface="Garamond" panose="02020404030301010803" pitchFamily="18" charset="0"/>
            </a:endParaRPr>
          </a:p>
          <a:p>
            <a:pPr marL="285750" indent="-28575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737373"/>
                </a:solidFill>
                <a:latin typeface="Garamond" panose="02020404030301010803" pitchFamily="18" charset="0"/>
              </a:rPr>
              <a:t>Flex space take up has risen by 30% over past 5 years </a:t>
            </a:r>
          </a:p>
          <a:p>
            <a:pPr marL="285750" indent="-28575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100" b="1" dirty="0">
              <a:solidFill>
                <a:srgbClr val="737373"/>
              </a:solidFill>
              <a:latin typeface="Garamond" panose="02020404030301010803" pitchFamily="18" charset="0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400" b="1" dirty="0">
              <a:solidFill>
                <a:srgbClr val="737373"/>
              </a:solidFill>
              <a:latin typeface="Garamond" panose="02020404030301010803" pitchFamily="18" charset="0"/>
            </a:endParaRPr>
          </a:p>
        </p:txBody>
      </p:sp>
      <p:pic>
        <p:nvPicPr>
          <p:cNvPr id="102" name="Picture 10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305" y="62015"/>
            <a:ext cx="1993662" cy="41144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BD00A-B77F-4C9F-ABDE-325AEFB65BD8}" type="slidenum">
              <a:rPr lang="en-US" smtClean="0"/>
              <a:t>4</a:t>
            </a:fld>
            <a:endParaRPr lang="en-US" dirty="0"/>
          </a:p>
        </p:txBody>
      </p:sp>
      <p:pic>
        <p:nvPicPr>
          <p:cNvPr id="104" name="Picture 10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737" y="85123"/>
            <a:ext cx="504622" cy="5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1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2"/>
          <p:cNvSpPr/>
          <p:nvPr/>
        </p:nvSpPr>
        <p:spPr>
          <a:xfrm>
            <a:off x="7619951" y="-32076"/>
            <a:ext cx="4621016" cy="7522590"/>
          </a:xfrm>
          <a:custGeom>
            <a:avLst/>
            <a:gdLst/>
            <a:ahLst/>
            <a:cxnLst/>
            <a:rect l="l" t="t" r="r" b="b"/>
            <a:pathLst>
              <a:path w="4936373" h="3342932">
                <a:moveTo>
                  <a:pt x="0" y="0"/>
                </a:moveTo>
                <a:lnTo>
                  <a:pt x="4936373" y="0"/>
                </a:lnTo>
                <a:lnTo>
                  <a:pt x="4936373" y="3342932"/>
                </a:lnTo>
                <a:lnTo>
                  <a:pt x="0" y="3342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26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" name="Picture 2" descr="Bengaluru Logo | Bangalore Logo | Bengaluru Logo Meanin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14387" cy="47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14386" y="89849"/>
            <a:ext cx="3879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300" dirty="0">
                <a:latin typeface="Garamond" panose="02020404030301010803" pitchFamily="18" charset="0"/>
              </a:rPr>
              <a:t>Future Supply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305" y="62015"/>
            <a:ext cx="1993662" cy="411443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BD00A-B77F-4C9F-ABDE-325AEFB65BD8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7770503"/>
              </p:ext>
            </p:extLst>
          </p:nvPr>
        </p:nvGraphicFramePr>
        <p:xfrm>
          <a:off x="7750629" y="624114"/>
          <a:ext cx="4151086" cy="62338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74" name="Group 73"/>
          <p:cNvGrpSpPr/>
          <p:nvPr/>
        </p:nvGrpSpPr>
        <p:grpSpPr>
          <a:xfrm>
            <a:off x="250250" y="1118361"/>
            <a:ext cx="1684843" cy="839469"/>
            <a:chOff x="250250" y="1118361"/>
            <a:chExt cx="1684843" cy="839469"/>
          </a:xfrm>
        </p:grpSpPr>
        <p:sp>
          <p:nvSpPr>
            <p:cNvPr id="8" name="object 11"/>
            <p:cNvSpPr txBox="1"/>
            <p:nvPr/>
          </p:nvSpPr>
          <p:spPr>
            <a:xfrm>
              <a:off x="752088" y="1118361"/>
              <a:ext cx="1183005" cy="83946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800" b="1" spc="-160" dirty="0">
                  <a:solidFill>
                    <a:srgbClr val="002060"/>
                  </a:solidFill>
                  <a:latin typeface="Verdana"/>
                  <a:cs typeface="Verdana"/>
                </a:rPr>
                <a:t>22</a:t>
              </a:r>
              <a:r>
                <a:rPr lang="en-US" sz="2800" b="1" spc="-160" dirty="0">
                  <a:solidFill>
                    <a:srgbClr val="002060"/>
                  </a:solidFill>
                  <a:latin typeface="Verdana"/>
                  <a:cs typeface="Verdana"/>
                </a:rPr>
                <a:t>4</a:t>
              </a:r>
              <a:r>
                <a:rPr sz="2800" b="1" spc="-305" dirty="0">
                  <a:solidFill>
                    <a:srgbClr val="002060"/>
                  </a:solidFill>
                  <a:latin typeface="Verdana"/>
                  <a:cs typeface="Verdana"/>
                </a:rPr>
                <a:t> </a:t>
              </a:r>
              <a:r>
                <a:rPr sz="1050" b="1" dirty="0">
                  <a:solidFill>
                    <a:srgbClr val="002060"/>
                  </a:solidFill>
                  <a:latin typeface="Trebuchet MS"/>
                  <a:cs typeface="Trebuchet MS"/>
                </a:rPr>
                <a:t>Mn</a:t>
              </a:r>
              <a:r>
                <a:rPr sz="1050" b="1" spc="-45" dirty="0">
                  <a:solidFill>
                    <a:srgbClr val="002060"/>
                  </a:solidFill>
                  <a:latin typeface="Trebuchet MS"/>
                  <a:cs typeface="Trebuchet MS"/>
                </a:rPr>
                <a:t> </a:t>
              </a:r>
              <a:r>
                <a:rPr sz="1050" b="1" spc="-25" dirty="0">
                  <a:solidFill>
                    <a:srgbClr val="002060"/>
                  </a:solidFill>
                  <a:latin typeface="Trebuchet MS"/>
                  <a:cs typeface="Trebuchet MS"/>
                </a:rPr>
                <a:t>Sft</a:t>
              </a:r>
              <a:endParaRPr sz="1050" dirty="0">
                <a:solidFill>
                  <a:srgbClr val="002060"/>
                </a:solidFill>
                <a:latin typeface="Trebuchet MS"/>
                <a:cs typeface="Trebuchet MS"/>
              </a:endParaRPr>
            </a:p>
            <a:p>
              <a:pPr>
                <a:lnSpc>
                  <a:spcPct val="100000"/>
                </a:lnSpc>
                <a:spcBef>
                  <a:spcPts val="630"/>
                </a:spcBef>
              </a:pPr>
              <a:endParaRPr sz="1050" dirty="0">
                <a:latin typeface="Trebuchet MS"/>
                <a:cs typeface="Trebuchet MS"/>
              </a:endParaRPr>
            </a:p>
            <a:p>
              <a:pPr marL="130175">
                <a:lnSpc>
                  <a:spcPct val="100000"/>
                </a:lnSpc>
              </a:pPr>
              <a:r>
                <a:rPr sz="1000" b="1" spc="-70" dirty="0">
                  <a:latin typeface="Trebuchet MS"/>
                  <a:cs typeface="Trebuchet MS"/>
                </a:rPr>
                <a:t>Current</a:t>
              </a:r>
              <a:r>
                <a:rPr sz="1000" b="1" spc="-10" dirty="0">
                  <a:latin typeface="Trebuchet MS"/>
                  <a:cs typeface="Trebuchet MS"/>
                </a:rPr>
                <a:t> Stock</a:t>
              </a:r>
              <a:endParaRPr sz="1000" dirty="0">
                <a:latin typeface="Trebuchet MS"/>
                <a:cs typeface="Trebuchet MS"/>
              </a:endParaRP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250250" y="1381702"/>
              <a:ext cx="347950" cy="365427"/>
              <a:chOff x="6660797" y="1076325"/>
              <a:chExt cx="347663" cy="365126"/>
            </a:xfrm>
            <a:solidFill>
              <a:srgbClr val="002060"/>
            </a:solidFill>
          </p:grpSpPr>
          <p:sp>
            <p:nvSpPr>
              <p:cNvPr id="15" name="Freeform 35"/>
              <p:cNvSpPr>
                <a:spLocks noEditPoints="1"/>
              </p:cNvSpPr>
              <p:nvPr/>
            </p:nvSpPr>
            <p:spPr bwMode="auto">
              <a:xfrm>
                <a:off x="6873522" y="1130300"/>
                <a:ext cx="134938" cy="234950"/>
              </a:xfrm>
              <a:custGeom>
                <a:avLst/>
                <a:gdLst>
                  <a:gd name="T0" fmla="*/ 62 w 85"/>
                  <a:gd name="T1" fmla="*/ 110 h 148"/>
                  <a:gd name="T2" fmla="*/ 62 w 85"/>
                  <a:gd name="T3" fmla="*/ 118 h 148"/>
                  <a:gd name="T4" fmla="*/ 71 w 85"/>
                  <a:gd name="T5" fmla="*/ 120 h 148"/>
                  <a:gd name="T6" fmla="*/ 75 w 85"/>
                  <a:gd name="T7" fmla="*/ 115 h 148"/>
                  <a:gd name="T8" fmla="*/ 73 w 85"/>
                  <a:gd name="T9" fmla="*/ 108 h 148"/>
                  <a:gd name="T10" fmla="*/ 65 w 85"/>
                  <a:gd name="T11" fmla="*/ 85 h 148"/>
                  <a:gd name="T12" fmla="*/ 61 w 85"/>
                  <a:gd name="T13" fmla="*/ 89 h 148"/>
                  <a:gd name="T14" fmla="*/ 63 w 85"/>
                  <a:gd name="T15" fmla="*/ 96 h 148"/>
                  <a:gd name="T16" fmla="*/ 73 w 85"/>
                  <a:gd name="T17" fmla="*/ 96 h 148"/>
                  <a:gd name="T18" fmla="*/ 75 w 85"/>
                  <a:gd name="T19" fmla="*/ 89 h 148"/>
                  <a:gd name="T20" fmla="*/ 71 w 85"/>
                  <a:gd name="T21" fmla="*/ 85 h 148"/>
                  <a:gd name="T22" fmla="*/ 63 w 85"/>
                  <a:gd name="T23" fmla="*/ 62 h 148"/>
                  <a:gd name="T24" fmla="*/ 61 w 85"/>
                  <a:gd name="T25" fmla="*/ 69 h 148"/>
                  <a:gd name="T26" fmla="*/ 65 w 85"/>
                  <a:gd name="T27" fmla="*/ 74 h 148"/>
                  <a:gd name="T28" fmla="*/ 75 w 85"/>
                  <a:gd name="T29" fmla="*/ 71 h 148"/>
                  <a:gd name="T30" fmla="*/ 75 w 85"/>
                  <a:gd name="T31" fmla="*/ 63 h 148"/>
                  <a:gd name="T32" fmla="*/ 65 w 85"/>
                  <a:gd name="T33" fmla="*/ 61 h 148"/>
                  <a:gd name="T34" fmla="*/ 62 w 85"/>
                  <a:gd name="T35" fmla="*/ 41 h 148"/>
                  <a:gd name="T36" fmla="*/ 62 w 85"/>
                  <a:gd name="T37" fmla="*/ 49 h 148"/>
                  <a:gd name="T38" fmla="*/ 71 w 85"/>
                  <a:gd name="T39" fmla="*/ 51 h 148"/>
                  <a:gd name="T40" fmla="*/ 75 w 85"/>
                  <a:gd name="T41" fmla="*/ 47 h 148"/>
                  <a:gd name="T42" fmla="*/ 73 w 85"/>
                  <a:gd name="T43" fmla="*/ 39 h 148"/>
                  <a:gd name="T44" fmla="*/ 65 w 85"/>
                  <a:gd name="T45" fmla="*/ 15 h 148"/>
                  <a:gd name="T46" fmla="*/ 61 w 85"/>
                  <a:gd name="T47" fmla="*/ 19 h 148"/>
                  <a:gd name="T48" fmla="*/ 63 w 85"/>
                  <a:gd name="T49" fmla="*/ 27 h 148"/>
                  <a:gd name="T50" fmla="*/ 73 w 85"/>
                  <a:gd name="T51" fmla="*/ 27 h 148"/>
                  <a:gd name="T52" fmla="*/ 75 w 85"/>
                  <a:gd name="T53" fmla="*/ 19 h 148"/>
                  <a:gd name="T54" fmla="*/ 71 w 85"/>
                  <a:gd name="T55" fmla="*/ 15 h 148"/>
                  <a:gd name="T56" fmla="*/ 38 w 85"/>
                  <a:gd name="T57" fmla="*/ 16 h 148"/>
                  <a:gd name="T58" fmla="*/ 36 w 85"/>
                  <a:gd name="T59" fmla="*/ 23 h 148"/>
                  <a:gd name="T60" fmla="*/ 40 w 85"/>
                  <a:gd name="T61" fmla="*/ 27 h 148"/>
                  <a:gd name="T62" fmla="*/ 49 w 85"/>
                  <a:gd name="T63" fmla="*/ 25 h 148"/>
                  <a:gd name="T64" fmla="*/ 49 w 85"/>
                  <a:gd name="T65" fmla="*/ 17 h 148"/>
                  <a:gd name="T66" fmla="*/ 40 w 85"/>
                  <a:gd name="T67" fmla="*/ 15 h 148"/>
                  <a:gd name="T68" fmla="*/ 11 w 85"/>
                  <a:gd name="T69" fmla="*/ 17 h 148"/>
                  <a:gd name="T70" fmla="*/ 11 w 85"/>
                  <a:gd name="T71" fmla="*/ 25 h 148"/>
                  <a:gd name="T72" fmla="*/ 20 w 85"/>
                  <a:gd name="T73" fmla="*/ 27 h 148"/>
                  <a:gd name="T74" fmla="*/ 24 w 85"/>
                  <a:gd name="T75" fmla="*/ 23 h 148"/>
                  <a:gd name="T76" fmla="*/ 22 w 85"/>
                  <a:gd name="T77" fmla="*/ 16 h 148"/>
                  <a:gd name="T78" fmla="*/ 9 w 85"/>
                  <a:gd name="T79" fmla="*/ 0 h 148"/>
                  <a:gd name="T80" fmla="*/ 82 w 85"/>
                  <a:gd name="T81" fmla="*/ 2 h 148"/>
                  <a:gd name="T82" fmla="*/ 85 w 85"/>
                  <a:gd name="T83" fmla="*/ 140 h 148"/>
                  <a:gd name="T84" fmla="*/ 80 w 85"/>
                  <a:gd name="T85" fmla="*/ 148 h 148"/>
                  <a:gd name="T86" fmla="*/ 56 w 85"/>
                  <a:gd name="T87" fmla="*/ 50 h 148"/>
                  <a:gd name="T88" fmla="*/ 39 w 85"/>
                  <a:gd name="T89" fmla="*/ 34 h 148"/>
                  <a:gd name="T90" fmla="*/ 1 w 85"/>
                  <a:gd name="T91" fmla="*/ 5 h 148"/>
                  <a:gd name="T92" fmla="*/ 9 w 85"/>
                  <a:gd name="T9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5" h="148">
                    <a:moveTo>
                      <a:pt x="65" y="108"/>
                    </a:moveTo>
                    <a:lnTo>
                      <a:pt x="63" y="108"/>
                    </a:lnTo>
                    <a:lnTo>
                      <a:pt x="62" y="110"/>
                    </a:lnTo>
                    <a:lnTo>
                      <a:pt x="61" y="112"/>
                    </a:lnTo>
                    <a:lnTo>
                      <a:pt x="61" y="115"/>
                    </a:lnTo>
                    <a:lnTo>
                      <a:pt x="62" y="118"/>
                    </a:lnTo>
                    <a:lnTo>
                      <a:pt x="63" y="120"/>
                    </a:lnTo>
                    <a:lnTo>
                      <a:pt x="65" y="120"/>
                    </a:lnTo>
                    <a:lnTo>
                      <a:pt x="71" y="120"/>
                    </a:lnTo>
                    <a:lnTo>
                      <a:pt x="73" y="120"/>
                    </a:lnTo>
                    <a:lnTo>
                      <a:pt x="75" y="118"/>
                    </a:lnTo>
                    <a:lnTo>
                      <a:pt x="75" y="115"/>
                    </a:lnTo>
                    <a:lnTo>
                      <a:pt x="75" y="112"/>
                    </a:lnTo>
                    <a:lnTo>
                      <a:pt x="75" y="110"/>
                    </a:lnTo>
                    <a:lnTo>
                      <a:pt x="73" y="108"/>
                    </a:lnTo>
                    <a:lnTo>
                      <a:pt x="71" y="108"/>
                    </a:lnTo>
                    <a:lnTo>
                      <a:pt x="65" y="108"/>
                    </a:lnTo>
                    <a:close/>
                    <a:moveTo>
                      <a:pt x="65" y="85"/>
                    </a:moveTo>
                    <a:lnTo>
                      <a:pt x="63" y="86"/>
                    </a:lnTo>
                    <a:lnTo>
                      <a:pt x="62" y="87"/>
                    </a:lnTo>
                    <a:lnTo>
                      <a:pt x="61" y="89"/>
                    </a:lnTo>
                    <a:lnTo>
                      <a:pt x="61" y="93"/>
                    </a:lnTo>
                    <a:lnTo>
                      <a:pt x="62" y="95"/>
                    </a:lnTo>
                    <a:lnTo>
                      <a:pt x="63" y="96"/>
                    </a:lnTo>
                    <a:lnTo>
                      <a:pt x="65" y="97"/>
                    </a:lnTo>
                    <a:lnTo>
                      <a:pt x="71" y="97"/>
                    </a:lnTo>
                    <a:lnTo>
                      <a:pt x="73" y="96"/>
                    </a:lnTo>
                    <a:lnTo>
                      <a:pt x="75" y="95"/>
                    </a:lnTo>
                    <a:lnTo>
                      <a:pt x="75" y="93"/>
                    </a:lnTo>
                    <a:lnTo>
                      <a:pt x="75" y="89"/>
                    </a:lnTo>
                    <a:lnTo>
                      <a:pt x="75" y="87"/>
                    </a:lnTo>
                    <a:lnTo>
                      <a:pt x="73" y="86"/>
                    </a:lnTo>
                    <a:lnTo>
                      <a:pt x="71" y="85"/>
                    </a:lnTo>
                    <a:lnTo>
                      <a:pt x="65" y="85"/>
                    </a:lnTo>
                    <a:close/>
                    <a:moveTo>
                      <a:pt x="65" y="61"/>
                    </a:moveTo>
                    <a:lnTo>
                      <a:pt x="63" y="62"/>
                    </a:lnTo>
                    <a:lnTo>
                      <a:pt x="62" y="63"/>
                    </a:lnTo>
                    <a:lnTo>
                      <a:pt x="61" y="65"/>
                    </a:lnTo>
                    <a:lnTo>
                      <a:pt x="61" y="69"/>
                    </a:lnTo>
                    <a:lnTo>
                      <a:pt x="62" y="71"/>
                    </a:lnTo>
                    <a:lnTo>
                      <a:pt x="63" y="74"/>
                    </a:lnTo>
                    <a:lnTo>
                      <a:pt x="65" y="74"/>
                    </a:lnTo>
                    <a:lnTo>
                      <a:pt x="71" y="74"/>
                    </a:lnTo>
                    <a:lnTo>
                      <a:pt x="73" y="74"/>
                    </a:lnTo>
                    <a:lnTo>
                      <a:pt x="75" y="71"/>
                    </a:lnTo>
                    <a:lnTo>
                      <a:pt x="75" y="69"/>
                    </a:lnTo>
                    <a:lnTo>
                      <a:pt x="75" y="65"/>
                    </a:lnTo>
                    <a:lnTo>
                      <a:pt x="75" y="63"/>
                    </a:lnTo>
                    <a:lnTo>
                      <a:pt x="73" y="62"/>
                    </a:lnTo>
                    <a:lnTo>
                      <a:pt x="71" y="61"/>
                    </a:lnTo>
                    <a:lnTo>
                      <a:pt x="65" y="61"/>
                    </a:lnTo>
                    <a:close/>
                    <a:moveTo>
                      <a:pt x="65" y="39"/>
                    </a:moveTo>
                    <a:lnTo>
                      <a:pt x="63" y="39"/>
                    </a:lnTo>
                    <a:lnTo>
                      <a:pt x="62" y="41"/>
                    </a:lnTo>
                    <a:lnTo>
                      <a:pt x="61" y="43"/>
                    </a:lnTo>
                    <a:lnTo>
                      <a:pt x="61" y="47"/>
                    </a:lnTo>
                    <a:lnTo>
                      <a:pt x="62" y="49"/>
                    </a:lnTo>
                    <a:lnTo>
                      <a:pt x="63" y="50"/>
                    </a:lnTo>
                    <a:lnTo>
                      <a:pt x="65" y="51"/>
                    </a:lnTo>
                    <a:lnTo>
                      <a:pt x="71" y="51"/>
                    </a:lnTo>
                    <a:lnTo>
                      <a:pt x="73" y="50"/>
                    </a:lnTo>
                    <a:lnTo>
                      <a:pt x="75" y="49"/>
                    </a:lnTo>
                    <a:lnTo>
                      <a:pt x="75" y="47"/>
                    </a:lnTo>
                    <a:lnTo>
                      <a:pt x="75" y="43"/>
                    </a:lnTo>
                    <a:lnTo>
                      <a:pt x="75" y="41"/>
                    </a:lnTo>
                    <a:lnTo>
                      <a:pt x="73" y="39"/>
                    </a:lnTo>
                    <a:lnTo>
                      <a:pt x="71" y="39"/>
                    </a:lnTo>
                    <a:lnTo>
                      <a:pt x="65" y="39"/>
                    </a:lnTo>
                    <a:close/>
                    <a:moveTo>
                      <a:pt x="65" y="15"/>
                    </a:moveTo>
                    <a:lnTo>
                      <a:pt x="63" y="16"/>
                    </a:lnTo>
                    <a:lnTo>
                      <a:pt x="62" y="17"/>
                    </a:lnTo>
                    <a:lnTo>
                      <a:pt x="61" y="19"/>
                    </a:lnTo>
                    <a:lnTo>
                      <a:pt x="61" y="23"/>
                    </a:lnTo>
                    <a:lnTo>
                      <a:pt x="62" y="25"/>
                    </a:lnTo>
                    <a:lnTo>
                      <a:pt x="63" y="27"/>
                    </a:lnTo>
                    <a:lnTo>
                      <a:pt x="65" y="27"/>
                    </a:lnTo>
                    <a:lnTo>
                      <a:pt x="71" y="27"/>
                    </a:lnTo>
                    <a:lnTo>
                      <a:pt x="73" y="27"/>
                    </a:lnTo>
                    <a:lnTo>
                      <a:pt x="75" y="25"/>
                    </a:lnTo>
                    <a:lnTo>
                      <a:pt x="75" y="23"/>
                    </a:lnTo>
                    <a:lnTo>
                      <a:pt x="75" y="19"/>
                    </a:lnTo>
                    <a:lnTo>
                      <a:pt x="75" y="17"/>
                    </a:lnTo>
                    <a:lnTo>
                      <a:pt x="73" y="16"/>
                    </a:lnTo>
                    <a:lnTo>
                      <a:pt x="71" y="15"/>
                    </a:lnTo>
                    <a:lnTo>
                      <a:pt x="65" y="15"/>
                    </a:lnTo>
                    <a:close/>
                    <a:moveTo>
                      <a:pt x="40" y="15"/>
                    </a:moveTo>
                    <a:lnTo>
                      <a:pt x="38" y="16"/>
                    </a:lnTo>
                    <a:lnTo>
                      <a:pt x="36" y="17"/>
                    </a:lnTo>
                    <a:lnTo>
                      <a:pt x="36" y="19"/>
                    </a:lnTo>
                    <a:lnTo>
                      <a:pt x="36" y="23"/>
                    </a:lnTo>
                    <a:lnTo>
                      <a:pt x="36" y="25"/>
                    </a:lnTo>
                    <a:lnTo>
                      <a:pt x="38" y="27"/>
                    </a:lnTo>
                    <a:lnTo>
                      <a:pt x="40" y="27"/>
                    </a:lnTo>
                    <a:lnTo>
                      <a:pt x="45" y="27"/>
                    </a:lnTo>
                    <a:lnTo>
                      <a:pt x="47" y="27"/>
                    </a:lnTo>
                    <a:lnTo>
                      <a:pt x="49" y="25"/>
                    </a:lnTo>
                    <a:lnTo>
                      <a:pt x="49" y="23"/>
                    </a:lnTo>
                    <a:lnTo>
                      <a:pt x="49" y="19"/>
                    </a:lnTo>
                    <a:lnTo>
                      <a:pt x="49" y="17"/>
                    </a:lnTo>
                    <a:lnTo>
                      <a:pt x="47" y="16"/>
                    </a:lnTo>
                    <a:lnTo>
                      <a:pt x="45" y="15"/>
                    </a:lnTo>
                    <a:lnTo>
                      <a:pt x="40" y="15"/>
                    </a:lnTo>
                    <a:close/>
                    <a:moveTo>
                      <a:pt x="15" y="15"/>
                    </a:moveTo>
                    <a:lnTo>
                      <a:pt x="13" y="16"/>
                    </a:lnTo>
                    <a:lnTo>
                      <a:pt x="11" y="17"/>
                    </a:lnTo>
                    <a:lnTo>
                      <a:pt x="11" y="19"/>
                    </a:lnTo>
                    <a:lnTo>
                      <a:pt x="11" y="23"/>
                    </a:lnTo>
                    <a:lnTo>
                      <a:pt x="11" y="25"/>
                    </a:lnTo>
                    <a:lnTo>
                      <a:pt x="13" y="27"/>
                    </a:lnTo>
                    <a:lnTo>
                      <a:pt x="15" y="27"/>
                    </a:lnTo>
                    <a:lnTo>
                      <a:pt x="20" y="27"/>
                    </a:lnTo>
                    <a:lnTo>
                      <a:pt x="22" y="27"/>
                    </a:lnTo>
                    <a:lnTo>
                      <a:pt x="24" y="25"/>
                    </a:lnTo>
                    <a:lnTo>
                      <a:pt x="24" y="23"/>
                    </a:lnTo>
                    <a:lnTo>
                      <a:pt x="24" y="19"/>
                    </a:lnTo>
                    <a:lnTo>
                      <a:pt x="24" y="17"/>
                    </a:lnTo>
                    <a:lnTo>
                      <a:pt x="22" y="16"/>
                    </a:lnTo>
                    <a:lnTo>
                      <a:pt x="20" y="15"/>
                    </a:lnTo>
                    <a:lnTo>
                      <a:pt x="15" y="15"/>
                    </a:lnTo>
                    <a:close/>
                    <a:moveTo>
                      <a:pt x="9" y="0"/>
                    </a:moveTo>
                    <a:lnTo>
                      <a:pt x="77" y="0"/>
                    </a:lnTo>
                    <a:lnTo>
                      <a:pt x="80" y="1"/>
                    </a:lnTo>
                    <a:lnTo>
                      <a:pt x="82" y="2"/>
                    </a:lnTo>
                    <a:lnTo>
                      <a:pt x="84" y="5"/>
                    </a:lnTo>
                    <a:lnTo>
                      <a:pt x="85" y="8"/>
                    </a:lnTo>
                    <a:lnTo>
                      <a:pt x="85" y="140"/>
                    </a:lnTo>
                    <a:lnTo>
                      <a:pt x="84" y="143"/>
                    </a:lnTo>
                    <a:lnTo>
                      <a:pt x="82" y="146"/>
                    </a:lnTo>
                    <a:lnTo>
                      <a:pt x="80" y="148"/>
                    </a:lnTo>
                    <a:lnTo>
                      <a:pt x="77" y="148"/>
                    </a:lnTo>
                    <a:lnTo>
                      <a:pt x="56" y="148"/>
                    </a:lnTo>
                    <a:lnTo>
                      <a:pt x="56" y="50"/>
                    </a:lnTo>
                    <a:lnTo>
                      <a:pt x="54" y="42"/>
                    </a:lnTo>
                    <a:lnTo>
                      <a:pt x="47" y="37"/>
                    </a:lnTo>
                    <a:lnTo>
                      <a:pt x="39" y="34"/>
                    </a:lnTo>
                    <a:lnTo>
                      <a:pt x="0" y="34"/>
                    </a:lnTo>
                    <a:lnTo>
                      <a:pt x="0" y="8"/>
                    </a:lnTo>
                    <a:lnTo>
                      <a:pt x="1" y="5"/>
                    </a:lnTo>
                    <a:lnTo>
                      <a:pt x="3" y="2"/>
                    </a:lnTo>
                    <a:lnTo>
                      <a:pt x="6" y="1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0" cap="none" spc="0" normalizeH="0" baseline="0" noProof="0" dirty="0">
                  <a:ln>
                    <a:noFill/>
                  </a:ln>
                  <a:solidFill>
                    <a:srgbClr val="002244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16" name="Freeform 36"/>
              <p:cNvSpPr>
                <a:spLocks noEditPoints="1"/>
              </p:cNvSpPr>
              <p:nvPr/>
            </p:nvSpPr>
            <p:spPr bwMode="auto">
              <a:xfrm>
                <a:off x="6660797" y="1076325"/>
                <a:ext cx="160338" cy="292100"/>
              </a:xfrm>
              <a:custGeom>
                <a:avLst/>
                <a:gdLst>
                  <a:gd name="T0" fmla="*/ 42 w 101"/>
                  <a:gd name="T1" fmla="*/ 134 h 184"/>
                  <a:gd name="T2" fmla="*/ 46 w 101"/>
                  <a:gd name="T3" fmla="*/ 144 h 184"/>
                  <a:gd name="T4" fmla="*/ 59 w 101"/>
                  <a:gd name="T5" fmla="*/ 140 h 184"/>
                  <a:gd name="T6" fmla="*/ 55 w 101"/>
                  <a:gd name="T7" fmla="*/ 129 h 184"/>
                  <a:gd name="T8" fmla="*/ 14 w 101"/>
                  <a:gd name="T9" fmla="*/ 131 h 184"/>
                  <a:gd name="T10" fmla="*/ 15 w 101"/>
                  <a:gd name="T11" fmla="*/ 143 h 184"/>
                  <a:gd name="T12" fmla="*/ 28 w 101"/>
                  <a:gd name="T13" fmla="*/ 142 h 184"/>
                  <a:gd name="T14" fmla="*/ 27 w 101"/>
                  <a:gd name="T15" fmla="*/ 130 h 184"/>
                  <a:gd name="T16" fmla="*/ 44 w 101"/>
                  <a:gd name="T17" fmla="*/ 102 h 184"/>
                  <a:gd name="T18" fmla="*/ 42 w 101"/>
                  <a:gd name="T19" fmla="*/ 114 h 184"/>
                  <a:gd name="T20" fmla="*/ 57 w 101"/>
                  <a:gd name="T21" fmla="*/ 116 h 184"/>
                  <a:gd name="T22" fmla="*/ 58 w 101"/>
                  <a:gd name="T23" fmla="*/ 103 h 184"/>
                  <a:gd name="T24" fmla="*/ 17 w 101"/>
                  <a:gd name="T25" fmla="*/ 101 h 184"/>
                  <a:gd name="T26" fmla="*/ 13 w 101"/>
                  <a:gd name="T27" fmla="*/ 112 h 184"/>
                  <a:gd name="T28" fmla="*/ 25 w 101"/>
                  <a:gd name="T29" fmla="*/ 116 h 184"/>
                  <a:gd name="T30" fmla="*/ 29 w 101"/>
                  <a:gd name="T31" fmla="*/ 105 h 184"/>
                  <a:gd name="T32" fmla="*/ 17 w 101"/>
                  <a:gd name="T33" fmla="*/ 101 h 184"/>
                  <a:gd name="T34" fmla="*/ 42 w 101"/>
                  <a:gd name="T35" fmla="*/ 77 h 184"/>
                  <a:gd name="T36" fmla="*/ 46 w 101"/>
                  <a:gd name="T37" fmla="*/ 88 h 184"/>
                  <a:gd name="T38" fmla="*/ 59 w 101"/>
                  <a:gd name="T39" fmla="*/ 84 h 184"/>
                  <a:gd name="T40" fmla="*/ 55 w 101"/>
                  <a:gd name="T41" fmla="*/ 73 h 184"/>
                  <a:gd name="T42" fmla="*/ 14 w 101"/>
                  <a:gd name="T43" fmla="*/ 75 h 184"/>
                  <a:gd name="T44" fmla="*/ 15 w 101"/>
                  <a:gd name="T45" fmla="*/ 87 h 184"/>
                  <a:gd name="T46" fmla="*/ 28 w 101"/>
                  <a:gd name="T47" fmla="*/ 86 h 184"/>
                  <a:gd name="T48" fmla="*/ 27 w 101"/>
                  <a:gd name="T49" fmla="*/ 74 h 184"/>
                  <a:gd name="T50" fmla="*/ 74 w 101"/>
                  <a:gd name="T51" fmla="*/ 45 h 184"/>
                  <a:gd name="T52" fmla="*/ 72 w 101"/>
                  <a:gd name="T53" fmla="*/ 57 h 184"/>
                  <a:gd name="T54" fmla="*/ 86 w 101"/>
                  <a:gd name="T55" fmla="*/ 59 h 184"/>
                  <a:gd name="T56" fmla="*/ 87 w 101"/>
                  <a:gd name="T57" fmla="*/ 47 h 184"/>
                  <a:gd name="T58" fmla="*/ 46 w 101"/>
                  <a:gd name="T59" fmla="*/ 45 h 184"/>
                  <a:gd name="T60" fmla="*/ 42 w 101"/>
                  <a:gd name="T61" fmla="*/ 55 h 184"/>
                  <a:gd name="T62" fmla="*/ 55 w 101"/>
                  <a:gd name="T63" fmla="*/ 59 h 184"/>
                  <a:gd name="T64" fmla="*/ 59 w 101"/>
                  <a:gd name="T65" fmla="*/ 49 h 184"/>
                  <a:gd name="T66" fmla="*/ 46 w 101"/>
                  <a:gd name="T67" fmla="*/ 45 h 184"/>
                  <a:gd name="T68" fmla="*/ 13 w 101"/>
                  <a:gd name="T69" fmla="*/ 49 h 184"/>
                  <a:gd name="T70" fmla="*/ 17 w 101"/>
                  <a:gd name="T71" fmla="*/ 59 h 184"/>
                  <a:gd name="T72" fmla="*/ 29 w 101"/>
                  <a:gd name="T73" fmla="*/ 55 h 184"/>
                  <a:gd name="T74" fmla="*/ 25 w 101"/>
                  <a:gd name="T75" fmla="*/ 45 h 184"/>
                  <a:gd name="T76" fmla="*/ 72 w 101"/>
                  <a:gd name="T77" fmla="*/ 18 h 184"/>
                  <a:gd name="T78" fmla="*/ 74 w 101"/>
                  <a:gd name="T79" fmla="*/ 31 h 184"/>
                  <a:gd name="T80" fmla="*/ 87 w 101"/>
                  <a:gd name="T81" fmla="*/ 30 h 184"/>
                  <a:gd name="T82" fmla="*/ 86 w 101"/>
                  <a:gd name="T83" fmla="*/ 17 h 184"/>
                  <a:gd name="T84" fmla="*/ 44 w 101"/>
                  <a:gd name="T85" fmla="*/ 17 h 184"/>
                  <a:gd name="T86" fmla="*/ 42 w 101"/>
                  <a:gd name="T87" fmla="*/ 30 h 184"/>
                  <a:gd name="T88" fmla="*/ 57 w 101"/>
                  <a:gd name="T89" fmla="*/ 31 h 184"/>
                  <a:gd name="T90" fmla="*/ 58 w 101"/>
                  <a:gd name="T91" fmla="*/ 18 h 184"/>
                  <a:gd name="T92" fmla="*/ 17 w 101"/>
                  <a:gd name="T93" fmla="*/ 16 h 184"/>
                  <a:gd name="T94" fmla="*/ 13 w 101"/>
                  <a:gd name="T95" fmla="*/ 28 h 184"/>
                  <a:gd name="T96" fmla="*/ 25 w 101"/>
                  <a:gd name="T97" fmla="*/ 32 h 184"/>
                  <a:gd name="T98" fmla="*/ 29 w 101"/>
                  <a:gd name="T99" fmla="*/ 21 h 184"/>
                  <a:gd name="T100" fmla="*/ 17 w 101"/>
                  <a:gd name="T101" fmla="*/ 16 h 184"/>
                  <a:gd name="T102" fmla="*/ 99 w 101"/>
                  <a:gd name="T103" fmla="*/ 2 h 184"/>
                  <a:gd name="T104" fmla="*/ 83 w 101"/>
                  <a:gd name="T105" fmla="*/ 68 h 184"/>
                  <a:gd name="T106" fmla="*/ 67 w 101"/>
                  <a:gd name="T107" fmla="*/ 184 h 184"/>
                  <a:gd name="T108" fmla="*/ 0 w 101"/>
                  <a:gd name="T109" fmla="*/ 179 h 184"/>
                  <a:gd name="T110" fmla="*/ 3 w 101"/>
                  <a:gd name="T111" fmla="*/ 2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01" h="184">
                    <a:moveTo>
                      <a:pt x="46" y="129"/>
                    </a:moveTo>
                    <a:lnTo>
                      <a:pt x="44" y="130"/>
                    </a:lnTo>
                    <a:lnTo>
                      <a:pt x="42" y="131"/>
                    </a:lnTo>
                    <a:lnTo>
                      <a:pt x="42" y="134"/>
                    </a:lnTo>
                    <a:lnTo>
                      <a:pt x="42" y="140"/>
                    </a:lnTo>
                    <a:lnTo>
                      <a:pt x="42" y="142"/>
                    </a:lnTo>
                    <a:lnTo>
                      <a:pt x="44" y="143"/>
                    </a:lnTo>
                    <a:lnTo>
                      <a:pt x="46" y="144"/>
                    </a:lnTo>
                    <a:lnTo>
                      <a:pt x="55" y="144"/>
                    </a:lnTo>
                    <a:lnTo>
                      <a:pt x="57" y="143"/>
                    </a:lnTo>
                    <a:lnTo>
                      <a:pt x="58" y="142"/>
                    </a:lnTo>
                    <a:lnTo>
                      <a:pt x="59" y="140"/>
                    </a:lnTo>
                    <a:lnTo>
                      <a:pt x="59" y="134"/>
                    </a:lnTo>
                    <a:lnTo>
                      <a:pt x="58" y="131"/>
                    </a:lnTo>
                    <a:lnTo>
                      <a:pt x="57" y="130"/>
                    </a:lnTo>
                    <a:lnTo>
                      <a:pt x="55" y="129"/>
                    </a:lnTo>
                    <a:lnTo>
                      <a:pt x="46" y="129"/>
                    </a:lnTo>
                    <a:close/>
                    <a:moveTo>
                      <a:pt x="17" y="129"/>
                    </a:moveTo>
                    <a:lnTo>
                      <a:pt x="15" y="130"/>
                    </a:lnTo>
                    <a:lnTo>
                      <a:pt x="14" y="131"/>
                    </a:lnTo>
                    <a:lnTo>
                      <a:pt x="13" y="134"/>
                    </a:lnTo>
                    <a:lnTo>
                      <a:pt x="13" y="140"/>
                    </a:lnTo>
                    <a:lnTo>
                      <a:pt x="14" y="142"/>
                    </a:lnTo>
                    <a:lnTo>
                      <a:pt x="15" y="143"/>
                    </a:lnTo>
                    <a:lnTo>
                      <a:pt x="17" y="144"/>
                    </a:lnTo>
                    <a:lnTo>
                      <a:pt x="25" y="144"/>
                    </a:lnTo>
                    <a:lnTo>
                      <a:pt x="27" y="143"/>
                    </a:lnTo>
                    <a:lnTo>
                      <a:pt x="28" y="142"/>
                    </a:lnTo>
                    <a:lnTo>
                      <a:pt x="29" y="140"/>
                    </a:lnTo>
                    <a:lnTo>
                      <a:pt x="29" y="134"/>
                    </a:lnTo>
                    <a:lnTo>
                      <a:pt x="28" y="131"/>
                    </a:lnTo>
                    <a:lnTo>
                      <a:pt x="27" y="130"/>
                    </a:lnTo>
                    <a:lnTo>
                      <a:pt x="25" y="129"/>
                    </a:lnTo>
                    <a:lnTo>
                      <a:pt x="17" y="129"/>
                    </a:lnTo>
                    <a:close/>
                    <a:moveTo>
                      <a:pt x="46" y="101"/>
                    </a:moveTo>
                    <a:lnTo>
                      <a:pt x="44" y="102"/>
                    </a:lnTo>
                    <a:lnTo>
                      <a:pt x="42" y="103"/>
                    </a:lnTo>
                    <a:lnTo>
                      <a:pt x="42" y="105"/>
                    </a:lnTo>
                    <a:lnTo>
                      <a:pt x="42" y="112"/>
                    </a:lnTo>
                    <a:lnTo>
                      <a:pt x="42" y="114"/>
                    </a:lnTo>
                    <a:lnTo>
                      <a:pt x="44" y="116"/>
                    </a:lnTo>
                    <a:lnTo>
                      <a:pt x="46" y="116"/>
                    </a:lnTo>
                    <a:lnTo>
                      <a:pt x="55" y="116"/>
                    </a:lnTo>
                    <a:lnTo>
                      <a:pt x="57" y="116"/>
                    </a:lnTo>
                    <a:lnTo>
                      <a:pt x="58" y="114"/>
                    </a:lnTo>
                    <a:lnTo>
                      <a:pt x="59" y="112"/>
                    </a:lnTo>
                    <a:lnTo>
                      <a:pt x="59" y="105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5" y="101"/>
                    </a:lnTo>
                    <a:lnTo>
                      <a:pt x="46" y="101"/>
                    </a:lnTo>
                    <a:close/>
                    <a:moveTo>
                      <a:pt x="17" y="101"/>
                    </a:moveTo>
                    <a:lnTo>
                      <a:pt x="15" y="102"/>
                    </a:lnTo>
                    <a:lnTo>
                      <a:pt x="14" y="103"/>
                    </a:lnTo>
                    <a:lnTo>
                      <a:pt x="13" y="105"/>
                    </a:lnTo>
                    <a:lnTo>
                      <a:pt x="13" y="112"/>
                    </a:lnTo>
                    <a:lnTo>
                      <a:pt x="14" y="114"/>
                    </a:lnTo>
                    <a:lnTo>
                      <a:pt x="15" y="116"/>
                    </a:lnTo>
                    <a:lnTo>
                      <a:pt x="17" y="116"/>
                    </a:lnTo>
                    <a:lnTo>
                      <a:pt x="25" y="116"/>
                    </a:lnTo>
                    <a:lnTo>
                      <a:pt x="27" y="116"/>
                    </a:lnTo>
                    <a:lnTo>
                      <a:pt x="28" y="114"/>
                    </a:lnTo>
                    <a:lnTo>
                      <a:pt x="29" y="112"/>
                    </a:lnTo>
                    <a:lnTo>
                      <a:pt x="29" y="105"/>
                    </a:lnTo>
                    <a:lnTo>
                      <a:pt x="28" y="103"/>
                    </a:lnTo>
                    <a:lnTo>
                      <a:pt x="27" y="102"/>
                    </a:lnTo>
                    <a:lnTo>
                      <a:pt x="25" y="101"/>
                    </a:lnTo>
                    <a:lnTo>
                      <a:pt x="17" y="101"/>
                    </a:lnTo>
                    <a:close/>
                    <a:moveTo>
                      <a:pt x="46" y="73"/>
                    </a:moveTo>
                    <a:lnTo>
                      <a:pt x="44" y="74"/>
                    </a:lnTo>
                    <a:lnTo>
                      <a:pt x="42" y="75"/>
                    </a:lnTo>
                    <a:lnTo>
                      <a:pt x="42" y="77"/>
                    </a:lnTo>
                    <a:lnTo>
                      <a:pt x="42" y="84"/>
                    </a:lnTo>
                    <a:lnTo>
                      <a:pt x="42" y="86"/>
                    </a:lnTo>
                    <a:lnTo>
                      <a:pt x="44" y="87"/>
                    </a:lnTo>
                    <a:lnTo>
                      <a:pt x="46" y="88"/>
                    </a:lnTo>
                    <a:lnTo>
                      <a:pt x="55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4"/>
                    </a:lnTo>
                    <a:lnTo>
                      <a:pt x="59" y="77"/>
                    </a:lnTo>
                    <a:lnTo>
                      <a:pt x="58" y="75"/>
                    </a:lnTo>
                    <a:lnTo>
                      <a:pt x="57" y="74"/>
                    </a:lnTo>
                    <a:lnTo>
                      <a:pt x="55" y="73"/>
                    </a:lnTo>
                    <a:lnTo>
                      <a:pt x="46" y="73"/>
                    </a:lnTo>
                    <a:close/>
                    <a:moveTo>
                      <a:pt x="17" y="73"/>
                    </a:moveTo>
                    <a:lnTo>
                      <a:pt x="15" y="74"/>
                    </a:lnTo>
                    <a:lnTo>
                      <a:pt x="14" y="75"/>
                    </a:lnTo>
                    <a:lnTo>
                      <a:pt x="13" y="77"/>
                    </a:lnTo>
                    <a:lnTo>
                      <a:pt x="13" y="84"/>
                    </a:lnTo>
                    <a:lnTo>
                      <a:pt x="14" y="86"/>
                    </a:lnTo>
                    <a:lnTo>
                      <a:pt x="15" y="87"/>
                    </a:lnTo>
                    <a:lnTo>
                      <a:pt x="17" y="88"/>
                    </a:lnTo>
                    <a:lnTo>
                      <a:pt x="25" y="88"/>
                    </a:lnTo>
                    <a:lnTo>
                      <a:pt x="27" y="87"/>
                    </a:lnTo>
                    <a:lnTo>
                      <a:pt x="28" y="86"/>
                    </a:lnTo>
                    <a:lnTo>
                      <a:pt x="29" y="84"/>
                    </a:lnTo>
                    <a:lnTo>
                      <a:pt x="29" y="77"/>
                    </a:lnTo>
                    <a:lnTo>
                      <a:pt x="28" y="75"/>
                    </a:lnTo>
                    <a:lnTo>
                      <a:pt x="27" y="74"/>
                    </a:lnTo>
                    <a:lnTo>
                      <a:pt x="25" y="73"/>
                    </a:lnTo>
                    <a:lnTo>
                      <a:pt x="17" y="73"/>
                    </a:lnTo>
                    <a:close/>
                    <a:moveTo>
                      <a:pt x="76" y="45"/>
                    </a:moveTo>
                    <a:lnTo>
                      <a:pt x="74" y="45"/>
                    </a:lnTo>
                    <a:lnTo>
                      <a:pt x="72" y="47"/>
                    </a:lnTo>
                    <a:lnTo>
                      <a:pt x="72" y="49"/>
                    </a:lnTo>
                    <a:lnTo>
                      <a:pt x="72" y="55"/>
                    </a:lnTo>
                    <a:lnTo>
                      <a:pt x="72" y="57"/>
                    </a:lnTo>
                    <a:lnTo>
                      <a:pt x="74" y="59"/>
                    </a:lnTo>
                    <a:lnTo>
                      <a:pt x="76" y="59"/>
                    </a:lnTo>
                    <a:lnTo>
                      <a:pt x="84" y="59"/>
                    </a:lnTo>
                    <a:lnTo>
                      <a:pt x="86" y="59"/>
                    </a:lnTo>
                    <a:lnTo>
                      <a:pt x="87" y="57"/>
                    </a:lnTo>
                    <a:lnTo>
                      <a:pt x="88" y="55"/>
                    </a:lnTo>
                    <a:lnTo>
                      <a:pt x="88" y="49"/>
                    </a:lnTo>
                    <a:lnTo>
                      <a:pt x="87" y="47"/>
                    </a:lnTo>
                    <a:lnTo>
                      <a:pt x="86" y="45"/>
                    </a:lnTo>
                    <a:lnTo>
                      <a:pt x="84" y="45"/>
                    </a:lnTo>
                    <a:lnTo>
                      <a:pt x="76" y="45"/>
                    </a:lnTo>
                    <a:close/>
                    <a:moveTo>
                      <a:pt x="46" y="45"/>
                    </a:moveTo>
                    <a:lnTo>
                      <a:pt x="44" y="45"/>
                    </a:lnTo>
                    <a:lnTo>
                      <a:pt x="42" y="47"/>
                    </a:lnTo>
                    <a:lnTo>
                      <a:pt x="42" y="49"/>
                    </a:lnTo>
                    <a:lnTo>
                      <a:pt x="42" y="55"/>
                    </a:lnTo>
                    <a:lnTo>
                      <a:pt x="42" y="57"/>
                    </a:lnTo>
                    <a:lnTo>
                      <a:pt x="44" y="59"/>
                    </a:lnTo>
                    <a:lnTo>
                      <a:pt x="46" y="59"/>
                    </a:lnTo>
                    <a:lnTo>
                      <a:pt x="55" y="59"/>
                    </a:lnTo>
                    <a:lnTo>
                      <a:pt x="57" y="59"/>
                    </a:lnTo>
                    <a:lnTo>
                      <a:pt x="58" y="57"/>
                    </a:lnTo>
                    <a:lnTo>
                      <a:pt x="59" y="55"/>
                    </a:lnTo>
                    <a:lnTo>
                      <a:pt x="59" y="49"/>
                    </a:lnTo>
                    <a:lnTo>
                      <a:pt x="58" y="47"/>
                    </a:lnTo>
                    <a:lnTo>
                      <a:pt x="57" y="45"/>
                    </a:lnTo>
                    <a:lnTo>
                      <a:pt x="55" y="45"/>
                    </a:lnTo>
                    <a:lnTo>
                      <a:pt x="46" y="45"/>
                    </a:lnTo>
                    <a:close/>
                    <a:moveTo>
                      <a:pt x="17" y="45"/>
                    </a:moveTo>
                    <a:lnTo>
                      <a:pt x="15" y="45"/>
                    </a:lnTo>
                    <a:lnTo>
                      <a:pt x="14" y="47"/>
                    </a:lnTo>
                    <a:lnTo>
                      <a:pt x="13" y="49"/>
                    </a:lnTo>
                    <a:lnTo>
                      <a:pt x="13" y="55"/>
                    </a:lnTo>
                    <a:lnTo>
                      <a:pt x="14" y="57"/>
                    </a:lnTo>
                    <a:lnTo>
                      <a:pt x="15" y="59"/>
                    </a:lnTo>
                    <a:lnTo>
                      <a:pt x="17" y="59"/>
                    </a:lnTo>
                    <a:lnTo>
                      <a:pt x="25" y="59"/>
                    </a:lnTo>
                    <a:lnTo>
                      <a:pt x="27" y="59"/>
                    </a:lnTo>
                    <a:lnTo>
                      <a:pt x="28" y="57"/>
                    </a:lnTo>
                    <a:lnTo>
                      <a:pt x="29" y="55"/>
                    </a:lnTo>
                    <a:lnTo>
                      <a:pt x="29" y="49"/>
                    </a:lnTo>
                    <a:lnTo>
                      <a:pt x="28" y="47"/>
                    </a:lnTo>
                    <a:lnTo>
                      <a:pt x="27" y="45"/>
                    </a:lnTo>
                    <a:lnTo>
                      <a:pt x="25" y="45"/>
                    </a:lnTo>
                    <a:lnTo>
                      <a:pt x="17" y="45"/>
                    </a:lnTo>
                    <a:close/>
                    <a:moveTo>
                      <a:pt x="76" y="16"/>
                    </a:moveTo>
                    <a:lnTo>
                      <a:pt x="74" y="17"/>
                    </a:lnTo>
                    <a:lnTo>
                      <a:pt x="72" y="18"/>
                    </a:lnTo>
                    <a:lnTo>
                      <a:pt x="72" y="21"/>
                    </a:lnTo>
                    <a:lnTo>
                      <a:pt x="72" y="28"/>
                    </a:lnTo>
                    <a:lnTo>
                      <a:pt x="72" y="30"/>
                    </a:lnTo>
                    <a:lnTo>
                      <a:pt x="74" y="31"/>
                    </a:lnTo>
                    <a:lnTo>
                      <a:pt x="76" y="32"/>
                    </a:lnTo>
                    <a:lnTo>
                      <a:pt x="84" y="32"/>
                    </a:lnTo>
                    <a:lnTo>
                      <a:pt x="86" y="31"/>
                    </a:lnTo>
                    <a:lnTo>
                      <a:pt x="87" y="30"/>
                    </a:lnTo>
                    <a:lnTo>
                      <a:pt x="88" y="28"/>
                    </a:lnTo>
                    <a:lnTo>
                      <a:pt x="88" y="21"/>
                    </a:lnTo>
                    <a:lnTo>
                      <a:pt x="87" y="18"/>
                    </a:lnTo>
                    <a:lnTo>
                      <a:pt x="86" y="17"/>
                    </a:lnTo>
                    <a:lnTo>
                      <a:pt x="84" y="16"/>
                    </a:lnTo>
                    <a:lnTo>
                      <a:pt x="76" y="16"/>
                    </a:lnTo>
                    <a:close/>
                    <a:moveTo>
                      <a:pt x="46" y="16"/>
                    </a:moveTo>
                    <a:lnTo>
                      <a:pt x="44" y="17"/>
                    </a:lnTo>
                    <a:lnTo>
                      <a:pt x="42" y="18"/>
                    </a:lnTo>
                    <a:lnTo>
                      <a:pt x="42" y="21"/>
                    </a:lnTo>
                    <a:lnTo>
                      <a:pt x="42" y="28"/>
                    </a:lnTo>
                    <a:lnTo>
                      <a:pt x="42" y="30"/>
                    </a:lnTo>
                    <a:lnTo>
                      <a:pt x="44" y="31"/>
                    </a:lnTo>
                    <a:lnTo>
                      <a:pt x="46" y="32"/>
                    </a:lnTo>
                    <a:lnTo>
                      <a:pt x="55" y="32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28"/>
                    </a:lnTo>
                    <a:lnTo>
                      <a:pt x="59" y="21"/>
                    </a:lnTo>
                    <a:lnTo>
                      <a:pt x="58" y="18"/>
                    </a:lnTo>
                    <a:lnTo>
                      <a:pt x="57" y="17"/>
                    </a:lnTo>
                    <a:lnTo>
                      <a:pt x="55" y="16"/>
                    </a:lnTo>
                    <a:lnTo>
                      <a:pt x="46" y="16"/>
                    </a:lnTo>
                    <a:close/>
                    <a:moveTo>
                      <a:pt x="17" y="16"/>
                    </a:moveTo>
                    <a:lnTo>
                      <a:pt x="15" y="17"/>
                    </a:lnTo>
                    <a:lnTo>
                      <a:pt x="14" y="18"/>
                    </a:lnTo>
                    <a:lnTo>
                      <a:pt x="13" y="21"/>
                    </a:lnTo>
                    <a:lnTo>
                      <a:pt x="13" y="28"/>
                    </a:lnTo>
                    <a:lnTo>
                      <a:pt x="14" y="30"/>
                    </a:lnTo>
                    <a:lnTo>
                      <a:pt x="15" y="31"/>
                    </a:lnTo>
                    <a:lnTo>
                      <a:pt x="17" y="32"/>
                    </a:lnTo>
                    <a:lnTo>
                      <a:pt x="25" y="32"/>
                    </a:lnTo>
                    <a:lnTo>
                      <a:pt x="27" y="31"/>
                    </a:lnTo>
                    <a:lnTo>
                      <a:pt x="28" y="30"/>
                    </a:lnTo>
                    <a:lnTo>
                      <a:pt x="29" y="28"/>
                    </a:lnTo>
                    <a:lnTo>
                      <a:pt x="29" y="21"/>
                    </a:lnTo>
                    <a:lnTo>
                      <a:pt x="28" y="18"/>
                    </a:lnTo>
                    <a:lnTo>
                      <a:pt x="27" y="17"/>
                    </a:lnTo>
                    <a:lnTo>
                      <a:pt x="25" y="16"/>
                    </a:lnTo>
                    <a:lnTo>
                      <a:pt x="17" y="16"/>
                    </a:lnTo>
                    <a:close/>
                    <a:moveTo>
                      <a:pt x="9" y="0"/>
                    </a:moveTo>
                    <a:lnTo>
                      <a:pt x="92" y="0"/>
                    </a:lnTo>
                    <a:lnTo>
                      <a:pt x="96" y="0"/>
                    </a:lnTo>
                    <a:lnTo>
                      <a:pt x="99" y="2"/>
                    </a:lnTo>
                    <a:lnTo>
                      <a:pt x="100" y="4"/>
                    </a:lnTo>
                    <a:lnTo>
                      <a:pt x="101" y="8"/>
                    </a:lnTo>
                    <a:lnTo>
                      <a:pt x="101" y="68"/>
                    </a:lnTo>
                    <a:lnTo>
                      <a:pt x="83" y="68"/>
                    </a:lnTo>
                    <a:lnTo>
                      <a:pt x="75" y="71"/>
                    </a:lnTo>
                    <a:lnTo>
                      <a:pt x="69" y="76"/>
                    </a:lnTo>
                    <a:lnTo>
                      <a:pt x="67" y="84"/>
                    </a:lnTo>
                    <a:lnTo>
                      <a:pt x="67" y="184"/>
                    </a:lnTo>
                    <a:lnTo>
                      <a:pt x="9" y="184"/>
                    </a:lnTo>
                    <a:lnTo>
                      <a:pt x="5" y="184"/>
                    </a:lnTo>
                    <a:lnTo>
                      <a:pt x="3" y="182"/>
                    </a:lnTo>
                    <a:lnTo>
                      <a:pt x="0" y="179"/>
                    </a:lnTo>
                    <a:lnTo>
                      <a:pt x="0" y="176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3" y="2"/>
                    </a:lnTo>
                    <a:lnTo>
                      <a:pt x="5" y="0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0" cap="none" spc="0" normalizeH="0" baseline="0" noProof="0" dirty="0">
                  <a:ln>
                    <a:noFill/>
                  </a:ln>
                  <a:solidFill>
                    <a:srgbClr val="002244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17" name="Rectangle 37"/>
              <p:cNvSpPr>
                <a:spLocks noChangeArrowheads="1"/>
              </p:cNvSpPr>
              <p:nvPr/>
            </p:nvSpPr>
            <p:spPr bwMode="auto">
              <a:xfrm>
                <a:off x="6779860" y="1314450"/>
                <a:ext cx="168275" cy="33338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0" cap="none" spc="0" normalizeH="0" baseline="0" noProof="0" dirty="0">
                  <a:ln>
                    <a:noFill/>
                  </a:ln>
                  <a:solidFill>
                    <a:srgbClr val="002244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18" name="Rectangle 38"/>
              <p:cNvSpPr>
                <a:spLocks noChangeArrowheads="1"/>
              </p:cNvSpPr>
              <p:nvPr/>
            </p:nvSpPr>
            <p:spPr bwMode="auto">
              <a:xfrm>
                <a:off x="6779860" y="1354138"/>
                <a:ext cx="168275" cy="3016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0" cap="none" spc="0" normalizeH="0" baseline="0" noProof="0" dirty="0">
                  <a:ln>
                    <a:noFill/>
                  </a:ln>
                  <a:solidFill>
                    <a:srgbClr val="002244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19" name="Freeform 39"/>
              <p:cNvSpPr>
                <a:spLocks/>
              </p:cNvSpPr>
              <p:nvPr/>
            </p:nvSpPr>
            <p:spPr bwMode="auto">
              <a:xfrm>
                <a:off x="6779860" y="1196975"/>
                <a:ext cx="168275" cy="36513"/>
              </a:xfrm>
              <a:custGeom>
                <a:avLst/>
                <a:gdLst>
                  <a:gd name="T0" fmla="*/ 8 w 106"/>
                  <a:gd name="T1" fmla="*/ 0 h 23"/>
                  <a:gd name="T2" fmla="*/ 98 w 106"/>
                  <a:gd name="T3" fmla="*/ 0 h 23"/>
                  <a:gd name="T4" fmla="*/ 101 w 106"/>
                  <a:gd name="T5" fmla="*/ 1 h 23"/>
                  <a:gd name="T6" fmla="*/ 104 w 106"/>
                  <a:gd name="T7" fmla="*/ 3 h 23"/>
                  <a:gd name="T8" fmla="*/ 106 w 106"/>
                  <a:gd name="T9" fmla="*/ 5 h 23"/>
                  <a:gd name="T10" fmla="*/ 106 w 106"/>
                  <a:gd name="T11" fmla="*/ 8 h 23"/>
                  <a:gd name="T12" fmla="*/ 106 w 106"/>
                  <a:gd name="T13" fmla="*/ 23 h 23"/>
                  <a:gd name="T14" fmla="*/ 0 w 106"/>
                  <a:gd name="T15" fmla="*/ 23 h 23"/>
                  <a:gd name="T16" fmla="*/ 0 w 106"/>
                  <a:gd name="T17" fmla="*/ 8 h 23"/>
                  <a:gd name="T18" fmla="*/ 0 w 106"/>
                  <a:gd name="T19" fmla="*/ 5 h 23"/>
                  <a:gd name="T20" fmla="*/ 2 w 106"/>
                  <a:gd name="T21" fmla="*/ 3 h 23"/>
                  <a:gd name="T22" fmla="*/ 5 w 106"/>
                  <a:gd name="T23" fmla="*/ 1 h 23"/>
                  <a:gd name="T24" fmla="*/ 8 w 106"/>
                  <a:gd name="T2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6" h="23">
                    <a:moveTo>
                      <a:pt x="8" y="0"/>
                    </a:moveTo>
                    <a:lnTo>
                      <a:pt x="98" y="0"/>
                    </a:lnTo>
                    <a:lnTo>
                      <a:pt x="101" y="1"/>
                    </a:lnTo>
                    <a:lnTo>
                      <a:pt x="104" y="3"/>
                    </a:lnTo>
                    <a:lnTo>
                      <a:pt x="106" y="5"/>
                    </a:lnTo>
                    <a:lnTo>
                      <a:pt x="106" y="8"/>
                    </a:lnTo>
                    <a:lnTo>
                      <a:pt x="106" y="23"/>
                    </a:lnTo>
                    <a:lnTo>
                      <a:pt x="0" y="23"/>
                    </a:lnTo>
                    <a:lnTo>
                      <a:pt x="0" y="8"/>
                    </a:lnTo>
                    <a:lnTo>
                      <a:pt x="0" y="5"/>
                    </a:lnTo>
                    <a:lnTo>
                      <a:pt x="2" y="3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0" cap="none" spc="0" normalizeH="0" baseline="0" noProof="0" dirty="0">
                  <a:ln>
                    <a:noFill/>
                  </a:ln>
                  <a:solidFill>
                    <a:srgbClr val="002244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20" name="Freeform 40"/>
              <p:cNvSpPr>
                <a:spLocks/>
              </p:cNvSpPr>
              <p:nvPr/>
            </p:nvSpPr>
            <p:spPr bwMode="auto">
              <a:xfrm>
                <a:off x="6779860" y="1392238"/>
                <a:ext cx="168275" cy="49213"/>
              </a:xfrm>
              <a:custGeom>
                <a:avLst/>
                <a:gdLst>
                  <a:gd name="T0" fmla="*/ 0 w 106"/>
                  <a:gd name="T1" fmla="*/ 0 h 31"/>
                  <a:gd name="T2" fmla="*/ 106 w 106"/>
                  <a:gd name="T3" fmla="*/ 0 h 31"/>
                  <a:gd name="T4" fmla="*/ 106 w 106"/>
                  <a:gd name="T5" fmla="*/ 23 h 31"/>
                  <a:gd name="T6" fmla="*/ 106 w 106"/>
                  <a:gd name="T7" fmla="*/ 26 h 31"/>
                  <a:gd name="T8" fmla="*/ 104 w 106"/>
                  <a:gd name="T9" fmla="*/ 29 h 31"/>
                  <a:gd name="T10" fmla="*/ 101 w 106"/>
                  <a:gd name="T11" fmla="*/ 31 h 31"/>
                  <a:gd name="T12" fmla="*/ 98 w 106"/>
                  <a:gd name="T13" fmla="*/ 31 h 31"/>
                  <a:gd name="T14" fmla="*/ 8 w 106"/>
                  <a:gd name="T15" fmla="*/ 31 h 31"/>
                  <a:gd name="T16" fmla="*/ 5 w 106"/>
                  <a:gd name="T17" fmla="*/ 31 h 31"/>
                  <a:gd name="T18" fmla="*/ 2 w 106"/>
                  <a:gd name="T19" fmla="*/ 29 h 31"/>
                  <a:gd name="T20" fmla="*/ 0 w 106"/>
                  <a:gd name="T21" fmla="*/ 26 h 31"/>
                  <a:gd name="T22" fmla="*/ 0 w 106"/>
                  <a:gd name="T23" fmla="*/ 23 h 31"/>
                  <a:gd name="T24" fmla="*/ 0 w 106"/>
                  <a:gd name="T25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6" h="31">
                    <a:moveTo>
                      <a:pt x="0" y="0"/>
                    </a:moveTo>
                    <a:lnTo>
                      <a:pt x="106" y="0"/>
                    </a:lnTo>
                    <a:lnTo>
                      <a:pt x="106" y="23"/>
                    </a:lnTo>
                    <a:lnTo>
                      <a:pt x="106" y="26"/>
                    </a:lnTo>
                    <a:lnTo>
                      <a:pt x="104" y="29"/>
                    </a:lnTo>
                    <a:lnTo>
                      <a:pt x="101" y="31"/>
                    </a:lnTo>
                    <a:lnTo>
                      <a:pt x="98" y="31"/>
                    </a:lnTo>
                    <a:lnTo>
                      <a:pt x="8" y="31"/>
                    </a:lnTo>
                    <a:lnTo>
                      <a:pt x="5" y="31"/>
                    </a:lnTo>
                    <a:lnTo>
                      <a:pt x="2" y="29"/>
                    </a:lnTo>
                    <a:lnTo>
                      <a:pt x="0" y="26"/>
                    </a:lnTo>
                    <a:lnTo>
                      <a:pt x="0" y="2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0" cap="none" spc="0" normalizeH="0" baseline="0" noProof="0" dirty="0">
                  <a:ln>
                    <a:noFill/>
                  </a:ln>
                  <a:solidFill>
                    <a:srgbClr val="002244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21" name="Rectangle 41"/>
              <p:cNvSpPr>
                <a:spLocks noChangeArrowheads="1"/>
              </p:cNvSpPr>
              <p:nvPr/>
            </p:nvSpPr>
            <p:spPr bwMode="auto">
              <a:xfrm>
                <a:off x="6779860" y="1239838"/>
                <a:ext cx="168275" cy="31750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0" cap="none" spc="0" normalizeH="0" baseline="0" noProof="0" dirty="0">
                  <a:ln>
                    <a:noFill/>
                  </a:ln>
                  <a:solidFill>
                    <a:srgbClr val="002244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22" name="Rectangle 42"/>
              <p:cNvSpPr>
                <a:spLocks noChangeArrowheads="1"/>
              </p:cNvSpPr>
              <p:nvPr/>
            </p:nvSpPr>
            <p:spPr bwMode="auto">
              <a:xfrm>
                <a:off x="6779860" y="1277938"/>
                <a:ext cx="168275" cy="3016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398" b="0" i="0" u="none" strike="noStrike" kern="0" cap="none" spc="0" normalizeH="0" baseline="0" noProof="0" dirty="0">
                  <a:ln>
                    <a:noFill/>
                  </a:ln>
                  <a:solidFill>
                    <a:srgbClr val="002244"/>
                  </a:solidFill>
                  <a:effectLst/>
                  <a:uLnTx/>
                  <a:uFillTx/>
                  <a:latin typeface="Arial"/>
                </a:endParaRPr>
              </a:p>
            </p:txBody>
          </p:sp>
        </p:grpSp>
      </p:grpSp>
      <p:grpSp>
        <p:nvGrpSpPr>
          <p:cNvPr id="4" name="Group 3"/>
          <p:cNvGrpSpPr/>
          <p:nvPr/>
        </p:nvGrpSpPr>
        <p:grpSpPr>
          <a:xfrm>
            <a:off x="4867254" y="1118361"/>
            <a:ext cx="1765638" cy="837266"/>
            <a:chOff x="4867254" y="1118361"/>
            <a:chExt cx="1765638" cy="837266"/>
          </a:xfrm>
        </p:grpSpPr>
        <p:grpSp>
          <p:nvGrpSpPr>
            <p:cNvPr id="3" name="Group 2"/>
            <p:cNvGrpSpPr/>
            <p:nvPr/>
          </p:nvGrpSpPr>
          <p:grpSpPr>
            <a:xfrm>
              <a:off x="5343208" y="1118361"/>
              <a:ext cx="1289684" cy="837266"/>
              <a:chOff x="3250438" y="1144650"/>
              <a:chExt cx="1289684" cy="837266"/>
            </a:xfrm>
          </p:grpSpPr>
          <p:sp>
            <p:nvSpPr>
              <p:cNvPr id="11" name="object 16"/>
              <p:cNvSpPr txBox="1"/>
              <p:nvPr/>
            </p:nvSpPr>
            <p:spPr>
              <a:xfrm>
                <a:off x="3250438" y="1815845"/>
                <a:ext cx="1174750" cy="166071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000" b="1" spc="-80" dirty="0">
                    <a:latin typeface="Trebuchet MS"/>
                    <a:cs typeface="Trebuchet MS"/>
                  </a:rPr>
                  <a:t>Future</a:t>
                </a:r>
                <a:r>
                  <a:rPr sz="1000" b="1" spc="-50" dirty="0">
                    <a:latin typeface="Trebuchet MS"/>
                    <a:cs typeface="Trebuchet MS"/>
                  </a:rPr>
                  <a:t> </a:t>
                </a:r>
                <a:r>
                  <a:rPr sz="1000" b="1" spc="-30" dirty="0">
                    <a:latin typeface="Trebuchet MS"/>
                    <a:cs typeface="Trebuchet MS"/>
                  </a:rPr>
                  <a:t>Supply</a:t>
                </a:r>
                <a:r>
                  <a:rPr sz="1000" b="1" spc="-20" dirty="0">
                    <a:latin typeface="Trebuchet MS"/>
                    <a:cs typeface="Trebuchet MS"/>
                  </a:rPr>
                  <a:t> </a:t>
                </a:r>
                <a:r>
                  <a:rPr sz="1000" b="1" spc="-30" dirty="0">
                    <a:latin typeface="Trebuchet MS"/>
                    <a:cs typeface="Trebuchet MS"/>
                  </a:rPr>
                  <a:t>(202</a:t>
                </a:r>
                <a:r>
                  <a:rPr lang="en-US" sz="1000" b="1" spc="-30" dirty="0">
                    <a:latin typeface="Trebuchet MS"/>
                    <a:cs typeface="Trebuchet MS"/>
                  </a:rPr>
                  <a:t>5</a:t>
                </a:r>
                <a:r>
                  <a:rPr sz="1000" b="1" spc="-30" dirty="0">
                    <a:latin typeface="Trebuchet MS"/>
                    <a:cs typeface="Trebuchet MS"/>
                  </a:rPr>
                  <a:t>)</a:t>
                </a:r>
                <a:endParaRPr sz="1000" dirty="0">
                  <a:latin typeface="Trebuchet MS"/>
                  <a:cs typeface="Trebuchet MS"/>
                </a:endParaRPr>
              </a:p>
            </p:txBody>
          </p:sp>
          <p:sp>
            <p:nvSpPr>
              <p:cNvPr id="12" name="object 245"/>
              <p:cNvSpPr txBox="1"/>
              <p:nvPr/>
            </p:nvSpPr>
            <p:spPr>
              <a:xfrm>
                <a:off x="3258692" y="1144650"/>
                <a:ext cx="1281430" cy="45212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2800" b="1" spc="-185" dirty="0">
                    <a:solidFill>
                      <a:srgbClr val="002060"/>
                    </a:solidFill>
                    <a:latin typeface="Verdana"/>
                    <a:cs typeface="Verdana"/>
                  </a:rPr>
                  <a:t>1</a:t>
                </a:r>
                <a:r>
                  <a:rPr lang="en-US" sz="2800" b="1" spc="-185" dirty="0">
                    <a:solidFill>
                      <a:srgbClr val="002060"/>
                    </a:solidFill>
                    <a:latin typeface="Verdana"/>
                    <a:cs typeface="Verdana"/>
                  </a:rPr>
                  <a:t>5.4</a:t>
                </a:r>
                <a:r>
                  <a:rPr sz="2800" b="1" spc="-295" dirty="0">
                    <a:solidFill>
                      <a:srgbClr val="002060"/>
                    </a:solidFill>
                    <a:latin typeface="Verdana"/>
                    <a:cs typeface="Verdana"/>
                  </a:rPr>
                  <a:t> </a:t>
                </a:r>
                <a:r>
                  <a:rPr sz="1050" b="1" dirty="0">
                    <a:solidFill>
                      <a:srgbClr val="002060"/>
                    </a:solidFill>
                    <a:latin typeface="Trebuchet MS"/>
                    <a:cs typeface="Trebuchet MS"/>
                  </a:rPr>
                  <a:t>Mn</a:t>
                </a:r>
                <a:r>
                  <a:rPr sz="1050" b="1" spc="-45" dirty="0">
                    <a:solidFill>
                      <a:srgbClr val="002060"/>
                    </a:solidFill>
                    <a:latin typeface="Trebuchet MS"/>
                    <a:cs typeface="Trebuchet MS"/>
                  </a:rPr>
                  <a:t> </a:t>
                </a:r>
                <a:r>
                  <a:rPr sz="1050" b="1" spc="-25" dirty="0">
                    <a:solidFill>
                      <a:srgbClr val="002060"/>
                    </a:solidFill>
                    <a:latin typeface="Trebuchet MS"/>
                    <a:cs typeface="Trebuchet MS"/>
                  </a:rPr>
                  <a:t>Sft</a:t>
                </a:r>
                <a:endParaRPr sz="1050" dirty="0">
                  <a:solidFill>
                    <a:srgbClr val="002060"/>
                  </a:solidFill>
                  <a:latin typeface="Trebuchet MS"/>
                  <a:cs typeface="Trebuchet MS"/>
                </a:endParaRP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4867254" y="1412756"/>
              <a:ext cx="418869" cy="303318"/>
              <a:chOff x="2574572" y="1076325"/>
              <a:chExt cx="460376" cy="333375"/>
            </a:xfrm>
            <a:solidFill>
              <a:srgbClr val="002060"/>
            </a:solidFill>
          </p:grpSpPr>
          <p:sp>
            <p:nvSpPr>
              <p:cNvPr id="24" name="Rectangle 6"/>
              <p:cNvSpPr>
                <a:spLocks noChangeArrowheads="1"/>
              </p:cNvSpPr>
              <p:nvPr/>
            </p:nvSpPr>
            <p:spPr bwMode="auto">
              <a:xfrm>
                <a:off x="2753960" y="1127125"/>
                <a:ext cx="38100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25" name="Rectangle 7"/>
              <p:cNvSpPr>
                <a:spLocks noChangeArrowheads="1"/>
              </p:cNvSpPr>
              <p:nvPr/>
            </p:nvSpPr>
            <p:spPr bwMode="auto">
              <a:xfrm>
                <a:off x="2753960" y="1204913"/>
                <a:ext cx="38100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26" name="Rectangle 8"/>
              <p:cNvSpPr>
                <a:spLocks noChangeArrowheads="1"/>
              </p:cNvSpPr>
              <p:nvPr/>
            </p:nvSpPr>
            <p:spPr bwMode="auto">
              <a:xfrm>
                <a:off x="2622197" y="1265238"/>
                <a:ext cx="36513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27" name="Rectangle 9"/>
              <p:cNvSpPr>
                <a:spLocks noChangeArrowheads="1"/>
              </p:cNvSpPr>
              <p:nvPr/>
            </p:nvSpPr>
            <p:spPr bwMode="auto">
              <a:xfrm>
                <a:off x="2685697" y="1265238"/>
                <a:ext cx="36513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28" name="Rectangle 10"/>
              <p:cNvSpPr>
                <a:spLocks noChangeArrowheads="1"/>
              </p:cNvSpPr>
              <p:nvPr/>
            </p:nvSpPr>
            <p:spPr bwMode="auto">
              <a:xfrm>
                <a:off x="2622197" y="1323975"/>
                <a:ext cx="36513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29" name="Rectangle 11"/>
              <p:cNvSpPr>
                <a:spLocks noChangeArrowheads="1"/>
              </p:cNvSpPr>
              <p:nvPr/>
            </p:nvSpPr>
            <p:spPr bwMode="auto">
              <a:xfrm>
                <a:off x="2685697" y="1323975"/>
                <a:ext cx="36513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0" name="Rectangle 12"/>
              <p:cNvSpPr>
                <a:spLocks noChangeArrowheads="1"/>
              </p:cNvSpPr>
              <p:nvPr/>
            </p:nvSpPr>
            <p:spPr bwMode="auto">
              <a:xfrm>
                <a:off x="2825397" y="1323975"/>
                <a:ext cx="36513" cy="365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1" name="Freeform 13"/>
              <p:cNvSpPr>
                <a:spLocks/>
              </p:cNvSpPr>
              <p:nvPr/>
            </p:nvSpPr>
            <p:spPr bwMode="auto">
              <a:xfrm>
                <a:off x="2574572" y="1076325"/>
                <a:ext cx="342900" cy="333375"/>
              </a:xfrm>
              <a:custGeom>
                <a:avLst/>
                <a:gdLst>
                  <a:gd name="T0" fmla="*/ 192 w 216"/>
                  <a:gd name="T1" fmla="*/ 0 h 210"/>
                  <a:gd name="T2" fmla="*/ 209 w 216"/>
                  <a:gd name="T3" fmla="*/ 6 h 210"/>
                  <a:gd name="T4" fmla="*/ 216 w 216"/>
                  <a:gd name="T5" fmla="*/ 23 h 210"/>
                  <a:gd name="T6" fmla="*/ 209 w 216"/>
                  <a:gd name="T7" fmla="*/ 24 h 210"/>
                  <a:gd name="T8" fmla="*/ 200 w 216"/>
                  <a:gd name="T9" fmla="*/ 24 h 210"/>
                  <a:gd name="T10" fmla="*/ 199 w 216"/>
                  <a:gd name="T11" fmla="*/ 19 h 210"/>
                  <a:gd name="T12" fmla="*/ 195 w 216"/>
                  <a:gd name="T13" fmla="*/ 15 h 210"/>
                  <a:gd name="T14" fmla="*/ 105 w 216"/>
                  <a:gd name="T15" fmla="*/ 15 h 210"/>
                  <a:gd name="T16" fmla="*/ 100 w 216"/>
                  <a:gd name="T17" fmla="*/ 17 h 210"/>
                  <a:gd name="T18" fmla="*/ 98 w 216"/>
                  <a:gd name="T19" fmla="*/ 23 h 210"/>
                  <a:gd name="T20" fmla="*/ 24 w 216"/>
                  <a:gd name="T21" fmla="*/ 105 h 210"/>
                  <a:gd name="T22" fmla="*/ 17 w 216"/>
                  <a:gd name="T23" fmla="*/ 108 h 210"/>
                  <a:gd name="T24" fmla="*/ 15 w 216"/>
                  <a:gd name="T25" fmla="*/ 114 h 210"/>
                  <a:gd name="T26" fmla="*/ 16 w 216"/>
                  <a:gd name="T27" fmla="*/ 189 h 210"/>
                  <a:gd name="T28" fmla="*/ 20 w 216"/>
                  <a:gd name="T29" fmla="*/ 193 h 210"/>
                  <a:gd name="T30" fmla="*/ 113 w 216"/>
                  <a:gd name="T31" fmla="*/ 194 h 210"/>
                  <a:gd name="T32" fmla="*/ 137 w 216"/>
                  <a:gd name="T33" fmla="*/ 121 h 210"/>
                  <a:gd name="T34" fmla="*/ 192 w 216"/>
                  <a:gd name="T35" fmla="*/ 193 h 210"/>
                  <a:gd name="T36" fmla="*/ 198 w 216"/>
                  <a:gd name="T37" fmla="*/ 191 h 210"/>
                  <a:gd name="T38" fmla="*/ 200 w 216"/>
                  <a:gd name="T39" fmla="*/ 186 h 210"/>
                  <a:gd name="T40" fmla="*/ 201 w 216"/>
                  <a:gd name="T41" fmla="*/ 153 h 210"/>
                  <a:gd name="T42" fmla="*/ 216 w 216"/>
                  <a:gd name="T43" fmla="*/ 150 h 210"/>
                  <a:gd name="T44" fmla="*/ 214 w 216"/>
                  <a:gd name="T45" fmla="*/ 196 h 210"/>
                  <a:gd name="T46" fmla="*/ 201 w 216"/>
                  <a:gd name="T47" fmla="*/ 208 h 210"/>
                  <a:gd name="T48" fmla="*/ 112 w 216"/>
                  <a:gd name="T49" fmla="*/ 210 h 210"/>
                  <a:gd name="T50" fmla="*/ 14 w 216"/>
                  <a:gd name="T51" fmla="*/ 208 h 210"/>
                  <a:gd name="T52" fmla="*/ 2 w 216"/>
                  <a:gd name="T53" fmla="*/ 196 h 210"/>
                  <a:gd name="T54" fmla="*/ 0 w 216"/>
                  <a:gd name="T55" fmla="*/ 114 h 210"/>
                  <a:gd name="T56" fmla="*/ 7 w 216"/>
                  <a:gd name="T57" fmla="*/ 97 h 210"/>
                  <a:gd name="T58" fmla="*/ 24 w 216"/>
                  <a:gd name="T59" fmla="*/ 90 h 210"/>
                  <a:gd name="T60" fmla="*/ 83 w 216"/>
                  <a:gd name="T61" fmla="*/ 23 h 210"/>
                  <a:gd name="T62" fmla="*/ 89 w 216"/>
                  <a:gd name="T63" fmla="*/ 6 h 210"/>
                  <a:gd name="T64" fmla="*/ 105 w 216"/>
                  <a:gd name="T65" fmla="*/ 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16" h="210">
                    <a:moveTo>
                      <a:pt x="105" y="0"/>
                    </a:moveTo>
                    <a:lnTo>
                      <a:pt x="192" y="0"/>
                    </a:lnTo>
                    <a:lnTo>
                      <a:pt x="201" y="1"/>
                    </a:lnTo>
                    <a:lnTo>
                      <a:pt x="209" y="6"/>
                    </a:lnTo>
                    <a:lnTo>
                      <a:pt x="214" y="13"/>
                    </a:lnTo>
                    <a:lnTo>
                      <a:pt x="216" y="23"/>
                    </a:lnTo>
                    <a:lnTo>
                      <a:pt x="216" y="26"/>
                    </a:lnTo>
                    <a:lnTo>
                      <a:pt x="209" y="24"/>
                    </a:lnTo>
                    <a:lnTo>
                      <a:pt x="201" y="24"/>
                    </a:lnTo>
                    <a:lnTo>
                      <a:pt x="200" y="24"/>
                    </a:lnTo>
                    <a:lnTo>
                      <a:pt x="200" y="23"/>
                    </a:lnTo>
                    <a:lnTo>
                      <a:pt x="199" y="19"/>
                    </a:lnTo>
                    <a:lnTo>
                      <a:pt x="198" y="17"/>
                    </a:lnTo>
                    <a:lnTo>
                      <a:pt x="195" y="15"/>
                    </a:lnTo>
                    <a:lnTo>
                      <a:pt x="192" y="15"/>
                    </a:lnTo>
                    <a:lnTo>
                      <a:pt x="105" y="15"/>
                    </a:lnTo>
                    <a:lnTo>
                      <a:pt x="102" y="15"/>
                    </a:lnTo>
                    <a:lnTo>
                      <a:pt x="100" y="17"/>
                    </a:lnTo>
                    <a:lnTo>
                      <a:pt x="98" y="19"/>
                    </a:lnTo>
                    <a:lnTo>
                      <a:pt x="98" y="23"/>
                    </a:lnTo>
                    <a:lnTo>
                      <a:pt x="98" y="105"/>
                    </a:lnTo>
                    <a:lnTo>
                      <a:pt x="24" y="105"/>
                    </a:lnTo>
                    <a:lnTo>
                      <a:pt x="20" y="106"/>
                    </a:lnTo>
                    <a:lnTo>
                      <a:pt x="17" y="108"/>
                    </a:lnTo>
                    <a:lnTo>
                      <a:pt x="16" y="111"/>
                    </a:lnTo>
                    <a:lnTo>
                      <a:pt x="15" y="114"/>
                    </a:lnTo>
                    <a:lnTo>
                      <a:pt x="15" y="186"/>
                    </a:lnTo>
                    <a:lnTo>
                      <a:pt x="16" y="189"/>
                    </a:lnTo>
                    <a:lnTo>
                      <a:pt x="17" y="192"/>
                    </a:lnTo>
                    <a:lnTo>
                      <a:pt x="20" y="193"/>
                    </a:lnTo>
                    <a:lnTo>
                      <a:pt x="24" y="194"/>
                    </a:lnTo>
                    <a:lnTo>
                      <a:pt x="113" y="194"/>
                    </a:lnTo>
                    <a:lnTo>
                      <a:pt x="113" y="121"/>
                    </a:lnTo>
                    <a:lnTo>
                      <a:pt x="137" y="121"/>
                    </a:lnTo>
                    <a:lnTo>
                      <a:pt x="137" y="194"/>
                    </a:lnTo>
                    <a:lnTo>
                      <a:pt x="192" y="193"/>
                    </a:lnTo>
                    <a:lnTo>
                      <a:pt x="195" y="193"/>
                    </a:lnTo>
                    <a:lnTo>
                      <a:pt x="198" y="191"/>
                    </a:lnTo>
                    <a:lnTo>
                      <a:pt x="199" y="189"/>
                    </a:lnTo>
                    <a:lnTo>
                      <a:pt x="200" y="186"/>
                    </a:lnTo>
                    <a:lnTo>
                      <a:pt x="200" y="153"/>
                    </a:lnTo>
                    <a:lnTo>
                      <a:pt x="201" y="153"/>
                    </a:lnTo>
                    <a:lnTo>
                      <a:pt x="209" y="152"/>
                    </a:lnTo>
                    <a:lnTo>
                      <a:pt x="216" y="150"/>
                    </a:lnTo>
                    <a:lnTo>
                      <a:pt x="216" y="186"/>
                    </a:lnTo>
                    <a:lnTo>
                      <a:pt x="214" y="196"/>
                    </a:lnTo>
                    <a:lnTo>
                      <a:pt x="209" y="203"/>
                    </a:lnTo>
                    <a:lnTo>
                      <a:pt x="201" y="208"/>
                    </a:lnTo>
                    <a:lnTo>
                      <a:pt x="192" y="210"/>
                    </a:lnTo>
                    <a:lnTo>
                      <a:pt x="112" y="210"/>
                    </a:lnTo>
                    <a:lnTo>
                      <a:pt x="24" y="210"/>
                    </a:lnTo>
                    <a:lnTo>
                      <a:pt x="14" y="208"/>
                    </a:lnTo>
                    <a:lnTo>
                      <a:pt x="7" y="203"/>
                    </a:lnTo>
                    <a:lnTo>
                      <a:pt x="2" y="196"/>
                    </a:lnTo>
                    <a:lnTo>
                      <a:pt x="0" y="186"/>
                    </a:lnTo>
                    <a:lnTo>
                      <a:pt x="0" y="114"/>
                    </a:lnTo>
                    <a:lnTo>
                      <a:pt x="2" y="104"/>
                    </a:lnTo>
                    <a:lnTo>
                      <a:pt x="7" y="97"/>
                    </a:lnTo>
                    <a:lnTo>
                      <a:pt x="14" y="92"/>
                    </a:lnTo>
                    <a:lnTo>
                      <a:pt x="24" y="90"/>
                    </a:lnTo>
                    <a:lnTo>
                      <a:pt x="83" y="90"/>
                    </a:lnTo>
                    <a:lnTo>
                      <a:pt x="83" y="23"/>
                    </a:lnTo>
                    <a:lnTo>
                      <a:pt x="84" y="13"/>
                    </a:lnTo>
                    <a:lnTo>
                      <a:pt x="89" y="6"/>
                    </a:lnTo>
                    <a:lnTo>
                      <a:pt x="96" y="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2" name="Freeform 14"/>
              <p:cNvSpPr>
                <a:spLocks noEditPoints="1"/>
              </p:cNvSpPr>
              <p:nvPr/>
            </p:nvSpPr>
            <p:spPr bwMode="auto">
              <a:xfrm>
                <a:off x="2804760" y="1127125"/>
                <a:ext cx="180975" cy="177800"/>
              </a:xfrm>
              <a:custGeom>
                <a:avLst/>
                <a:gdLst>
                  <a:gd name="T0" fmla="*/ 56 w 114"/>
                  <a:gd name="T1" fmla="*/ 15 h 112"/>
                  <a:gd name="T2" fmla="*/ 44 w 114"/>
                  <a:gd name="T3" fmla="*/ 17 h 112"/>
                  <a:gd name="T4" fmla="*/ 33 w 114"/>
                  <a:gd name="T5" fmla="*/ 23 h 112"/>
                  <a:gd name="T6" fmla="*/ 24 w 114"/>
                  <a:gd name="T7" fmla="*/ 31 h 112"/>
                  <a:gd name="T8" fmla="*/ 18 w 114"/>
                  <a:gd name="T9" fmla="*/ 43 h 112"/>
                  <a:gd name="T10" fmla="*/ 16 w 114"/>
                  <a:gd name="T11" fmla="*/ 56 h 112"/>
                  <a:gd name="T12" fmla="*/ 18 w 114"/>
                  <a:gd name="T13" fmla="*/ 68 h 112"/>
                  <a:gd name="T14" fmla="*/ 24 w 114"/>
                  <a:gd name="T15" fmla="*/ 80 h 112"/>
                  <a:gd name="T16" fmla="*/ 33 w 114"/>
                  <a:gd name="T17" fmla="*/ 89 h 112"/>
                  <a:gd name="T18" fmla="*/ 44 w 114"/>
                  <a:gd name="T19" fmla="*/ 95 h 112"/>
                  <a:gd name="T20" fmla="*/ 56 w 114"/>
                  <a:gd name="T21" fmla="*/ 97 h 112"/>
                  <a:gd name="T22" fmla="*/ 70 w 114"/>
                  <a:gd name="T23" fmla="*/ 95 h 112"/>
                  <a:gd name="T24" fmla="*/ 81 w 114"/>
                  <a:gd name="T25" fmla="*/ 89 h 112"/>
                  <a:gd name="T26" fmla="*/ 90 w 114"/>
                  <a:gd name="T27" fmla="*/ 80 h 112"/>
                  <a:gd name="T28" fmla="*/ 95 w 114"/>
                  <a:gd name="T29" fmla="*/ 68 h 112"/>
                  <a:gd name="T30" fmla="*/ 97 w 114"/>
                  <a:gd name="T31" fmla="*/ 56 h 112"/>
                  <a:gd name="T32" fmla="*/ 95 w 114"/>
                  <a:gd name="T33" fmla="*/ 43 h 112"/>
                  <a:gd name="T34" fmla="*/ 90 w 114"/>
                  <a:gd name="T35" fmla="*/ 31 h 112"/>
                  <a:gd name="T36" fmla="*/ 81 w 114"/>
                  <a:gd name="T37" fmla="*/ 23 h 112"/>
                  <a:gd name="T38" fmla="*/ 70 w 114"/>
                  <a:gd name="T39" fmla="*/ 17 h 112"/>
                  <a:gd name="T40" fmla="*/ 56 w 114"/>
                  <a:gd name="T41" fmla="*/ 15 h 112"/>
                  <a:gd name="T42" fmla="*/ 56 w 114"/>
                  <a:gd name="T43" fmla="*/ 0 h 112"/>
                  <a:gd name="T44" fmla="*/ 75 w 114"/>
                  <a:gd name="T45" fmla="*/ 2 h 112"/>
                  <a:gd name="T46" fmla="*/ 90 w 114"/>
                  <a:gd name="T47" fmla="*/ 10 h 112"/>
                  <a:gd name="T48" fmla="*/ 102 w 114"/>
                  <a:gd name="T49" fmla="*/ 22 h 112"/>
                  <a:gd name="T50" fmla="*/ 111 w 114"/>
                  <a:gd name="T51" fmla="*/ 38 h 112"/>
                  <a:gd name="T52" fmla="*/ 114 w 114"/>
                  <a:gd name="T53" fmla="*/ 56 h 112"/>
                  <a:gd name="T54" fmla="*/ 111 w 114"/>
                  <a:gd name="T55" fmla="*/ 73 h 112"/>
                  <a:gd name="T56" fmla="*/ 102 w 114"/>
                  <a:gd name="T57" fmla="*/ 89 h 112"/>
                  <a:gd name="T58" fmla="*/ 90 w 114"/>
                  <a:gd name="T59" fmla="*/ 101 h 112"/>
                  <a:gd name="T60" fmla="*/ 75 w 114"/>
                  <a:gd name="T61" fmla="*/ 109 h 112"/>
                  <a:gd name="T62" fmla="*/ 56 w 114"/>
                  <a:gd name="T63" fmla="*/ 112 h 112"/>
                  <a:gd name="T64" fmla="*/ 39 w 114"/>
                  <a:gd name="T65" fmla="*/ 109 h 112"/>
                  <a:gd name="T66" fmla="*/ 24 w 114"/>
                  <a:gd name="T67" fmla="*/ 101 h 112"/>
                  <a:gd name="T68" fmla="*/ 11 w 114"/>
                  <a:gd name="T69" fmla="*/ 89 h 112"/>
                  <a:gd name="T70" fmla="*/ 3 w 114"/>
                  <a:gd name="T71" fmla="*/ 73 h 112"/>
                  <a:gd name="T72" fmla="*/ 0 w 114"/>
                  <a:gd name="T73" fmla="*/ 56 h 112"/>
                  <a:gd name="T74" fmla="*/ 3 w 114"/>
                  <a:gd name="T75" fmla="*/ 38 h 112"/>
                  <a:gd name="T76" fmla="*/ 11 w 114"/>
                  <a:gd name="T77" fmla="*/ 22 h 112"/>
                  <a:gd name="T78" fmla="*/ 24 w 114"/>
                  <a:gd name="T79" fmla="*/ 10 h 112"/>
                  <a:gd name="T80" fmla="*/ 39 w 114"/>
                  <a:gd name="T81" fmla="*/ 2 h 112"/>
                  <a:gd name="T82" fmla="*/ 56 w 114"/>
                  <a:gd name="T8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14" h="112">
                    <a:moveTo>
                      <a:pt x="56" y="15"/>
                    </a:moveTo>
                    <a:lnTo>
                      <a:pt x="44" y="17"/>
                    </a:lnTo>
                    <a:lnTo>
                      <a:pt x="33" y="23"/>
                    </a:lnTo>
                    <a:lnTo>
                      <a:pt x="24" y="31"/>
                    </a:lnTo>
                    <a:lnTo>
                      <a:pt x="18" y="43"/>
                    </a:lnTo>
                    <a:lnTo>
                      <a:pt x="16" y="56"/>
                    </a:lnTo>
                    <a:lnTo>
                      <a:pt x="18" y="68"/>
                    </a:lnTo>
                    <a:lnTo>
                      <a:pt x="24" y="80"/>
                    </a:lnTo>
                    <a:lnTo>
                      <a:pt x="33" y="89"/>
                    </a:lnTo>
                    <a:lnTo>
                      <a:pt x="44" y="95"/>
                    </a:lnTo>
                    <a:lnTo>
                      <a:pt x="56" y="97"/>
                    </a:lnTo>
                    <a:lnTo>
                      <a:pt x="70" y="95"/>
                    </a:lnTo>
                    <a:lnTo>
                      <a:pt x="81" y="89"/>
                    </a:lnTo>
                    <a:lnTo>
                      <a:pt x="90" y="80"/>
                    </a:lnTo>
                    <a:lnTo>
                      <a:pt x="95" y="68"/>
                    </a:lnTo>
                    <a:lnTo>
                      <a:pt x="97" y="56"/>
                    </a:lnTo>
                    <a:lnTo>
                      <a:pt x="95" y="43"/>
                    </a:lnTo>
                    <a:lnTo>
                      <a:pt x="90" y="31"/>
                    </a:lnTo>
                    <a:lnTo>
                      <a:pt x="81" y="23"/>
                    </a:lnTo>
                    <a:lnTo>
                      <a:pt x="70" y="17"/>
                    </a:lnTo>
                    <a:lnTo>
                      <a:pt x="56" y="15"/>
                    </a:lnTo>
                    <a:close/>
                    <a:moveTo>
                      <a:pt x="56" y="0"/>
                    </a:moveTo>
                    <a:lnTo>
                      <a:pt x="75" y="2"/>
                    </a:lnTo>
                    <a:lnTo>
                      <a:pt x="90" y="10"/>
                    </a:lnTo>
                    <a:lnTo>
                      <a:pt x="102" y="22"/>
                    </a:lnTo>
                    <a:lnTo>
                      <a:pt x="111" y="38"/>
                    </a:lnTo>
                    <a:lnTo>
                      <a:pt x="114" y="56"/>
                    </a:lnTo>
                    <a:lnTo>
                      <a:pt x="111" y="73"/>
                    </a:lnTo>
                    <a:lnTo>
                      <a:pt x="102" y="89"/>
                    </a:lnTo>
                    <a:lnTo>
                      <a:pt x="90" y="101"/>
                    </a:lnTo>
                    <a:lnTo>
                      <a:pt x="75" y="109"/>
                    </a:lnTo>
                    <a:lnTo>
                      <a:pt x="56" y="112"/>
                    </a:lnTo>
                    <a:lnTo>
                      <a:pt x="39" y="109"/>
                    </a:lnTo>
                    <a:lnTo>
                      <a:pt x="24" y="101"/>
                    </a:lnTo>
                    <a:lnTo>
                      <a:pt x="11" y="89"/>
                    </a:lnTo>
                    <a:lnTo>
                      <a:pt x="3" y="73"/>
                    </a:lnTo>
                    <a:lnTo>
                      <a:pt x="0" y="56"/>
                    </a:lnTo>
                    <a:lnTo>
                      <a:pt x="3" y="38"/>
                    </a:lnTo>
                    <a:lnTo>
                      <a:pt x="11" y="22"/>
                    </a:lnTo>
                    <a:lnTo>
                      <a:pt x="24" y="10"/>
                    </a:lnTo>
                    <a:lnTo>
                      <a:pt x="39" y="2"/>
                    </a:lnTo>
                    <a:lnTo>
                      <a:pt x="5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3" name="Freeform 15"/>
              <p:cNvSpPr>
                <a:spLocks/>
              </p:cNvSpPr>
              <p:nvPr/>
            </p:nvSpPr>
            <p:spPr bwMode="auto">
              <a:xfrm>
                <a:off x="2953985" y="1276350"/>
                <a:ext cx="80963" cy="82550"/>
              </a:xfrm>
              <a:custGeom>
                <a:avLst/>
                <a:gdLst>
                  <a:gd name="T0" fmla="*/ 19 w 51"/>
                  <a:gd name="T1" fmla="*/ 0 h 52"/>
                  <a:gd name="T2" fmla="*/ 48 w 51"/>
                  <a:gd name="T3" fmla="*/ 30 h 52"/>
                  <a:gd name="T4" fmla="*/ 51 w 51"/>
                  <a:gd name="T5" fmla="*/ 36 h 52"/>
                  <a:gd name="T6" fmla="*/ 51 w 51"/>
                  <a:gd name="T7" fmla="*/ 42 h 52"/>
                  <a:gd name="T8" fmla="*/ 48 w 51"/>
                  <a:gd name="T9" fmla="*/ 48 h 52"/>
                  <a:gd name="T10" fmla="*/ 42 w 51"/>
                  <a:gd name="T11" fmla="*/ 52 h 52"/>
                  <a:gd name="T12" fmla="*/ 35 w 51"/>
                  <a:gd name="T13" fmla="*/ 52 h 52"/>
                  <a:gd name="T14" fmla="*/ 30 w 51"/>
                  <a:gd name="T15" fmla="*/ 48 h 52"/>
                  <a:gd name="T16" fmla="*/ 0 w 51"/>
                  <a:gd name="T17" fmla="*/ 18 h 52"/>
                  <a:gd name="T18" fmla="*/ 10 w 51"/>
                  <a:gd name="T19" fmla="*/ 10 h 52"/>
                  <a:gd name="T20" fmla="*/ 19 w 51"/>
                  <a:gd name="T21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1" h="52">
                    <a:moveTo>
                      <a:pt x="19" y="0"/>
                    </a:moveTo>
                    <a:lnTo>
                      <a:pt x="48" y="30"/>
                    </a:lnTo>
                    <a:lnTo>
                      <a:pt x="51" y="36"/>
                    </a:lnTo>
                    <a:lnTo>
                      <a:pt x="51" y="42"/>
                    </a:lnTo>
                    <a:lnTo>
                      <a:pt x="48" y="48"/>
                    </a:lnTo>
                    <a:lnTo>
                      <a:pt x="42" y="52"/>
                    </a:lnTo>
                    <a:lnTo>
                      <a:pt x="35" y="52"/>
                    </a:lnTo>
                    <a:lnTo>
                      <a:pt x="30" y="48"/>
                    </a:lnTo>
                    <a:lnTo>
                      <a:pt x="0" y="18"/>
                    </a:lnTo>
                    <a:lnTo>
                      <a:pt x="10" y="10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</p:grpSp>
      </p:grpSp>
      <p:grpSp>
        <p:nvGrpSpPr>
          <p:cNvPr id="73" name="Group 72"/>
          <p:cNvGrpSpPr/>
          <p:nvPr/>
        </p:nvGrpSpPr>
        <p:grpSpPr>
          <a:xfrm>
            <a:off x="2453208" y="1118361"/>
            <a:ext cx="2447054" cy="861133"/>
            <a:chOff x="2453208" y="1118361"/>
            <a:chExt cx="2447054" cy="861133"/>
          </a:xfrm>
        </p:grpSpPr>
        <p:sp>
          <p:nvSpPr>
            <p:cNvPr id="10" name="object 12"/>
            <p:cNvSpPr txBox="1"/>
            <p:nvPr/>
          </p:nvSpPr>
          <p:spPr>
            <a:xfrm>
              <a:off x="2993210" y="1118361"/>
              <a:ext cx="1907052" cy="861133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23495">
                <a:lnSpc>
                  <a:spcPct val="100000"/>
                </a:lnSpc>
                <a:spcBef>
                  <a:spcPts val="95"/>
                </a:spcBef>
              </a:pPr>
              <a:r>
                <a:rPr sz="2800" b="1" spc="-185" dirty="0">
                  <a:solidFill>
                    <a:srgbClr val="002060"/>
                  </a:solidFill>
                  <a:latin typeface="Verdana"/>
                  <a:cs typeface="Verdana"/>
                </a:rPr>
                <a:t>1</a:t>
              </a:r>
              <a:r>
                <a:rPr lang="en-US" sz="2800" b="1" spc="-185" dirty="0">
                  <a:solidFill>
                    <a:srgbClr val="002060"/>
                  </a:solidFill>
                  <a:latin typeface="Verdana"/>
                  <a:cs typeface="Verdana"/>
                </a:rPr>
                <a:t>3.2</a:t>
              </a:r>
              <a:r>
                <a:rPr sz="2800" b="1" spc="-295" dirty="0">
                  <a:solidFill>
                    <a:srgbClr val="002060"/>
                  </a:solidFill>
                  <a:latin typeface="Verdana"/>
                  <a:cs typeface="Verdana"/>
                </a:rPr>
                <a:t> </a:t>
              </a:r>
              <a:r>
                <a:rPr sz="1050" b="1" dirty="0">
                  <a:solidFill>
                    <a:srgbClr val="002060"/>
                  </a:solidFill>
                  <a:latin typeface="Trebuchet MS"/>
                  <a:cs typeface="Trebuchet MS"/>
                </a:rPr>
                <a:t>Mn</a:t>
              </a:r>
              <a:r>
                <a:rPr sz="1050" b="1" spc="-50" dirty="0">
                  <a:solidFill>
                    <a:srgbClr val="002060"/>
                  </a:solidFill>
                  <a:latin typeface="Trebuchet MS"/>
                  <a:cs typeface="Trebuchet MS"/>
                </a:rPr>
                <a:t> </a:t>
              </a:r>
              <a:r>
                <a:rPr sz="1050" b="1" spc="-25" dirty="0">
                  <a:solidFill>
                    <a:srgbClr val="002060"/>
                  </a:solidFill>
                  <a:latin typeface="Trebuchet MS"/>
                  <a:cs typeface="Trebuchet MS"/>
                </a:rPr>
                <a:t>Sft</a:t>
              </a:r>
              <a:endParaRPr sz="1050" dirty="0">
                <a:solidFill>
                  <a:srgbClr val="002060"/>
                </a:solidFill>
                <a:latin typeface="Trebuchet MS"/>
                <a:cs typeface="Trebuchet MS"/>
              </a:endParaRPr>
            </a:p>
            <a:p>
              <a:pPr>
                <a:lnSpc>
                  <a:spcPct val="100000"/>
                </a:lnSpc>
                <a:spcBef>
                  <a:spcPts val="830"/>
                </a:spcBef>
              </a:pPr>
              <a:endParaRPr sz="1050" dirty="0">
                <a:latin typeface="Trebuchet MS"/>
                <a:cs typeface="Trebuchet MS"/>
              </a:endParaRPr>
            </a:p>
            <a:p>
              <a:pPr marL="12700">
                <a:lnSpc>
                  <a:spcPct val="100000"/>
                </a:lnSpc>
              </a:pPr>
              <a:r>
                <a:rPr lang="en-US" sz="1000" b="1" spc="-25" dirty="0">
                  <a:latin typeface="Trebuchet MS"/>
                  <a:cs typeface="Trebuchet MS"/>
                </a:rPr>
                <a:t>E</a:t>
              </a:r>
              <a:r>
                <a:rPr sz="1000" b="1" spc="-25" dirty="0">
                  <a:latin typeface="Trebuchet MS"/>
                  <a:cs typeface="Trebuchet MS"/>
                </a:rPr>
                <a:t>stimated </a:t>
              </a:r>
              <a:r>
                <a:rPr lang="en-US" sz="1000" b="1" spc="-25" dirty="0">
                  <a:latin typeface="Trebuchet MS"/>
                  <a:cs typeface="Trebuchet MS"/>
                </a:rPr>
                <a:t>S</a:t>
              </a:r>
              <a:r>
                <a:rPr sz="1000" b="1" spc="-25" dirty="0">
                  <a:latin typeface="Trebuchet MS"/>
                  <a:cs typeface="Trebuchet MS"/>
                </a:rPr>
                <a:t>uppl</a:t>
              </a:r>
              <a:r>
                <a:rPr lang="en-US" sz="1000" b="1" spc="-25" dirty="0">
                  <a:latin typeface="Trebuchet MS"/>
                  <a:cs typeface="Trebuchet MS"/>
                </a:rPr>
                <a:t>y </a:t>
              </a:r>
              <a:r>
                <a:rPr sz="1000" b="1" spc="-30" dirty="0">
                  <a:latin typeface="Trebuchet MS"/>
                  <a:cs typeface="Trebuchet MS"/>
                </a:rPr>
                <a:t>(202</a:t>
              </a:r>
              <a:r>
                <a:rPr lang="en-US" sz="1000" b="1" spc="-30" dirty="0">
                  <a:latin typeface="Trebuchet MS"/>
                  <a:cs typeface="Trebuchet MS"/>
                </a:rPr>
                <a:t>4</a:t>
              </a:r>
              <a:r>
                <a:rPr sz="1000" b="1" spc="-30" dirty="0">
                  <a:latin typeface="Trebuchet MS"/>
                  <a:cs typeface="Trebuchet MS"/>
                </a:rPr>
                <a:t>)</a:t>
              </a:r>
              <a:endParaRPr sz="1000" dirty="0">
                <a:latin typeface="Trebuchet MS"/>
                <a:cs typeface="Trebuchet MS"/>
              </a:endParaRPr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2453208" y="1362460"/>
              <a:ext cx="348928" cy="403910"/>
              <a:chOff x="6152744" y="3546476"/>
              <a:chExt cx="261938" cy="303213"/>
            </a:xfrm>
            <a:solidFill>
              <a:srgbClr val="002060"/>
            </a:solidFill>
          </p:grpSpPr>
          <p:sp>
            <p:nvSpPr>
              <p:cNvPr id="35" name="Freeform 188"/>
              <p:cNvSpPr>
                <a:spLocks noEditPoints="1"/>
              </p:cNvSpPr>
              <p:nvPr/>
            </p:nvSpPr>
            <p:spPr bwMode="auto">
              <a:xfrm>
                <a:off x="6225769" y="3546476"/>
                <a:ext cx="179388" cy="188913"/>
              </a:xfrm>
              <a:custGeom>
                <a:avLst/>
                <a:gdLst>
                  <a:gd name="T0" fmla="*/ 112 w 225"/>
                  <a:gd name="T1" fmla="*/ 78 h 238"/>
                  <a:gd name="T2" fmla="*/ 97 w 225"/>
                  <a:gd name="T3" fmla="*/ 81 h 238"/>
                  <a:gd name="T4" fmla="*/ 85 w 225"/>
                  <a:gd name="T5" fmla="*/ 90 h 238"/>
                  <a:gd name="T6" fmla="*/ 76 w 225"/>
                  <a:gd name="T7" fmla="*/ 102 h 238"/>
                  <a:gd name="T8" fmla="*/ 73 w 225"/>
                  <a:gd name="T9" fmla="*/ 118 h 238"/>
                  <a:gd name="T10" fmla="*/ 76 w 225"/>
                  <a:gd name="T11" fmla="*/ 133 h 238"/>
                  <a:gd name="T12" fmla="*/ 85 w 225"/>
                  <a:gd name="T13" fmla="*/ 147 h 238"/>
                  <a:gd name="T14" fmla="*/ 97 w 225"/>
                  <a:gd name="T15" fmla="*/ 156 h 238"/>
                  <a:gd name="T16" fmla="*/ 112 w 225"/>
                  <a:gd name="T17" fmla="*/ 158 h 238"/>
                  <a:gd name="T18" fmla="*/ 128 w 225"/>
                  <a:gd name="T19" fmla="*/ 156 h 238"/>
                  <a:gd name="T20" fmla="*/ 140 w 225"/>
                  <a:gd name="T21" fmla="*/ 147 h 238"/>
                  <a:gd name="T22" fmla="*/ 149 w 225"/>
                  <a:gd name="T23" fmla="*/ 133 h 238"/>
                  <a:gd name="T24" fmla="*/ 152 w 225"/>
                  <a:gd name="T25" fmla="*/ 118 h 238"/>
                  <a:gd name="T26" fmla="*/ 149 w 225"/>
                  <a:gd name="T27" fmla="*/ 102 h 238"/>
                  <a:gd name="T28" fmla="*/ 140 w 225"/>
                  <a:gd name="T29" fmla="*/ 90 h 238"/>
                  <a:gd name="T30" fmla="*/ 128 w 225"/>
                  <a:gd name="T31" fmla="*/ 81 h 238"/>
                  <a:gd name="T32" fmla="*/ 112 w 225"/>
                  <a:gd name="T33" fmla="*/ 78 h 238"/>
                  <a:gd name="T34" fmla="*/ 92 w 225"/>
                  <a:gd name="T35" fmla="*/ 0 h 238"/>
                  <a:gd name="T36" fmla="*/ 132 w 225"/>
                  <a:gd name="T37" fmla="*/ 0 h 238"/>
                  <a:gd name="T38" fmla="*/ 139 w 225"/>
                  <a:gd name="T39" fmla="*/ 41 h 238"/>
                  <a:gd name="T40" fmla="*/ 149 w 225"/>
                  <a:gd name="T41" fmla="*/ 45 h 238"/>
                  <a:gd name="T42" fmla="*/ 158 w 225"/>
                  <a:gd name="T43" fmla="*/ 50 h 238"/>
                  <a:gd name="T44" fmla="*/ 165 w 225"/>
                  <a:gd name="T45" fmla="*/ 57 h 238"/>
                  <a:gd name="T46" fmla="*/ 205 w 225"/>
                  <a:gd name="T47" fmla="*/ 41 h 238"/>
                  <a:gd name="T48" fmla="*/ 224 w 225"/>
                  <a:gd name="T49" fmla="*/ 76 h 238"/>
                  <a:gd name="T50" fmla="*/ 192 w 225"/>
                  <a:gd name="T51" fmla="*/ 102 h 238"/>
                  <a:gd name="T52" fmla="*/ 192 w 225"/>
                  <a:gd name="T53" fmla="*/ 111 h 238"/>
                  <a:gd name="T54" fmla="*/ 194 w 225"/>
                  <a:gd name="T55" fmla="*/ 118 h 238"/>
                  <a:gd name="T56" fmla="*/ 192 w 225"/>
                  <a:gd name="T57" fmla="*/ 126 h 238"/>
                  <a:gd name="T58" fmla="*/ 192 w 225"/>
                  <a:gd name="T59" fmla="*/ 133 h 238"/>
                  <a:gd name="T60" fmla="*/ 225 w 225"/>
                  <a:gd name="T61" fmla="*/ 159 h 238"/>
                  <a:gd name="T62" fmla="*/ 205 w 225"/>
                  <a:gd name="T63" fmla="*/ 194 h 238"/>
                  <a:gd name="T64" fmla="*/ 165 w 225"/>
                  <a:gd name="T65" fmla="*/ 180 h 238"/>
                  <a:gd name="T66" fmla="*/ 158 w 225"/>
                  <a:gd name="T67" fmla="*/ 185 h 238"/>
                  <a:gd name="T68" fmla="*/ 149 w 225"/>
                  <a:gd name="T69" fmla="*/ 191 h 238"/>
                  <a:gd name="T70" fmla="*/ 139 w 225"/>
                  <a:gd name="T71" fmla="*/ 194 h 238"/>
                  <a:gd name="T72" fmla="*/ 133 w 225"/>
                  <a:gd name="T73" fmla="*/ 238 h 238"/>
                  <a:gd name="T74" fmla="*/ 93 w 225"/>
                  <a:gd name="T75" fmla="*/ 236 h 238"/>
                  <a:gd name="T76" fmla="*/ 86 w 225"/>
                  <a:gd name="T77" fmla="*/ 194 h 238"/>
                  <a:gd name="T78" fmla="*/ 76 w 225"/>
                  <a:gd name="T79" fmla="*/ 191 h 238"/>
                  <a:gd name="T80" fmla="*/ 67 w 225"/>
                  <a:gd name="T81" fmla="*/ 185 h 238"/>
                  <a:gd name="T82" fmla="*/ 59 w 225"/>
                  <a:gd name="T83" fmla="*/ 180 h 238"/>
                  <a:gd name="T84" fmla="*/ 19 w 225"/>
                  <a:gd name="T85" fmla="*/ 196 h 238"/>
                  <a:gd name="T86" fmla="*/ 0 w 225"/>
                  <a:gd name="T87" fmla="*/ 161 h 238"/>
                  <a:gd name="T88" fmla="*/ 33 w 225"/>
                  <a:gd name="T89" fmla="*/ 133 h 238"/>
                  <a:gd name="T90" fmla="*/ 31 w 225"/>
                  <a:gd name="T91" fmla="*/ 126 h 238"/>
                  <a:gd name="T92" fmla="*/ 31 w 225"/>
                  <a:gd name="T93" fmla="*/ 118 h 238"/>
                  <a:gd name="T94" fmla="*/ 31 w 225"/>
                  <a:gd name="T95" fmla="*/ 111 h 238"/>
                  <a:gd name="T96" fmla="*/ 33 w 225"/>
                  <a:gd name="T97" fmla="*/ 104 h 238"/>
                  <a:gd name="T98" fmla="*/ 0 w 225"/>
                  <a:gd name="T99" fmla="*/ 76 h 238"/>
                  <a:gd name="T100" fmla="*/ 20 w 225"/>
                  <a:gd name="T101" fmla="*/ 43 h 238"/>
                  <a:gd name="T102" fmla="*/ 59 w 225"/>
                  <a:gd name="T103" fmla="*/ 57 h 238"/>
                  <a:gd name="T104" fmla="*/ 67 w 225"/>
                  <a:gd name="T105" fmla="*/ 50 h 238"/>
                  <a:gd name="T106" fmla="*/ 76 w 225"/>
                  <a:gd name="T107" fmla="*/ 45 h 238"/>
                  <a:gd name="T108" fmla="*/ 86 w 225"/>
                  <a:gd name="T109" fmla="*/ 41 h 238"/>
                  <a:gd name="T110" fmla="*/ 92 w 225"/>
                  <a:gd name="T111" fmla="*/ 0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25" h="238">
                    <a:moveTo>
                      <a:pt x="112" y="78"/>
                    </a:moveTo>
                    <a:lnTo>
                      <a:pt x="97" y="81"/>
                    </a:lnTo>
                    <a:lnTo>
                      <a:pt x="85" y="90"/>
                    </a:lnTo>
                    <a:lnTo>
                      <a:pt x="76" y="102"/>
                    </a:lnTo>
                    <a:lnTo>
                      <a:pt x="73" y="118"/>
                    </a:lnTo>
                    <a:lnTo>
                      <a:pt x="76" y="133"/>
                    </a:lnTo>
                    <a:lnTo>
                      <a:pt x="85" y="147"/>
                    </a:lnTo>
                    <a:lnTo>
                      <a:pt x="97" y="156"/>
                    </a:lnTo>
                    <a:lnTo>
                      <a:pt x="112" y="158"/>
                    </a:lnTo>
                    <a:lnTo>
                      <a:pt x="128" y="156"/>
                    </a:lnTo>
                    <a:lnTo>
                      <a:pt x="140" y="147"/>
                    </a:lnTo>
                    <a:lnTo>
                      <a:pt x="149" y="133"/>
                    </a:lnTo>
                    <a:lnTo>
                      <a:pt x="152" y="118"/>
                    </a:lnTo>
                    <a:lnTo>
                      <a:pt x="149" y="102"/>
                    </a:lnTo>
                    <a:lnTo>
                      <a:pt x="140" y="90"/>
                    </a:lnTo>
                    <a:lnTo>
                      <a:pt x="128" y="81"/>
                    </a:lnTo>
                    <a:lnTo>
                      <a:pt x="112" y="78"/>
                    </a:lnTo>
                    <a:close/>
                    <a:moveTo>
                      <a:pt x="92" y="0"/>
                    </a:moveTo>
                    <a:lnTo>
                      <a:pt x="132" y="0"/>
                    </a:lnTo>
                    <a:lnTo>
                      <a:pt x="139" y="41"/>
                    </a:lnTo>
                    <a:lnTo>
                      <a:pt x="149" y="45"/>
                    </a:lnTo>
                    <a:lnTo>
                      <a:pt x="158" y="50"/>
                    </a:lnTo>
                    <a:lnTo>
                      <a:pt x="165" y="57"/>
                    </a:lnTo>
                    <a:lnTo>
                      <a:pt x="205" y="41"/>
                    </a:lnTo>
                    <a:lnTo>
                      <a:pt x="224" y="76"/>
                    </a:lnTo>
                    <a:lnTo>
                      <a:pt x="192" y="102"/>
                    </a:lnTo>
                    <a:lnTo>
                      <a:pt x="192" y="111"/>
                    </a:lnTo>
                    <a:lnTo>
                      <a:pt x="194" y="118"/>
                    </a:lnTo>
                    <a:lnTo>
                      <a:pt x="192" y="126"/>
                    </a:lnTo>
                    <a:lnTo>
                      <a:pt x="192" y="133"/>
                    </a:lnTo>
                    <a:lnTo>
                      <a:pt x="225" y="159"/>
                    </a:lnTo>
                    <a:lnTo>
                      <a:pt x="205" y="194"/>
                    </a:lnTo>
                    <a:lnTo>
                      <a:pt x="165" y="180"/>
                    </a:lnTo>
                    <a:lnTo>
                      <a:pt x="158" y="185"/>
                    </a:lnTo>
                    <a:lnTo>
                      <a:pt x="149" y="191"/>
                    </a:lnTo>
                    <a:lnTo>
                      <a:pt x="139" y="194"/>
                    </a:lnTo>
                    <a:lnTo>
                      <a:pt x="133" y="238"/>
                    </a:lnTo>
                    <a:lnTo>
                      <a:pt x="93" y="236"/>
                    </a:lnTo>
                    <a:lnTo>
                      <a:pt x="86" y="194"/>
                    </a:lnTo>
                    <a:lnTo>
                      <a:pt x="76" y="191"/>
                    </a:lnTo>
                    <a:lnTo>
                      <a:pt x="67" y="185"/>
                    </a:lnTo>
                    <a:lnTo>
                      <a:pt x="59" y="180"/>
                    </a:lnTo>
                    <a:lnTo>
                      <a:pt x="19" y="196"/>
                    </a:lnTo>
                    <a:lnTo>
                      <a:pt x="0" y="161"/>
                    </a:lnTo>
                    <a:lnTo>
                      <a:pt x="33" y="133"/>
                    </a:lnTo>
                    <a:lnTo>
                      <a:pt x="31" y="126"/>
                    </a:lnTo>
                    <a:lnTo>
                      <a:pt x="31" y="118"/>
                    </a:lnTo>
                    <a:lnTo>
                      <a:pt x="31" y="111"/>
                    </a:lnTo>
                    <a:lnTo>
                      <a:pt x="33" y="104"/>
                    </a:lnTo>
                    <a:lnTo>
                      <a:pt x="0" y="76"/>
                    </a:lnTo>
                    <a:lnTo>
                      <a:pt x="20" y="43"/>
                    </a:lnTo>
                    <a:lnTo>
                      <a:pt x="59" y="57"/>
                    </a:lnTo>
                    <a:lnTo>
                      <a:pt x="67" y="50"/>
                    </a:lnTo>
                    <a:lnTo>
                      <a:pt x="76" y="45"/>
                    </a:lnTo>
                    <a:lnTo>
                      <a:pt x="86" y="41"/>
                    </a:lnTo>
                    <a:lnTo>
                      <a:pt x="9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6" name="Freeform 189"/>
              <p:cNvSpPr>
                <a:spLocks noEditPoints="1"/>
              </p:cNvSpPr>
              <p:nvPr/>
            </p:nvSpPr>
            <p:spPr bwMode="auto">
              <a:xfrm>
                <a:off x="6289269" y="3717926"/>
                <a:ext cx="125413" cy="131763"/>
              </a:xfrm>
              <a:custGeom>
                <a:avLst/>
                <a:gdLst>
                  <a:gd name="T0" fmla="*/ 80 w 159"/>
                  <a:gd name="T1" fmla="*/ 54 h 165"/>
                  <a:gd name="T2" fmla="*/ 67 w 159"/>
                  <a:gd name="T3" fmla="*/ 59 h 165"/>
                  <a:gd name="T4" fmla="*/ 56 w 159"/>
                  <a:gd name="T5" fmla="*/ 67 h 165"/>
                  <a:gd name="T6" fmla="*/ 53 w 159"/>
                  <a:gd name="T7" fmla="*/ 81 h 165"/>
                  <a:gd name="T8" fmla="*/ 56 w 159"/>
                  <a:gd name="T9" fmla="*/ 97 h 165"/>
                  <a:gd name="T10" fmla="*/ 67 w 159"/>
                  <a:gd name="T11" fmla="*/ 106 h 165"/>
                  <a:gd name="T12" fmla="*/ 80 w 159"/>
                  <a:gd name="T13" fmla="*/ 111 h 165"/>
                  <a:gd name="T14" fmla="*/ 94 w 159"/>
                  <a:gd name="T15" fmla="*/ 106 h 165"/>
                  <a:gd name="T16" fmla="*/ 105 w 159"/>
                  <a:gd name="T17" fmla="*/ 97 h 165"/>
                  <a:gd name="T18" fmla="*/ 108 w 159"/>
                  <a:gd name="T19" fmla="*/ 81 h 165"/>
                  <a:gd name="T20" fmla="*/ 105 w 159"/>
                  <a:gd name="T21" fmla="*/ 67 h 165"/>
                  <a:gd name="T22" fmla="*/ 94 w 159"/>
                  <a:gd name="T23" fmla="*/ 59 h 165"/>
                  <a:gd name="T24" fmla="*/ 80 w 159"/>
                  <a:gd name="T25" fmla="*/ 54 h 165"/>
                  <a:gd name="T26" fmla="*/ 65 w 159"/>
                  <a:gd name="T27" fmla="*/ 0 h 165"/>
                  <a:gd name="T28" fmla="*/ 94 w 159"/>
                  <a:gd name="T29" fmla="*/ 0 h 165"/>
                  <a:gd name="T30" fmla="*/ 98 w 159"/>
                  <a:gd name="T31" fmla="*/ 29 h 165"/>
                  <a:gd name="T32" fmla="*/ 108 w 159"/>
                  <a:gd name="T33" fmla="*/ 33 h 165"/>
                  <a:gd name="T34" fmla="*/ 117 w 159"/>
                  <a:gd name="T35" fmla="*/ 40 h 165"/>
                  <a:gd name="T36" fmla="*/ 145 w 159"/>
                  <a:gd name="T37" fmla="*/ 27 h 165"/>
                  <a:gd name="T38" fmla="*/ 159 w 159"/>
                  <a:gd name="T39" fmla="*/ 54 h 165"/>
                  <a:gd name="T40" fmla="*/ 136 w 159"/>
                  <a:gd name="T41" fmla="*/ 71 h 165"/>
                  <a:gd name="T42" fmla="*/ 136 w 159"/>
                  <a:gd name="T43" fmla="*/ 81 h 165"/>
                  <a:gd name="T44" fmla="*/ 136 w 159"/>
                  <a:gd name="T45" fmla="*/ 93 h 165"/>
                  <a:gd name="T46" fmla="*/ 159 w 159"/>
                  <a:gd name="T47" fmla="*/ 111 h 165"/>
                  <a:gd name="T48" fmla="*/ 145 w 159"/>
                  <a:gd name="T49" fmla="*/ 135 h 165"/>
                  <a:gd name="T50" fmla="*/ 117 w 159"/>
                  <a:gd name="T51" fmla="*/ 125 h 165"/>
                  <a:gd name="T52" fmla="*/ 108 w 159"/>
                  <a:gd name="T53" fmla="*/ 132 h 165"/>
                  <a:gd name="T54" fmla="*/ 98 w 159"/>
                  <a:gd name="T55" fmla="*/ 135 h 165"/>
                  <a:gd name="T56" fmla="*/ 94 w 159"/>
                  <a:gd name="T57" fmla="*/ 165 h 165"/>
                  <a:gd name="T58" fmla="*/ 65 w 159"/>
                  <a:gd name="T59" fmla="*/ 165 h 165"/>
                  <a:gd name="T60" fmla="*/ 61 w 159"/>
                  <a:gd name="T61" fmla="*/ 135 h 165"/>
                  <a:gd name="T62" fmla="*/ 51 w 159"/>
                  <a:gd name="T63" fmla="*/ 132 h 165"/>
                  <a:gd name="T64" fmla="*/ 42 w 159"/>
                  <a:gd name="T65" fmla="*/ 125 h 165"/>
                  <a:gd name="T66" fmla="*/ 14 w 159"/>
                  <a:gd name="T67" fmla="*/ 135 h 165"/>
                  <a:gd name="T68" fmla="*/ 2 w 159"/>
                  <a:gd name="T69" fmla="*/ 111 h 165"/>
                  <a:gd name="T70" fmla="*/ 25 w 159"/>
                  <a:gd name="T71" fmla="*/ 93 h 165"/>
                  <a:gd name="T72" fmla="*/ 23 w 159"/>
                  <a:gd name="T73" fmla="*/ 81 h 165"/>
                  <a:gd name="T74" fmla="*/ 25 w 159"/>
                  <a:gd name="T75" fmla="*/ 71 h 165"/>
                  <a:gd name="T76" fmla="*/ 0 w 159"/>
                  <a:gd name="T77" fmla="*/ 54 h 165"/>
                  <a:gd name="T78" fmla="*/ 16 w 159"/>
                  <a:gd name="T79" fmla="*/ 29 h 165"/>
                  <a:gd name="T80" fmla="*/ 42 w 159"/>
                  <a:gd name="T81" fmla="*/ 40 h 165"/>
                  <a:gd name="T82" fmla="*/ 51 w 159"/>
                  <a:gd name="T83" fmla="*/ 33 h 165"/>
                  <a:gd name="T84" fmla="*/ 61 w 159"/>
                  <a:gd name="T85" fmla="*/ 29 h 165"/>
                  <a:gd name="T86" fmla="*/ 65 w 159"/>
                  <a:gd name="T87" fmla="*/ 0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59" h="165">
                    <a:moveTo>
                      <a:pt x="80" y="54"/>
                    </a:moveTo>
                    <a:lnTo>
                      <a:pt x="67" y="59"/>
                    </a:lnTo>
                    <a:lnTo>
                      <a:pt x="56" y="67"/>
                    </a:lnTo>
                    <a:lnTo>
                      <a:pt x="53" y="81"/>
                    </a:lnTo>
                    <a:lnTo>
                      <a:pt x="56" y="97"/>
                    </a:lnTo>
                    <a:lnTo>
                      <a:pt x="67" y="106"/>
                    </a:lnTo>
                    <a:lnTo>
                      <a:pt x="80" y="111"/>
                    </a:lnTo>
                    <a:lnTo>
                      <a:pt x="94" y="106"/>
                    </a:lnTo>
                    <a:lnTo>
                      <a:pt x="105" y="97"/>
                    </a:lnTo>
                    <a:lnTo>
                      <a:pt x="108" y="81"/>
                    </a:lnTo>
                    <a:lnTo>
                      <a:pt x="105" y="67"/>
                    </a:lnTo>
                    <a:lnTo>
                      <a:pt x="94" y="59"/>
                    </a:lnTo>
                    <a:lnTo>
                      <a:pt x="80" y="54"/>
                    </a:lnTo>
                    <a:close/>
                    <a:moveTo>
                      <a:pt x="65" y="0"/>
                    </a:moveTo>
                    <a:lnTo>
                      <a:pt x="94" y="0"/>
                    </a:lnTo>
                    <a:lnTo>
                      <a:pt x="98" y="29"/>
                    </a:lnTo>
                    <a:lnTo>
                      <a:pt x="108" y="33"/>
                    </a:lnTo>
                    <a:lnTo>
                      <a:pt x="117" y="40"/>
                    </a:lnTo>
                    <a:lnTo>
                      <a:pt x="145" y="27"/>
                    </a:lnTo>
                    <a:lnTo>
                      <a:pt x="159" y="54"/>
                    </a:lnTo>
                    <a:lnTo>
                      <a:pt x="136" y="71"/>
                    </a:lnTo>
                    <a:lnTo>
                      <a:pt x="136" y="81"/>
                    </a:lnTo>
                    <a:lnTo>
                      <a:pt x="136" y="93"/>
                    </a:lnTo>
                    <a:lnTo>
                      <a:pt x="159" y="111"/>
                    </a:lnTo>
                    <a:lnTo>
                      <a:pt x="145" y="135"/>
                    </a:lnTo>
                    <a:lnTo>
                      <a:pt x="117" y="125"/>
                    </a:lnTo>
                    <a:lnTo>
                      <a:pt x="108" y="132"/>
                    </a:lnTo>
                    <a:lnTo>
                      <a:pt x="98" y="135"/>
                    </a:lnTo>
                    <a:lnTo>
                      <a:pt x="94" y="165"/>
                    </a:lnTo>
                    <a:lnTo>
                      <a:pt x="65" y="165"/>
                    </a:lnTo>
                    <a:lnTo>
                      <a:pt x="61" y="135"/>
                    </a:lnTo>
                    <a:lnTo>
                      <a:pt x="51" y="132"/>
                    </a:lnTo>
                    <a:lnTo>
                      <a:pt x="42" y="125"/>
                    </a:lnTo>
                    <a:lnTo>
                      <a:pt x="14" y="135"/>
                    </a:lnTo>
                    <a:lnTo>
                      <a:pt x="2" y="111"/>
                    </a:lnTo>
                    <a:lnTo>
                      <a:pt x="25" y="93"/>
                    </a:lnTo>
                    <a:lnTo>
                      <a:pt x="23" y="81"/>
                    </a:lnTo>
                    <a:lnTo>
                      <a:pt x="25" y="71"/>
                    </a:lnTo>
                    <a:lnTo>
                      <a:pt x="0" y="54"/>
                    </a:lnTo>
                    <a:lnTo>
                      <a:pt x="16" y="29"/>
                    </a:lnTo>
                    <a:lnTo>
                      <a:pt x="42" y="40"/>
                    </a:lnTo>
                    <a:lnTo>
                      <a:pt x="51" y="33"/>
                    </a:lnTo>
                    <a:lnTo>
                      <a:pt x="61" y="29"/>
                    </a:lnTo>
                    <a:lnTo>
                      <a:pt x="6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7" name="Freeform 190"/>
              <p:cNvSpPr>
                <a:spLocks noEditPoints="1"/>
              </p:cNvSpPr>
              <p:nvPr/>
            </p:nvSpPr>
            <p:spPr bwMode="auto">
              <a:xfrm>
                <a:off x="6181319" y="3711576"/>
                <a:ext cx="98425" cy="100013"/>
              </a:xfrm>
              <a:custGeom>
                <a:avLst/>
                <a:gdLst>
                  <a:gd name="T0" fmla="*/ 64 w 123"/>
                  <a:gd name="T1" fmla="*/ 40 h 125"/>
                  <a:gd name="T2" fmla="*/ 57 w 123"/>
                  <a:gd name="T3" fmla="*/ 40 h 125"/>
                  <a:gd name="T4" fmla="*/ 50 w 123"/>
                  <a:gd name="T5" fmla="*/ 42 h 125"/>
                  <a:gd name="T6" fmla="*/ 45 w 123"/>
                  <a:gd name="T7" fmla="*/ 47 h 125"/>
                  <a:gd name="T8" fmla="*/ 42 w 123"/>
                  <a:gd name="T9" fmla="*/ 52 h 125"/>
                  <a:gd name="T10" fmla="*/ 40 w 123"/>
                  <a:gd name="T11" fmla="*/ 59 h 125"/>
                  <a:gd name="T12" fmla="*/ 40 w 123"/>
                  <a:gd name="T13" fmla="*/ 68 h 125"/>
                  <a:gd name="T14" fmla="*/ 43 w 123"/>
                  <a:gd name="T15" fmla="*/ 75 h 125"/>
                  <a:gd name="T16" fmla="*/ 47 w 123"/>
                  <a:gd name="T17" fmla="*/ 80 h 125"/>
                  <a:gd name="T18" fmla="*/ 54 w 123"/>
                  <a:gd name="T19" fmla="*/ 83 h 125"/>
                  <a:gd name="T20" fmla="*/ 61 w 123"/>
                  <a:gd name="T21" fmla="*/ 85 h 125"/>
                  <a:gd name="T22" fmla="*/ 68 w 123"/>
                  <a:gd name="T23" fmla="*/ 85 h 125"/>
                  <a:gd name="T24" fmla="*/ 75 w 123"/>
                  <a:gd name="T25" fmla="*/ 82 h 125"/>
                  <a:gd name="T26" fmla="*/ 80 w 123"/>
                  <a:gd name="T27" fmla="*/ 76 h 125"/>
                  <a:gd name="T28" fmla="*/ 83 w 123"/>
                  <a:gd name="T29" fmla="*/ 71 h 125"/>
                  <a:gd name="T30" fmla="*/ 85 w 123"/>
                  <a:gd name="T31" fmla="*/ 64 h 125"/>
                  <a:gd name="T32" fmla="*/ 85 w 123"/>
                  <a:gd name="T33" fmla="*/ 57 h 125"/>
                  <a:gd name="T34" fmla="*/ 82 w 123"/>
                  <a:gd name="T35" fmla="*/ 50 h 125"/>
                  <a:gd name="T36" fmla="*/ 78 w 123"/>
                  <a:gd name="T37" fmla="*/ 45 h 125"/>
                  <a:gd name="T38" fmla="*/ 71 w 123"/>
                  <a:gd name="T39" fmla="*/ 42 h 125"/>
                  <a:gd name="T40" fmla="*/ 64 w 123"/>
                  <a:gd name="T41" fmla="*/ 40 h 125"/>
                  <a:gd name="T42" fmla="*/ 57 w 123"/>
                  <a:gd name="T43" fmla="*/ 0 h 125"/>
                  <a:gd name="T44" fmla="*/ 64 w 123"/>
                  <a:gd name="T45" fmla="*/ 16 h 125"/>
                  <a:gd name="T46" fmla="*/ 71 w 123"/>
                  <a:gd name="T47" fmla="*/ 16 h 125"/>
                  <a:gd name="T48" fmla="*/ 78 w 123"/>
                  <a:gd name="T49" fmla="*/ 17 h 125"/>
                  <a:gd name="T50" fmla="*/ 87 w 123"/>
                  <a:gd name="T51" fmla="*/ 5 h 125"/>
                  <a:gd name="T52" fmla="*/ 102 w 123"/>
                  <a:gd name="T53" fmla="*/ 16 h 125"/>
                  <a:gd name="T54" fmla="*/ 97 w 123"/>
                  <a:gd name="T55" fmla="*/ 31 h 125"/>
                  <a:gd name="T56" fmla="*/ 101 w 123"/>
                  <a:gd name="T57" fmla="*/ 36 h 125"/>
                  <a:gd name="T58" fmla="*/ 104 w 123"/>
                  <a:gd name="T59" fmla="*/ 42 h 125"/>
                  <a:gd name="T60" fmla="*/ 120 w 123"/>
                  <a:gd name="T61" fmla="*/ 42 h 125"/>
                  <a:gd name="T62" fmla="*/ 123 w 123"/>
                  <a:gd name="T63" fmla="*/ 59 h 125"/>
                  <a:gd name="T64" fmla="*/ 109 w 123"/>
                  <a:gd name="T65" fmla="*/ 64 h 125"/>
                  <a:gd name="T66" fmla="*/ 108 w 123"/>
                  <a:gd name="T67" fmla="*/ 71 h 125"/>
                  <a:gd name="T68" fmla="*/ 106 w 123"/>
                  <a:gd name="T69" fmla="*/ 78 h 125"/>
                  <a:gd name="T70" fmla="*/ 118 w 123"/>
                  <a:gd name="T71" fmla="*/ 89 h 125"/>
                  <a:gd name="T72" fmla="*/ 109 w 123"/>
                  <a:gd name="T73" fmla="*/ 104 h 125"/>
                  <a:gd name="T74" fmla="*/ 92 w 123"/>
                  <a:gd name="T75" fmla="*/ 97 h 125"/>
                  <a:gd name="T76" fmla="*/ 87 w 123"/>
                  <a:gd name="T77" fmla="*/ 101 h 125"/>
                  <a:gd name="T78" fmla="*/ 82 w 123"/>
                  <a:gd name="T79" fmla="*/ 104 h 125"/>
                  <a:gd name="T80" fmla="*/ 83 w 123"/>
                  <a:gd name="T81" fmla="*/ 122 h 125"/>
                  <a:gd name="T82" fmla="*/ 66 w 123"/>
                  <a:gd name="T83" fmla="*/ 125 h 125"/>
                  <a:gd name="T84" fmla="*/ 59 w 123"/>
                  <a:gd name="T85" fmla="*/ 108 h 125"/>
                  <a:gd name="T86" fmla="*/ 54 w 123"/>
                  <a:gd name="T87" fmla="*/ 108 h 125"/>
                  <a:gd name="T88" fmla="*/ 47 w 123"/>
                  <a:gd name="T89" fmla="*/ 106 h 125"/>
                  <a:gd name="T90" fmla="*/ 36 w 123"/>
                  <a:gd name="T91" fmla="*/ 120 h 125"/>
                  <a:gd name="T92" fmla="*/ 21 w 123"/>
                  <a:gd name="T93" fmla="*/ 109 h 125"/>
                  <a:gd name="T94" fmla="*/ 28 w 123"/>
                  <a:gd name="T95" fmla="*/ 94 h 125"/>
                  <a:gd name="T96" fmla="*/ 24 w 123"/>
                  <a:gd name="T97" fmla="*/ 89 h 125"/>
                  <a:gd name="T98" fmla="*/ 21 w 123"/>
                  <a:gd name="T99" fmla="*/ 83 h 125"/>
                  <a:gd name="T100" fmla="*/ 3 w 123"/>
                  <a:gd name="T101" fmla="*/ 85 h 125"/>
                  <a:gd name="T102" fmla="*/ 0 w 123"/>
                  <a:gd name="T103" fmla="*/ 68 h 125"/>
                  <a:gd name="T104" fmla="*/ 16 w 123"/>
                  <a:gd name="T105" fmla="*/ 61 h 125"/>
                  <a:gd name="T106" fmla="*/ 16 w 123"/>
                  <a:gd name="T107" fmla="*/ 54 h 125"/>
                  <a:gd name="T108" fmla="*/ 17 w 123"/>
                  <a:gd name="T109" fmla="*/ 49 h 125"/>
                  <a:gd name="T110" fmla="*/ 5 w 123"/>
                  <a:gd name="T111" fmla="*/ 36 h 125"/>
                  <a:gd name="T112" fmla="*/ 14 w 123"/>
                  <a:gd name="T113" fmla="*/ 23 h 125"/>
                  <a:gd name="T114" fmla="*/ 29 w 123"/>
                  <a:gd name="T115" fmla="*/ 28 h 125"/>
                  <a:gd name="T116" fmla="*/ 35 w 123"/>
                  <a:gd name="T117" fmla="*/ 24 h 125"/>
                  <a:gd name="T118" fmla="*/ 42 w 123"/>
                  <a:gd name="T119" fmla="*/ 21 h 125"/>
                  <a:gd name="T120" fmla="*/ 40 w 123"/>
                  <a:gd name="T121" fmla="*/ 3 h 125"/>
                  <a:gd name="T122" fmla="*/ 57 w 123"/>
                  <a:gd name="T123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3" h="125">
                    <a:moveTo>
                      <a:pt x="64" y="40"/>
                    </a:moveTo>
                    <a:lnTo>
                      <a:pt x="57" y="40"/>
                    </a:lnTo>
                    <a:lnTo>
                      <a:pt x="50" y="42"/>
                    </a:lnTo>
                    <a:lnTo>
                      <a:pt x="45" y="47"/>
                    </a:lnTo>
                    <a:lnTo>
                      <a:pt x="42" y="52"/>
                    </a:lnTo>
                    <a:lnTo>
                      <a:pt x="40" y="59"/>
                    </a:lnTo>
                    <a:lnTo>
                      <a:pt x="40" y="68"/>
                    </a:lnTo>
                    <a:lnTo>
                      <a:pt x="43" y="75"/>
                    </a:lnTo>
                    <a:lnTo>
                      <a:pt x="47" y="80"/>
                    </a:lnTo>
                    <a:lnTo>
                      <a:pt x="54" y="83"/>
                    </a:lnTo>
                    <a:lnTo>
                      <a:pt x="61" y="85"/>
                    </a:lnTo>
                    <a:lnTo>
                      <a:pt x="68" y="85"/>
                    </a:lnTo>
                    <a:lnTo>
                      <a:pt x="75" y="82"/>
                    </a:lnTo>
                    <a:lnTo>
                      <a:pt x="80" y="76"/>
                    </a:lnTo>
                    <a:lnTo>
                      <a:pt x="83" y="71"/>
                    </a:lnTo>
                    <a:lnTo>
                      <a:pt x="85" y="64"/>
                    </a:lnTo>
                    <a:lnTo>
                      <a:pt x="85" y="57"/>
                    </a:lnTo>
                    <a:lnTo>
                      <a:pt x="82" y="50"/>
                    </a:lnTo>
                    <a:lnTo>
                      <a:pt x="78" y="45"/>
                    </a:lnTo>
                    <a:lnTo>
                      <a:pt x="71" y="42"/>
                    </a:lnTo>
                    <a:lnTo>
                      <a:pt x="64" y="40"/>
                    </a:lnTo>
                    <a:close/>
                    <a:moveTo>
                      <a:pt x="57" y="0"/>
                    </a:moveTo>
                    <a:lnTo>
                      <a:pt x="64" y="16"/>
                    </a:lnTo>
                    <a:lnTo>
                      <a:pt x="71" y="16"/>
                    </a:lnTo>
                    <a:lnTo>
                      <a:pt x="78" y="17"/>
                    </a:lnTo>
                    <a:lnTo>
                      <a:pt x="87" y="5"/>
                    </a:lnTo>
                    <a:lnTo>
                      <a:pt x="102" y="16"/>
                    </a:lnTo>
                    <a:lnTo>
                      <a:pt x="97" y="31"/>
                    </a:lnTo>
                    <a:lnTo>
                      <a:pt x="101" y="36"/>
                    </a:lnTo>
                    <a:lnTo>
                      <a:pt x="104" y="42"/>
                    </a:lnTo>
                    <a:lnTo>
                      <a:pt x="120" y="42"/>
                    </a:lnTo>
                    <a:lnTo>
                      <a:pt x="123" y="59"/>
                    </a:lnTo>
                    <a:lnTo>
                      <a:pt x="109" y="64"/>
                    </a:lnTo>
                    <a:lnTo>
                      <a:pt x="108" y="71"/>
                    </a:lnTo>
                    <a:lnTo>
                      <a:pt x="106" y="78"/>
                    </a:lnTo>
                    <a:lnTo>
                      <a:pt x="118" y="89"/>
                    </a:lnTo>
                    <a:lnTo>
                      <a:pt x="109" y="104"/>
                    </a:lnTo>
                    <a:lnTo>
                      <a:pt x="92" y="97"/>
                    </a:lnTo>
                    <a:lnTo>
                      <a:pt x="87" y="101"/>
                    </a:lnTo>
                    <a:lnTo>
                      <a:pt x="82" y="104"/>
                    </a:lnTo>
                    <a:lnTo>
                      <a:pt x="83" y="122"/>
                    </a:lnTo>
                    <a:lnTo>
                      <a:pt x="66" y="125"/>
                    </a:lnTo>
                    <a:lnTo>
                      <a:pt x="59" y="108"/>
                    </a:lnTo>
                    <a:lnTo>
                      <a:pt x="54" y="108"/>
                    </a:lnTo>
                    <a:lnTo>
                      <a:pt x="47" y="106"/>
                    </a:lnTo>
                    <a:lnTo>
                      <a:pt x="36" y="120"/>
                    </a:lnTo>
                    <a:lnTo>
                      <a:pt x="21" y="109"/>
                    </a:lnTo>
                    <a:lnTo>
                      <a:pt x="28" y="94"/>
                    </a:lnTo>
                    <a:lnTo>
                      <a:pt x="24" y="89"/>
                    </a:lnTo>
                    <a:lnTo>
                      <a:pt x="21" y="83"/>
                    </a:lnTo>
                    <a:lnTo>
                      <a:pt x="3" y="85"/>
                    </a:lnTo>
                    <a:lnTo>
                      <a:pt x="0" y="68"/>
                    </a:lnTo>
                    <a:lnTo>
                      <a:pt x="16" y="61"/>
                    </a:lnTo>
                    <a:lnTo>
                      <a:pt x="16" y="54"/>
                    </a:lnTo>
                    <a:lnTo>
                      <a:pt x="17" y="49"/>
                    </a:lnTo>
                    <a:lnTo>
                      <a:pt x="5" y="36"/>
                    </a:lnTo>
                    <a:lnTo>
                      <a:pt x="14" y="23"/>
                    </a:lnTo>
                    <a:lnTo>
                      <a:pt x="29" y="28"/>
                    </a:lnTo>
                    <a:lnTo>
                      <a:pt x="35" y="24"/>
                    </a:lnTo>
                    <a:lnTo>
                      <a:pt x="42" y="21"/>
                    </a:lnTo>
                    <a:lnTo>
                      <a:pt x="40" y="3"/>
                    </a:lnTo>
                    <a:lnTo>
                      <a:pt x="5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  <p:sp>
            <p:nvSpPr>
              <p:cNvPr id="38" name="Freeform 191"/>
              <p:cNvSpPr>
                <a:spLocks noEditPoints="1"/>
              </p:cNvSpPr>
              <p:nvPr/>
            </p:nvSpPr>
            <p:spPr bwMode="auto">
              <a:xfrm>
                <a:off x="6152744" y="3663951"/>
                <a:ext cx="49213" cy="50800"/>
              </a:xfrm>
              <a:custGeom>
                <a:avLst/>
                <a:gdLst>
                  <a:gd name="T0" fmla="*/ 32 w 63"/>
                  <a:gd name="T1" fmla="*/ 19 h 62"/>
                  <a:gd name="T2" fmla="*/ 26 w 63"/>
                  <a:gd name="T3" fmla="*/ 21 h 62"/>
                  <a:gd name="T4" fmla="*/ 23 w 63"/>
                  <a:gd name="T5" fmla="*/ 23 h 62"/>
                  <a:gd name="T6" fmla="*/ 21 w 63"/>
                  <a:gd name="T7" fmla="*/ 28 h 62"/>
                  <a:gd name="T8" fmla="*/ 21 w 63"/>
                  <a:gd name="T9" fmla="*/ 31 h 62"/>
                  <a:gd name="T10" fmla="*/ 23 w 63"/>
                  <a:gd name="T11" fmla="*/ 36 h 62"/>
                  <a:gd name="T12" fmla="*/ 25 w 63"/>
                  <a:gd name="T13" fmla="*/ 40 h 62"/>
                  <a:gd name="T14" fmla="*/ 30 w 63"/>
                  <a:gd name="T15" fmla="*/ 42 h 62"/>
                  <a:gd name="T16" fmla="*/ 33 w 63"/>
                  <a:gd name="T17" fmla="*/ 42 h 62"/>
                  <a:gd name="T18" fmla="*/ 39 w 63"/>
                  <a:gd name="T19" fmla="*/ 40 h 62"/>
                  <a:gd name="T20" fmla="*/ 42 w 63"/>
                  <a:gd name="T21" fmla="*/ 38 h 62"/>
                  <a:gd name="T22" fmla="*/ 44 w 63"/>
                  <a:gd name="T23" fmla="*/ 33 h 62"/>
                  <a:gd name="T24" fmla="*/ 44 w 63"/>
                  <a:gd name="T25" fmla="*/ 29 h 62"/>
                  <a:gd name="T26" fmla="*/ 42 w 63"/>
                  <a:gd name="T27" fmla="*/ 24 h 62"/>
                  <a:gd name="T28" fmla="*/ 40 w 63"/>
                  <a:gd name="T29" fmla="*/ 21 h 62"/>
                  <a:gd name="T30" fmla="*/ 35 w 63"/>
                  <a:gd name="T31" fmla="*/ 19 h 62"/>
                  <a:gd name="T32" fmla="*/ 32 w 63"/>
                  <a:gd name="T33" fmla="*/ 19 h 62"/>
                  <a:gd name="T34" fmla="*/ 37 w 63"/>
                  <a:gd name="T35" fmla="*/ 0 h 62"/>
                  <a:gd name="T36" fmla="*/ 46 w 63"/>
                  <a:gd name="T37" fmla="*/ 2 h 62"/>
                  <a:gd name="T38" fmla="*/ 44 w 63"/>
                  <a:gd name="T39" fmla="*/ 10 h 62"/>
                  <a:gd name="T40" fmla="*/ 51 w 63"/>
                  <a:gd name="T41" fmla="*/ 14 h 62"/>
                  <a:gd name="T42" fmla="*/ 58 w 63"/>
                  <a:gd name="T43" fmla="*/ 12 h 62"/>
                  <a:gd name="T44" fmla="*/ 61 w 63"/>
                  <a:gd name="T45" fmla="*/ 19 h 62"/>
                  <a:gd name="T46" fmla="*/ 56 w 63"/>
                  <a:gd name="T47" fmla="*/ 24 h 62"/>
                  <a:gd name="T48" fmla="*/ 56 w 63"/>
                  <a:gd name="T49" fmla="*/ 31 h 62"/>
                  <a:gd name="T50" fmla="*/ 63 w 63"/>
                  <a:gd name="T51" fmla="*/ 35 h 62"/>
                  <a:gd name="T52" fmla="*/ 61 w 63"/>
                  <a:gd name="T53" fmla="*/ 43 h 62"/>
                  <a:gd name="T54" fmla="*/ 53 w 63"/>
                  <a:gd name="T55" fmla="*/ 43 h 62"/>
                  <a:gd name="T56" fmla="*/ 49 w 63"/>
                  <a:gd name="T57" fmla="*/ 49 h 62"/>
                  <a:gd name="T58" fmla="*/ 51 w 63"/>
                  <a:gd name="T59" fmla="*/ 56 h 62"/>
                  <a:gd name="T60" fmla="*/ 44 w 63"/>
                  <a:gd name="T61" fmla="*/ 61 h 62"/>
                  <a:gd name="T62" fmla="*/ 37 w 63"/>
                  <a:gd name="T63" fmla="*/ 54 h 62"/>
                  <a:gd name="T64" fmla="*/ 32 w 63"/>
                  <a:gd name="T65" fmla="*/ 54 h 62"/>
                  <a:gd name="T66" fmla="*/ 28 w 63"/>
                  <a:gd name="T67" fmla="*/ 62 h 62"/>
                  <a:gd name="T68" fmla="*/ 20 w 63"/>
                  <a:gd name="T69" fmla="*/ 59 h 62"/>
                  <a:gd name="T70" fmla="*/ 20 w 63"/>
                  <a:gd name="T71" fmla="*/ 50 h 62"/>
                  <a:gd name="T72" fmla="*/ 16 w 63"/>
                  <a:gd name="T73" fmla="*/ 47 h 62"/>
                  <a:gd name="T74" fmla="*/ 7 w 63"/>
                  <a:gd name="T75" fmla="*/ 50 h 62"/>
                  <a:gd name="T76" fmla="*/ 2 w 63"/>
                  <a:gd name="T77" fmla="*/ 42 h 62"/>
                  <a:gd name="T78" fmla="*/ 9 w 63"/>
                  <a:gd name="T79" fmla="*/ 36 h 62"/>
                  <a:gd name="T80" fmla="*/ 9 w 63"/>
                  <a:gd name="T81" fmla="*/ 29 h 62"/>
                  <a:gd name="T82" fmla="*/ 0 w 63"/>
                  <a:gd name="T83" fmla="*/ 26 h 62"/>
                  <a:gd name="T84" fmla="*/ 4 w 63"/>
                  <a:gd name="T85" fmla="*/ 17 h 62"/>
                  <a:gd name="T86" fmla="*/ 13 w 63"/>
                  <a:gd name="T87" fmla="*/ 19 h 62"/>
                  <a:gd name="T88" fmla="*/ 16 w 63"/>
                  <a:gd name="T89" fmla="*/ 14 h 62"/>
                  <a:gd name="T90" fmla="*/ 13 w 63"/>
                  <a:gd name="T91" fmla="*/ 5 h 62"/>
                  <a:gd name="T92" fmla="*/ 21 w 63"/>
                  <a:gd name="T93" fmla="*/ 2 h 62"/>
                  <a:gd name="T94" fmla="*/ 26 w 63"/>
                  <a:gd name="T95" fmla="*/ 9 h 62"/>
                  <a:gd name="T96" fmla="*/ 33 w 63"/>
                  <a:gd name="T97" fmla="*/ 7 h 62"/>
                  <a:gd name="T98" fmla="*/ 37 w 63"/>
                  <a:gd name="T99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3" h="62">
                    <a:moveTo>
                      <a:pt x="32" y="19"/>
                    </a:moveTo>
                    <a:lnTo>
                      <a:pt x="26" y="21"/>
                    </a:lnTo>
                    <a:lnTo>
                      <a:pt x="23" y="23"/>
                    </a:lnTo>
                    <a:lnTo>
                      <a:pt x="21" y="28"/>
                    </a:lnTo>
                    <a:lnTo>
                      <a:pt x="21" y="31"/>
                    </a:lnTo>
                    <a:lnTo>
                      <a:pt x="23" y="36"/>
                    </a:lnTo>
                    <a:lnTo>
                      <a:pt x="25" y="40"/>
                    </a:lnTo>
                    <a:lnTo>
                      <a:pt x="30" y="42"/>
                    </a:lnTo>
                    <a:lnTo>
                      <a:pt x="33" y="42"/>
                    </a:lnTo>
                    <a:lnTo>
                      <a:pt x="39" y="40"/>
                    </a:lnTo>
                    <a:lnTo>
                      <a:pt x="42" y="38"/>
                    </a:lnTo>
                    <a:lnTo>
                      <a:pt x="44" y="33"/>
                    </a:lnTo>
                    <a:lnTo>
                      <a:pt x="44" y="29"/>
                    </a:lnTo>
                    <a:lnTo>
                      <a:pt x="42" y="24"/>
                    </a:lnTo>
                    <a:lnTo>
                      <a:pt x="40" y="21"/>
                    </a:lnTo>
                    <a:lnTo>
                      <a:pt x="35" y="19"/>
                    </a:lnTo>
                    <a:lnTo>
                      <a:pt x="32" y="19"/>
                    </a:lnTo>
                    <a:close/>
                    <a:moveTo>
                      <a:pt x="37" y="0"/>
                    </a:moveTo>
                    <a:lnTo>
                      <a:pt x="46" y="2"/>
                    </a:lnTo>
                    <a:lnTo>
                      <a:pt x="44" y="10"/>
                    </a:lnTo>
                    <a:lnTo>
                      <a:pt x="51" y="14"/>
                    </a:lnTo>
                    <a:lnTo>
                      <a:pt x="58" y="12"/>
                    </a:lnTo>
                    <a:lnTo>
                      <a:pt x="61" y="19"/>
                    </a:lnTo>
                    <a:lnTo>
                      <a:pt x="56" y="24"/>
                    </a:lnTo>
                    <a:lnTo>
                      <a:pt x="56" y="31"/>
                    </a:lnTo>
                    <a:lnTo>
                      <a:pt x="63" y="35"/>
                    </a:lnTo>
                    <a:lnTo>
                      <a:pt x="61" y="43"/>
                    </a:lnTo>
                    <a:lnTo>
                      <a:pt x="53" y="43"/>
                    </a:lnTo>
                    <a:lnTo>
                      <a:pt x="49" y="49"/>
                    </a:lnTo>
                    <a:lnTo>
                      <a:pt x="51" y="56"/>
                    </a:lnTo>
                    <a:lnTo>
                      <a:pt x="44" y="61"/>
                    </a:lnTo>
                    <a:lnTo>
                      <a:pt x="37" y="54"/>
                    </a:lnTo>
                    <a:lnTo>
                      <a:pt x="32" y="54"/>
                    </a:lnTo>
                    <a:lnTo>
                      <a:pt x="28" y="62"/>
                    </a:lnTo>
                    <a:lnTo>
                      <a:pt x="20" y="59"/>
                    </a:lnTo>
                    <a:lnTo>
                      <a:pt x="20" y="50"/>
                    </a:lnTo>
                    <a:lnTo>
                      <a:pt x="16" y="47"/>
                    </a:lnTo>
                    <a:lnTo>
                      <a:pt x="7" y="50"/>
                    </a:lnTo>
                    <a:lnTo>
                      <a:pt x="2" y="42"/>
                    </a:lnTo>
                    <a:lnTo>
                      <a:pt x="9" y="36"/>
                    </a:lnTo>
                    <a:lnTo>
                      <a:pt x="9" y="29"/>
                    </a:lnTo>
                    <a:lnTo>
                      <a:pt x="0" y="26"/>
                    </a:lnTo>
                    <a:lnTo>
                      <a:pt x="4" y="17"/>
                    </a:lnTo>
                    <a:lnTo>
                      <a:pt x="13" y="19"/>
                    </a:lnTo>
                    <a:lnTo>
                      <a:pt x="16" y="14"/>
                    </a:lnTo>
                    <a:lnTo>
                      <a:pt x="13" y="5"/>
                    </a:lnTo>
                    <a:lnTo>
                      <a:pt x="21" y="2"/>
                    </a:lnTo>
                    <a:lnTo>
                      <a:pt x="26" y="9"/>
                    </a:lnTo>
                    <a:lnTo>
                      <a:pt x="33" y="7"/>
                    </a:lnTo>
                    <a:lnTo>
                      <a:pt x="3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07" tIns="60904" rIns="121807" bIns="6090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2398" dirty="0"/>
              </a:p>
            </p:txBody>
          </p:sp>
        </p:grpSp>
      </p:grpSp>
      <p:sp>
        <p:nvSpPr>
          <p:cNvPr id="72" name="TextBox 14"/>
          <p:cNvSpPr txBox="1"/>
          <p:nvPr/>
        </p:nvSpPr>
        <p:spPr>
          <a:xfrm>
            <a:off x="387410" y="5359260"/>
            <a:ext cx="9265761" cy="1887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1400" b="1" dirty="0">
                <a:latin typeface="Garamond" panose="02020404030301010803" pitchFamily="18" charset="0"/>
              </a:rPr>
              <a:t>KEY TAKEAWAYS : </a:t>
            </a: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737373"/>
                </a:solidFill>
                <a:latin typeface="Garamond" panose="02020404030301010803" pitchFamily="18" charset="0"/>
              </a:rPr>
              <a:t>Projected Supply : East Bengaluru &amp; North Bengaluru are expected to have the maximum influx of supply</a:t>
            </a: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737373"/>
                </a:solidFill>
                <a:latin typeface="Garamond" panose="02020404030301010803" pitchFamily="18" charset="0"/>
              </a:rPr>
              <a:t>Metro line will be connecting the entire city by 2028</a:t>
            </a:r>
          </a:p>
          <a:p>
            <a:pPr marL="285750" indent="-285750" algn="l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100" b="1" dirty="0">
              <a:solidFill>
                <a:srgbClr val="737373"/>
              </a:solidFill>
              <a:latin typeface="Garamond" panose="02020404030301010803" pitchFamily="18" charset="0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400" b="1" dirty="0">
              <a:solidFill>
                <a:srgbClr val="737373"/>
              </a:solidFill>
              <a:latin typeface="Garamond" panose="02020404030301010803" pitchFamily="18" charset="0"/>
            </a:endParaRPr>
          </a:p>
        </p:txBody>
      </p:sp>
      <p:grpSp>
        <p:nvGrpSpPr>
          <p:cNvPr id="77" name="Group 76"/>
          <p:cNvGrpSpPr/>
          <p:nvPr/>
        </p:nvGrpSpPr>
        <p:grpSpPr>
          <a:xfrm>
            <a:off x="27886" y="2277020"/>
            <a:ext cx="7483353" cy="3058928"/>
            <a:chOff x="27886" y="2277020"/>
            <a:chExt cx="7483353" cy="3058928"/>
          </a:xfrm>
        </p:grpSpPr>
        <p:sp>
          <p:nvSpPr>
            <p:cNvPr id="62" name="object 301"/>
            <p:cNvSpPr txBox="1"/>
            <p:nvPr/>
          </p:nvSpPr>
          <p:spPr>
            <a:xfrm>
              <a:off x="2284800" y="2277020"/>
              <a:ext cx="3790188" cy="1512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900" b="1" dirty="0">
                  <a:solidFill>
                    <a:srgbClr val="333E50"/>
                  </a:solidFill>
                  <a:latin typeface="Carlito"/>
                  <a:cs typeface="Carlito"/>
                </a:rPr>
                <a:t>Supply 202</a:t>
              </a:r>
              <a:r>
                <a:rPr lang="en-US" sz="900" b="1" dirty="0">
                  <a:solidFill>
                    <a:srgbClr val="333E50"/>
                  </a:solidFill>
                  <a:latin typeface="Carlito"/>
                  <a:cs typeface="Carlito"/>
                </a:rPr>
                <a:t>3</a:t>
              </a:r>
              <a:r>
                <a:rPr sz="900" b="1" spc="-10" dirty="0">
                  <a:solidFill>
                    <a:srgbClr val="333E50"/>
                  </a:solidFill>
                  <a:latin typeface="Carlito"/>
                  <a:cs typeface="Carlito"/>
                </a:rPr>
                <a:t> </a:t>
              </a:r>
              <a:r>
                <a:rPr sz="900" b="1" dirty="0">
                  <a:solidFill>
                    <a:srgbClr val="333E50"/>
                  </a:solidFill>
                  <a:latin typeface="Carlito"/>
                  <a:cs typeface="Carlito"/>
                </a:rPr>
                <a:t>vs</a:t>
              </a:r>
              <a:r>
                <a:rPr sz="900" b="1" spc="-15" dirty="0">
                  <a:solidFill>
                    <a:srgbClr val="333E50"/>
                  </a:solidFill>
                  <a:latin typeface="Carlito"/>
                  <a:cs typeface="Carlito"/>
                </a:rPr>
                <a:t> </a:t>
              </a:r>
              <a:r>
                <a:rPr sz="900" b="1" dirty="0">
                  <a:solidFill>
                    <a:srgbClr val="333E50"/>
                  </a:solidFill>
                  <a:latin typeface="Carlito"/>
                  <a:cs typeface="Carlito"/>
                </a:rPr>
                <a:t>Future Supply</a:t>
              </a:r>
              <a:r>
                <a:rPr sz="900" b="1" spc="5" dirty="0">
                  <a:solidFill>
                    <a:srgbClr val="333E50"/>
                  </a:solidFill>
                  <a:latin typeface="Carlito"/>
                  <a:cs typeface="Carlito"/>
                </a:rPr>
                <a:t> </a:t>
              </a:r>
              <a:r>
                <a:rPr sz="900" b="1" dirty="0">
                  <a:solidFill>
                    <a:srgbClr val="333E50"/>
                  </a:solidFill>
                  <a:latin typeface="Carlito"/>
                  <a:cs typeface="Carlito"/>
                </a:rPr>
                <a:t>202</a:t>
              </a:r>
              <a:r>
                <a:rPr lang="en-US" sz="900" b="1" dirty="0">
                  <a:solidFill>
                    <a:srgbClr val="333E50"/>
                  </a:solidFill>
                  <a:latin typeface="Carlito"/>
                  <a:cs typeface="Carlito"/>
                </a:rPr>
                <a:t>4</a:t>
              </a:r>
              <a:r>
                <a:rPr sz="900" b="1" spc="-15" dirty="0">
                  <a:solidFill>
                    <a:srgbClr val="333E50"/>
                  </a:solidFill>
                  <a:latin typeface="Carlito"/>
                  <a:cs typeface="Carlito"/>
                </a:rPr>
                <a:t> </a:t>
              </a:r>
              <a:r>
                <a:rPr sz="900" b="1" dirty="0">
                  <a:solidFill>
                    <a:srgbClr val="333E50"/>
                  </a:solidFill>
                  <a:latin typeface="Carlito"/>
                  <a:cs typeface="Carlito"/>
                </a:rPr>
                <a:t>:</a:t>
              </a:r>
              <a:r>
                <a:rPr sz="900" b="1" spc="-10" dirty="0">
                  <a:solidFill>
                    <a:srgbClr val="333E50"/>
                  </a:solidFill>
                  <a:latin typeface="Carlito"/>
                  <a:cs typeface="Carlito"/>
                </a:rPr>
                <a:t> Micromarket</a:t>
              </a:r>
              <a:r>
                <a:rPr sz="900" b="1" spc="-25" dirty="0">
                  <a:solidFill>
                    <a:srgbClr val="333E50"/>
                  </a:solidFill>
                  <a:latin typeface="Carlito"/>
                  <a:cs typeface="Carlito"/>
                </a:rPr>
                <a:t> </a:t>
              </a:r>
              <a:r>
                <a:rPr sz="900" b="1" spc="-20" dirty="0">
                  <a:solidFill>
                    <a:srgbClr val="333E50"/>
                  </a:solidFill>
                  <a:latin typeface="Carlito"/>
                  <a:cs typeface="Carlito"/>
                </a:rPr>
                <a:t>Split</a:t>
              </a:r>
              <a:endParaRPr sz="900" dirty="0">
                <a:latin typeface="Carlito"/>
                <a:cs typeface="Carlito"/>
              </a:endParaRPr>
            </a:p>
          </p:txBody>
        </p:sp>
        <p:graphicFrame>
          <p:nvGraphicFramePr>
            <p:cNvPr id="76" name="Chart 75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89152505"/>
                </p:ext>
              </p:extLst>
            </p:nvPr>
          </p:nvGraphicFramePr>
          <p:xfrm>
            <a:off x="27886" y="2585549"/>
            <a:ext cx="7483353" cy="275039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</p:grpSp>
      <p:pic>
        <p:nvPicPr>
          <p:cNvPr id="45" name="Picture 4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118" y="89849"/>
            <a:ext cx="504622" cy="5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87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25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75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P spid="7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Bengaluru Logo | Bangalore Logo | Bengaluru Logo Meanin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14387" cy="47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14387" y="89849"/>
            <a:ext cx="2900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300" dirty="0">
                <a:latin typeface="Garamond" panose="02020404030301010803" pitchFamily="18" charset="0"/>
              </a:rPr>
              <a:t>Metro Connectivity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C1FD7BF2-6C08-407E-9CBE-0E2C21B0EBA6}"/>
              </a:ext>
            </a:extLst>
          </p:cNvPr>
          <p:cNvSpPr txBox="1"/>
          <p:nvPr/>
        </p:nvSpPr>
        <p:spPr>
          <a:xfrm>
            <a:off x="176081" y="1095258"/>
            <a:ext cx="62639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64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City Connectivity 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All Key Markets to be connected by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Metro &amp; Suburban railway by 2027*</a:t>
            </a:r>
          </a:p>
        </p:txBody>
      </p:sp>
      <p:sp>
        <p:nvSpPr>
          <p:cNvPr id="28" name="Rectangle: Rounded Corners 6">
            <a:extLst>
              <a:ext uri="{FF2B5EF4-FFF2-40B4-BE49-F238E27FC236}">
                <a16:creationId xmlns:a16="http://schemas.microsoft.com/office/drawing/2014/main" xmlns="" id="{C917F29F-F711-464A-9158-E0B45919D400}"/>
              </a:ext>
            </a:extLst>
          </p:cNvPr>
          <p:cNvSpPr/>
          <p:nvPr/>
        </p:nvSpPr>
        <p:spPr>
          <a:xfrm>
            <a:off x="8587500" y="5711995"/>
            <a:ext cx="1886505" cy="232956"/>
          </a:xfrm>
          <a:prstGeom prst="roundRect">
            <a:avLst/>
          </a:prstGeom>
          <a:solidFill>
            <a:srgbClr val="CCFF99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E35BA2B4-038E-4E23-A65B-72F25841FC32}"/>
              </a:ext>
            </a:extLst>
          </p:cNvPr>
          <p:cNvSpPr txBox="1"/>
          <p:nvPr/>
        </p:nvSpPr>
        <p:spPr>
          <a:xfrm>
            <a:off x="9770400" y="6019521"/>
            <a:ext cx="1149523" cy="123111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Blue Line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DBB271EE-0DEB-4E49-88FB-EF414164EDCF}"/>
              </a:ext>
            </a:extLst>
          </p:cNvPr>
          <p:cNvSpPr txBox="1"/>
          <p:nvPr/>
        </p:nvSpPr>
        <p:spPr>
          <a:xfrm>
            <a:off x="7945447" y="5761406"/>
            <a:ext cx="1585641" cy="107722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(Operational)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1A78C4F8-F301-4DB0-9D8A-40957EF77327}"/>
              </a:ext>
            </a:extLst>
          </p:cNvPr>
          <p:cNvSpPr txBox="1"/>
          <p:nvPr/>
        </p:nvSpPr>
        <p:spPr>
          <a:xfrm>
            <a:off x="8913154" y="5746018"/>
            <a:ext cx="1585641" cy="123111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Green Line </a:t>
            </a:r>
          </a:p>
        </p:txBody>
      </p:sp>
      <p:sp>
        <p:nvSpPr>
          <p:cNvPr id="32" name="Freeform: Shape 10">
            <a:extLst>
              <a:ext uri="{FF2B5EF4-FFF2-40B4-BE49-F238E27FC236}">
                <a16:creationId xmlns:a16="http://schemas.microsoft.com/office/drawing/2014/main" xmlns="" id="{B9C656E9-A9DE-45BD-9430-C06EB54770B6}"/>
              </a:ext>
            </a:extLst>
          </p:cNvPr>
          <p:cNvSpPr/>
          <p:nvPr/>
        </p:nvSpPr>
        <p:spPr>
          <a:xfrm>
            <a:off x="8621416" y="5796767"/>
            <a:ext cx="233362" cy="52388"/>
          </a:xfrm>
          <a:custGeom>
            <a:avLst/>
            <a:gdLst>
              <a:gd name="connsiteX0" fmla="*/ 0 w 233362"/>
              <a:gd name="connsiteY0" fmla="*/ 47625 h 52388"/>
              <a:gd name="connsiteX1" fmla="*/ 80962 w 233362"/>
              <a:gd name="connsiteY1" fmla="*/ 0 h 52388"/>
              <a:gd name="connsiteX2" fmla="*/ 161925 w 233362"/>
              <a:gd name="connsiteY2" fmla="*/ 52388 h 52388"/>
              <a:gd name="connsiteX3" fmla="*/ 233362 w 233362"/>
              <a:gd name="connsiteY3" fmla="*/ 9525 h 5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362" h="52388">
                <a:moveTo>
                  <a:pt x="0" y="47625"/>
                </a:moveTo>
                <a:lnTo>
                  <a:pt x="80962" y="0"/>
                </a:lnTo>
                <a:lnTo>
                  <a:pt x="161925" y="52388"/>
                </a:lnTo>
                <a:lnTo>
                  <a:pt x="233362" y="9525"/>
                </a:lnTo>
              </a:path>
            </a:pathLst>
          </a:custGeom>
          <a:noFill/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3" name="Freeform: Shape 11">
            <a:extLst>
              <a:ext uri="{FF2B5EF4-FFF2-40B4-BE49-F238E27FC236}">
                <a16:creationId xmlns:a16="http://schemas.microsoft.com/office/drawing/2014/main" xmlns="" id="{69EBDEDB-CD0A-4FA5-9407-376CF0C5A01C}"/>
              </a:ext>
            </a:extLst>
          </p:cNvPr>
          <p:cNvSpPr/>
          <p:nvPr/>
        </p:nvSpPr>
        <p:spPr>
          <a:xfrm>
            <a:off x="8606295" y="6070871"/>
            <a:ext cx="233362" cy="52388"/>
          </a:xfrm>
          <a:custGeom>
            <a:avLst/>
            <a:gdLst>
              <a:gd name="connsiteX0" fmla="*/ 0 w 233362"/>
              <a:gd name="connsiteY0" fmla="*/ 47625 h 52388"/>
              <a:gd name="connsiteX1" fmla="*/ 80962 w 233362"/>
              <a:gd name="connsiteY1" fmla="*/ 0 h 52388"/>
              <a:gd name="connsiteX2" fmla="*/ 161925 w 233362"/>
              <a:gd name="connsiteY2" fmla="*/ 52388 h 52388"/>
              <a:gd name="connsiteX3" fmla="*/ 233362 w 233362"/>
              <a:gd name="connsiteY3" fmla="*/ 9525 h 5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362" h="52388">
                <a:moveTo>
                  <a:pt x="0" y="47625"/>
                </a:moveTo>
                <a:lnTo>
                  <a:pt x="80962" y="0"/>
                </a:lnTo>
                <a:lnTo>
                  <a:pt x="161925" y="52388"/>
                </a:lnTo>
                <a:lnTo>
                  <a:pt x="233362" y="9525"/>
                </a:lnTo>
              </a:path>
            </a:pathLst>
          </a:custGeom>
          <a:ln w="12700" cap="rnd">
            <a:solidFill>
              <a:srgbClr val="FF0066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51913FE-38B1-4BF3-A553-2EAEB3B7B22F}"/>
              </a:ext>
            </a:extLst>
          </p:cNvPr>
          <p:cNvSpPr txBox="1"/>
          <p:nvPr/>
        </p:nvSpPr>
        <p:spPr>
          <a:xfrm>
            <a:off x="8929002" y="6024133"/>
            <a:ext cx="653971" cy="123111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Pink Line</a:t>
            </a:r>
          </a:p>
        </p:txBody>
      </p:sp>
      <p:sp>
        <p:nvSpPr>
          <p:cNvPr id="35" name="Freeform: Shape 13">
            <a:extLst>
              <a:ext uri="{FF2B5EF4-FFF2-40B4-BE49-F238E27FC236}">
                <a16:creationId xmlns:a16="http://schemas.microsoft.com/office/drawing/2014/main" xmlns="" id="{952091CC-D2A3-4D99-A7A3-EA83FF61BF85}"/>
              </a:ext>
            </a:extLst>
          </p:cNvPr>
          <p:cNvSpPr/>
          <p:nvPr/>
        </p:nvSpPr>
        <p:spPr>
          <a:xfrm>
            <a:off x="10418455" y="6070871"/>
            <a:ext cx="233362" cy="52388"/>
          </a:xfrm>
          <a:custGeom>
            <a:avLst/>
            <a:gdLst>
              <a:gd name="connsiteX0" fmla="*/ 0 w 233362"/>
              <a:gd name="connsiteY0" fmla="*/ 47625 h 52388"/>
              <a:gd name="connsiteX1" fmla="*/ 80962 w 233362"/>
              <a:gd name="connsiteY1" fmla="*/ 0 h 52388"/>
              <a:gd name="connsiteX2" fmla="*/ 161925 w 233362"/>
              <a:gd name="connsiteY2" fmla="*/ 52388 h 52388"/>
              <a:gd name="connsiteX3" fmla="*/ 233362 w 233362"/>
              <a:gd name="connsiteY3" fmla="*/ 9525 h 5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362" h="52388">
                <a:moveTo>
                  <a:pt x="0" y="47625"/>
                </a:moveTo>
                <a:lnTo>
                  <a:pt x="80962" y="0"/>
                </a:lnTo>
                <a:lnTo>
                  <a:pt x="161925" y="52388"/>
                </a:lnTo>
                <a:lnTo>
                  <a:pt x="233362" y="9525"/>
                </a:lnTo>
              </a:path>
            </a:pathLst>
          </a:custGeom>
          <a:noFill/>
          <a:ln w="1905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C47EB93E-ABC4-48FC-B4B8-7AFC24C4BB4C}"/>
              </a:ext>
            </a:extLst>
          </p:cNvPr>
          <p:cNvSpPr txBox="1"/>
          <p:nvPr/>
        </p:nvSpPr>
        <p:spPr>
          <a:xfrm>
            <a:off x="9830762" y="5744317"/>
            <a:ext cx="1470874" cy="123111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Purple Line</a:t>
            </a:r>
          </a:p>
        </p:txBody>
      </p:sp>
      <p:sp>
        <p:nvSpPr>
          <p:cNvPr id="39" name="Freeform: Shape 17">
            <a:extLst>
              <a:ext uri="{FF2B5EF4-FFF2-40B4-BE49-F238E27FC236}">
                <a16:creationId xmlns:a16="http://schemas.microsoft.com/office/drawing/2014/main" xmlns="" id="{DDBE381E-E2D5-455E-8DD2-EA683E9A10AD}"/>
              </a:ext>
            </a:extLst>
          </p:cNvPr>
          <p:cNvSpPr/>
          <p:nvPr/>
        </p:nvSpPr>
        <p:spPr>
          <a:xfrm>
            <a:off x="9450369" y="5787955"/>
            <a:ext cx="233362" cy="52388"/>
          </a:xfrm>
          <a:custGeom>
            <a:avLst/>
            <a:gdLst>
              <a:gd name="connsiteX0" fmla="*/ 0 w 233362"/>
              <a:gd name="connsiteY0" fmla="*/ 47625 h 52388"/>
              <a:gd name="connsiteX1" fmla="*/ 80962 w 233362"/>
              <a:gd name="connsiteY1" fmla="*/ 0 h 52388"/>
              <a:gd name="connsiteX2" fmla="*/ 161925 w 233362"/>
              <a:gd name="connsiteY2" fmla="*/ 52388 h 52388"/>
              <a:gd name="connsiteX3" fmla="*/ 233362 w 233362"/>
              <a:gd name="connsiteY3" fmla="*/ 9525 h 5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362" h="52388">
                <a:moveTo>
                  <a:pt x="0" y="47625"/>
                </a:moveTo>
                <a:lnTo>
                  <a:pt x="80962" y="0"/>
                </a:lnTo>
                <a:lnTo>
                  <a:pt x="161925" y="52388"/>
                </a:lnTo>
                <a:lnTo>
                  <a:pt x="233362" y="9525"/>
                </a:lnTo>
              </a:path>
            </a:pathLst>
          </a:custGeom>
          <a:noFill/>
          <a:ln>
            <a:solidFill>
              <a:srgbClr val="AC14A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0" name="Freeform: Shape 18">
            <a:extLst>
              <a:ext uri="{FF2B5EF4-FFF2-40B4-BE49-F238E27FC236}">
                <a16:creationId xmlns:a16="http://schemas.microsoft.com/office/drawing/2014/main" xmlns="" id="{64582121-337B-4AC9-9F50-94606F00FDC3}"/>
              </a:ext>
            </a:extLst>
          </p:cNvPr>
          <p:cNvSpPr/>
          <p:nvPr/>
        </p:nvSpPr>
        <p:spPr>
          <a:xfrm>
            <a:off x="9446086" y="6072089"/>
            <a:ext cx="233362" cy="52388"/>
          </a:xfrm>
          <a:custGeom>
            <a:avLst/>
            <a:gdLst>
              <a:gd name="connsiteX0" fmla="*/ 0 w 233362"/>
              <a:gd name="connsiteY0" fmla="*/ 47625 h 52388"/>
              <a:gd name="connsiteX1" fmla="*/ 80962 w 233362"/>
              <a:gd name="connsiteY1" fmla="*/ 0 h 52388"/>
              <a:gd name="connsiteX2" fmla="*/ 161925 w 233362"/>
              <a:gd name="connsiteY2" fmla="*/ 52388 h 52388"/>
              <a:gd name="connsiteX3" fmla="*/ 233362 w 233362"/>
              <a:gd name="connsiteY3" fmla="*/ 9525 h 5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362" h="52388">
                <a:moveTo>
                  <a:pt x="0" y="47625"/>
                </a:moveTo>
                <a:lnTo>
                  <a:pt x="80962" y="0"/>
                </a:lnTo>
                <a:lnTo>
                  <a:pt x="161925" y="52388"/>
                </a:lnTo>
                <a:lnTo>
                  <a:pt x="233362" y="9525"/>
                </a:lnTo>
              </a:path>
            </a:pathLst>
          </a:custGeom>
          <a:noFill/>
          <a:ln>
            <a:solidFill>
              <a:srgbClr val="4472C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1" name="Freeform: Shape 19">
            <a:extLst>
              <a:ext uri="{FF2B5EF4-FFF2-40B4-BE49-F238E27FC236}">
                <a16:creationId xmlns:a16="http://schemas.microsoft.com/office/drawing/2014/main" xmlns="" id="{7D7A648B-AFFC-481B-A568-C4EB636FE38F}"/>
              </a:ext>
            </a:extLst>
          </p:cNvPr>
          <p:cNvSpPr/>
          <p:nvPr/>
        </p:nvSpPr>
        <p:spPr>
          <a:xfrm>
            <a:off x="10095397" y="6366514"/>
            <a:ext cx="234310" cy="45719"/>
          </a:xfrm>
          <a:custGeom>
            <a:avLst/>
            <a:gdLst>
              <a:gd name="connsiteX0" fmla="*/ 0 w 390525"/>
              <a:gd name="connsiteY0" fmla="*/ 76200 h 76200"/>
              <a:gd name="connsiteX1" fmla="*/ 123825 w 390525"/>
              <a:gd name="connsiteY1" fmla="*/ 0 h 76200"/>
              <a:gd name="connsiteX2" fmla="*/ 276225 w 390525"/>
              <a:gd name="connsiteY2" fmla="*/ 76200 h 76200"/>
              <a:gd name="connsiteX3" fmla="*/ 390525 w 390525"/>
              <a:gd name="connsiteY3" fmla="*/ 9525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525" h="76200">
                <a:moveTo>
                  <a:pt x="0" y="76200"/>
                </a:moveTo>
                <a:lnTo>
                  <a:pt x="123825" y="0"/>
                </a:lnTo>
                <a:lnTo>
                  <a:pt x="276225" y="76200"/>
                </a:lnTo>
                <a:lnTo>
                  <a:pt x="390525" y="9525"/>
                </a:lnTo>
              </a:path>
            </a:pathLst>
          </a:custGeom>
          <a:noFill/>
          <a:ln w="31750" cmpd="dbl">
            <a:solidFill>
              <a:srgbClr val="002060">
                <a:alpha val="7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xmlns="" id="{4E490EA4-2660-4988-A4DD-2DB43E36CBE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0715" y="5705704"/>
            <a:ext cx="175185" cy="17518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2CB806D2-CA7F-4592-839B-E1DA1D9F180D}"/>
              </a:ext>
            </a:extLst>
          </p:cNvPr>
          <p:cNvSpPr txBox="1"/>
          <p:nvPr/>
        </p:nvSpPr>
        <p:spPr>
          <a:xfrm>
            <a:off x="7337394" y="5731742"/>
            <a:ext cx="583263" cy="123111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2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Metro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7B06A83B-B800-4FA1-A314-7D3BE2B9B4C8}"/>
              </a:ext>
            </a:extLst>
          </p:cNvPr>
          <p:cNvSpPr txBox="1"/>
          <p:nvPr/>
        </p:nvSpPr>
        <p:spPr>
          <a:xfrm>
            <a:off x="7961152" y="6066833"/>
            <a:ext cx="660263" cy="107722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(Upcoming)*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xmlns="" id="{B8CE81C4-4D90-46C1-BDA8-6A83BC2E0C84}"/>
              </a:ext>
            </a:extLst>
          </p:cNvPr>
          <p:cNvSpPr txBox="1"/>
          <p:nvPr/>
        </p:nvSpPr>
        <p:spPr>
          <a:xfrm>
            <a:off x="8934304" y="6142347"/>
            <a:ext cx="455898" cy="9233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64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(MAR 2025)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xmlns="" id="{DCBF24CC-E758-495D-AF06-554BF424554F}"/>
              </a:ext>
            </a:extLst>
          </p:cNvPr>
          <p:cNvSpPr txBox="1"/>
          <p:nvPr/>
        </p:nvSpPr>
        <p:spPr>
          <a:xfrm>
            <a:off x="9747774" y="6145460"/>
            <a:ext cx="455898" cy="9233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64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499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(SEP 2027)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xmlns="" id="{97CD377F-7E19-484E-B0CC-1E4753019675}"/>
              </a:ext>
            </a:extLst>
          </p:cNvPr>
          <p:cNvSpPr txBox="1"/>
          <p:nvPr/>
        </p:nvSpPr>
        <p:spPr>
          <a:xfrm>
            <a:off x="10728069" y="6145460"/>
            <a:ext cx="455898" cy="9233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64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(JUN 2025)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xmlns="" id="{27ADD271-8CBB-4E7C-954D-CB0F4AB890CF}"/>
              </a:ext>
            </a:extLst>
          </p:cNvPr>
          <p:cNvSpPr txBox="1"/>
          <p:nvPr/>
        </p:nvSpPr>
        <p:spPr>
          <a:xfrm>
            <a:off x="10741466" y="6019521"/>
            <a:ext cx="1764711" cy="1384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Yellow Line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xmlns="" id="{A51DAABC-839B-4737-AB98-4F6B4C3429C8}"/>
              </a:ext>
            </a:extLst>
          </p:cNvPr>
          <p:cNvSpPr txBox="1"/>
          <p:nvPr/>
        </p:nvSpPr>
        <p:spPr>
          <a:xfrm>
            <a:off x="10393063" y="6299125"/>
            <a:ext cx="2271626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Suburban Railway Lanes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(PROPOSED)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56" name="object 9">
            <a:extLst>
              <a:ext uri="{FF2B5EF4-FFF2-40B4-BE49-F238E27FC236}">
                <a16:creationId xmlns:a16="http://schemas.microsoft.com/office/drawing/2014/main" xmlns="" id="{AD8DD1EB-DB51-41BD-832E-B3E41930B6C6}"/>
              </a:ext>
            </a:extLst>
          </p:cNvPr>
          <p:cNvSpPr txBox="1"/>
          <p:nvPr/>
        </p:nvSpPr>
        <p:spPr>
          <a:xfrm>
            <a:off x="258341" y="1756226"/>
            <a:ext cx="1734185" cy="3353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rlito"/>
              </a:rPr>
              <a:t>Corridor</a:t>
            </a:r>
            <a:r>
              <a:rPr kumimoji="0" sz="1100" b="1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rlito"/>
              </a:rPr>
              <a:t> </a:t>
            </a:r>
            <a:r>
              <a:rPr kumimoji="0" sz="1100" b="1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rlito"/>
              </a:rPr>
              <a:t>1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rlito"/>
            </a:endParaRPr>
          </a:p>
          <a:p>
            <a:pPr marL="12700" lvl="0">
              <a:spcBef>
                <a:spcPts val="30"/>
              </a:spcBef>
              <a:defRPr/>
            </a:pPr>
            <a:r>
              <a:rPr lang="en-US" sz="1000" b="1" spc="25" dirty="0">
                <a:solidFill>
                  <a:srgbClr val="C00000"/>
                </a:solidFill>
              </a:rPr>
              <a:t>Challaghatta – Whitefield</a:t>
            </a:r>
            <a:endParaRPr lang="en-US" sz="1000" dirty="0">
              <a:solidFill>
                <a:prstClr val="black"/>
              </a:solidFill>
              <a:cs typeface="Carlito"/>
            </a:endParaRPr>
          </a:p>
        </p:txBody>
      </p:sp>
      <p:sp>
        <p:nvSpPr>
          <p:cNvPr id="157" name="object 11">
            <a:extLst>
              <a:ext uri="{FF2B5EF4-FFF2-40B4-BE49-F238E27FC236}">
                <a16:creationId xmlns:a16="http://schemas.microsoft.com/office/drawing/2014/main" xmlns="" id="{C13EA620-1BE5-4DD1-9B56-B0F17382E6EF}"/>
              </a:ext>
            </a:extLst>
          </p:cNvPr>
          <p:cNvSpPr/>
          <p:nvPr/>
        </p:nvSpPr>
        <p:spPr>
          <a:xfrm>
            <a:off x="187526" y="2324521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>
                <a:moveTo>
                  <a:pt x="0" y="0"/>
                </a:moveTo>
                <a:lnTo>
                  <a:pt x="5759958" y="0"/>
                </a:lnTo>
              </a:path>
            </a:pathLst>
          </a:custGeom>
          <a:ln w="6096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object 12">
            <a:extLst>
              <a:ext uri="{FF2B5EF4-FFF2-40B4-BE49-F238E27FC236}">
                <a16:creationId xmlns:a16="http://schemas.microsoft.com/office/drawing/2014/main" xmlns="" id="{7CC56CDD-C0BC-4972-8E1E-7EB620F4E276}"/>
              </a:ext>
            </a:extLst>
          </p:cNvPr>
          <p:cNvSpPr/>
          <p:nvPr/>
        </p:nvSpPr>
        <p:spPr>
          <a:xfrm>
            <a:off x="5771995" y="2143074"/>
            <a:ext cx="316307" cy="340161"/>
          </a:xfrm>
          <a:custGeom>
            <a:avLst/>
            <a:gdLst/>
            <a:ahLst/>
            <a:cxnLst/>
            <a:rect l="l" t="t" r="r" b="b"/>
            <a:pathLst>
              <a:path w="421004" h="452755">
                <a:moveTo>
                  <a:pt x="210312" y="0"/>
                </a:moveTo>
                <a:lnTo>
                  <a:pt x="162072" y="5978"/>
                </a:lnTo>
                <a:lnTo>
                  <a:pt x="117798" y="23006"/>
                </a:lnTo>
                <a:lnTo>
                  <a:pt x="78750" y="49725"/>
                </a:lnTo>
                <a:lnTo>
                  <a:pt x="46186" y="84775"/>
                </a:lnTo>
                <a:lnTo>
                  <a:pt x="21367" y="126796"/>
                </a:lnTo>
                <a:lnTo>
                  <a:pt x="5551" y="174429"/>
                </a:lnTo>
                <a:lnTo>
                  <a:pt x="0" y="226313"/>
                </a:lnTo>
                <a:lnTo>
                  <a:pt x="5551" y="278198"/>
                </a:lnTo>
                <a:lnTo>
                  <a:pt x="21367" y="325831"/>
                </a:lnTo>
                <a:lnTo>
                  <a:pt x="46186" y="367852"/>
                </a:lnTo>
                <a:lnTo>
                  <a:pt x="78750" y="402902"/>
                </a:lnTo>
                <a:lnTo>
                  <a:pt x="117798" y="429621"/>
                </a:lnTo>
                <a:lnTo>
                  <a:pt x="162072" y="446649"/>
                </a:lnTo>
                <a:lnTo>
                  <a:pt x="210312" y="452627"/>
                </a:lnTo>
                <a:lnTo>
                  <a:pt x="258551" y="446649"/>
                </a:lnTo>
                <a:lnTo>
                  <a:pt x="302825" y="429621"/>
                </a:lnTo>
                <a:lnTo>
                  <a:pt x="341873" y="402902"/>
                </a:lnTo>
                <a:lnTo>
                  <a:pt x="374437" y="367852"/>
                </a:lnTo>
                <a:lnTo>
                  <a:pt x="399256" y="325831"/>
                </a:lnTo>
                <a:lnTo>
                  <a:pt x="415072" y="278198"/>
                </a:lnTo>
                <a:lnTo>
                  <a:pt x="420623" y="226313"/>
                </a:lnTo>
                <a:lnTo>
                  <a:pt x="415072" y="174429"/>
                </a:lnTo>
                <a:lnTo>
                  <a:pt x="399256" y="126796"/>
                </a:lnTo>
                <a:lnTo>
                  <a:pt x="374437" y="84775"/>
                </a:lnTo>
                <a:lnTo>
                  <a:pt x="341873" y="49725"/>
                </a:lnTo>
                <a:lnTo>
                  <a:pt x="302825" y="23006"/>
                </a:lnTo>
                <a:lnTo>
                  <a:pt x="258551" y="5978"/>
                </a:lnTo>
                <a:lnTo>
                  <a:pt x="210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object 13">
            <a:extLst>
              <a:ext uri="{FF2B5EF4-FFF2-40B4-BE49-F238E27FC236}">
                <a16:creationId xmlns:a16="http://schemas.microsoft.com/office/drawing/2014/main" xmlns="" id="{E34035C5-84D8-4ECD-B866-014323A9A295}"/>
              </a:ext>
            </a:extLst>
          </p:cNvPr>
          <p:cNvSpPr/>
          <p:nvPr/>
        </p:nvSpPr>
        <p:spPr>
          <a:xfrm>
            <a:off x="5771995" y="2143074"/>
            <a:ext cx="316307" cy="340161"/>
          </a:xfrm>
          <a:custGeom>
            <a:avLst/>
            <a:gdLst/>
            <a:ahLst/>
            <a:cxnLst/>
            <a:rect l="l" t="t" r="r" b="b"/>
            <a:pathLst>
              <a:path w="421004" h="452755">
                <a:moveTo>
                  <a:pt x="0" y="226313"/>
                </a:moveTo>
                <a:lnTo>
                  <a:pt x="5551" y="174429"/>
                </a:lnTo>
                <a:lnTo>
                  <a:pt x="21367" y="126796"/>
                </a:lnTo>
                <a:lnTo>
                  <a:pt x="46186" y="84775"/>
                </a:lnTo>
                <a:lnTo>
                  <a:pt x="78750" y="49725"/>
                </a:lnTo>
                <a:lnTo>
                  <a:pt x="117798" y="23006"/>
                </a:lnTo>
                <a:lnTo>
                  <a:pt x="162072" y="5978"/>
                </a:lnTo>
                <a:lnTo>
                  <a:pt x="210312" y="0"/>
                </a:lnTo>
                <a:lnTo>
                  <a:pt x="258551" y="5978"/>
                </a:lnTo>
                <a:lnTo>
                  <a:pt x="302825" y="23006"/>
                </a:lnTo>
                <a:lnTo>
                  <a:pt x="341873" y="49725"/>
                </a:lnTo>
                <a:lnTo>
                  <a:pt x="374437" y="84775"/>
                </a:lnTo>
                <a:lnTo>
                  <a:pt x="399256" y="126796"/>
                </a:lnTo>
                <a:lnTo>
                  <a:pt x="415072" y="174429"/>
                </a:lnTo>
                <a:lnTo>
                  <a:pt x="420623" y="226313"/>
                </a:lnTo>
                <a:lnTo>
                  <a:pt x="415072" y="278198"/>
                </a:lnTo>
                <a:lnTo>
                  <a:pt x="399256" y="325831"/>
                </a:lnTo>
                <a:lnTo>
                  <a:pt x="374437" y="367852"/>
                </a:lnTo>
                <a:lnTo>
                  <a:pt x="341873" y="402902"/>
                </a:lnTo>
                <a:lnTo>
                  <a:pt x="302825" y="429621"/>
                </a:lnTo>
                <a:lnTo>
                  <a:pt x="258551" y="446649"/>
                </a:lnTo>
                <a:lnTo>
                  <a:pt x="210312" y="452627"/>
                </a:lnTo>
                <a:lnTo>
                  <a:pt x="162072" y="446649"/>
                </a:lnTo>
                <a:lnTo>
                  <a:pt x="117798" y="429621"/>
                </a:lnTo>
                <a:lnTo>
                  <a:pt x="78750" y="402902"/>
                </a:lnTo>
                <a:lnTo>
                  <a:pt x="46186" y="367852"/>
                </a:lnTo>
                <a:lnTo>
                  <a:pt x="21367" y="325831"/>
                </a:lnTo>
                <a:lnTo>
                  <a:pt x="5551" y="278198"/>
                </a:lnTo>
                <a:lnTo>
                  <a:pt x="0" y="226313"/>
                </a:lnTo>
                <a:close/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0" name="object 14">
            <a:extLst>
              <a:ext uri="{FF2B5EF4-FFF2-40B4-BE49-F238E27FC236}">
                <a16:creationId xmlns:a16="http://schemas.microsoft.com/office/drawing/2014/main" xmlns="" id="{113F45C4-D67C-4997-B211-6CB25348D13C}"/>
              </a:ext>
            </a:extLst>
          </p:cNvPr>
          <p:cNvSpPr/>
          <p:nvPr/>
        </p:nvSpPr>
        <p:spPr>
          <a:xfrm>
            <a:off x="5840828" y="2194575"/>
            <a:ext cx="188925" cy="246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1" name="object 21">
            <a:extLst>
              <a:ext uri="{FF2B5EF4-FFF2-40B4-BE49-F238E27FC236}">
                <a16:creationId xmlns:a16="http://schemas.microsoft.com/office/drawing/2014/main" xmlns="" id="{FE4E7AE2-CB60-43C3-ACB4-0C58CB91B958}"/>
              </a:ext>
            </a:extLst>
          </p:cNvPr>
          <p:cNvSpPr/>
          <p:nvPr/>
        </p:nvSpPr>
        <p:spPr>
          <a:xfrm>
            <a:off x="2052902" y="1783501"/>
            <a:ext cx="0" cy="462280"/>
          </a:xfrm>
          <a:custGeom>
            <a:avLst/>
            <a:gdLst/>
            <a:ahLst/>
            <a:cxnLst/>
            <a:rect l="l" t="t" r="r" b="b"/>
            <a:pathLst>
              <a:path h="462280">
                <a:moveTo>
                  <a:pt x="0" y="0"/>
                </a:moveTo>
                <a:lnTo>
                  <a:pt x="0" y="462153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object 22">
            <a:extLst>
              <a:ext uri="{FF2B5EF4-FFF2-40B4-BE49-F238E27FC236}">
                <a16:creationId xmlns:a16="http://schemas.microsoft.com/office/drawing/2014/main" xmlns="" id="{90F69A04-FC4B-4D9C-B10B-8CA19D84500A}"/>
              </a:ext>
            </a:extLst>
          </p:cNvPr>
          <p:cNvSpPr txBox="1"/>
          <p:nvPr/>
        </p:nvSpPr>
        <p:spPr>
          <a:xfrm>
            <a:off x="258341" y="2598969"/>
            <a:ext cx="1915160" cy="3353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rlito"/>
              </a:rPr>
              <a:t>Corridor</a:t>
            </a:r>
            <a:r>
              <a:rPr kumimoji="0" sz="1100" b="1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rlito"/>
              </a:rPr>
              <a:t> </a:t>
            </a:r>
            <a:r>
              <a:rPr kumimoji="0" sz="1100" b="1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rlito"/>
              </a:rPr>
              <a:t>2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rlito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Nagasandra – Silk Institute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rlito"/>
            </a:endParaRPr>
          </a:p>
        </p:txBody>
      </p:sp>
      <p:sp>
        <p:nvSpPr>
          <p:cNvPr id="163" name="object 34">
            <a:extLst>
              <a:ext uri="{FF2B5EF4-FFF2-40B4-BE49-F238E27FC236}">
                <a16:creationId xmlns:a16="http://schemas.microsoft.com/office/drawing/2014/main" xmlns="" id="{A9690B79-E07B-43CD-ACBB-B90ED7A57A0E}"/>
              </a:ext>
            </a:extLst>
          </p:cNvPr>
          <p:cNvSpPr/>
          <p:nvPr/>
        </p:nvSpPr>
        <p:spPr>
          <a:xfrm>
            <a:off x="2062045" y="2600366"/>
            <a:ext cx="0" cy="462280"/>
          </a:xfrm>
          <a:custGeom>
            <a:avLst/>
            <a:gdLst/>
            <a:ahLst/>
            <a:cxnLst/>
            <a:rect l="l" t="t" r="r" b="b"/>
            <a:pathLst>
              <a:path h="462280">
                <a:moveTo>
                  <a:pt x="0" y="0"/>
                </a:moveTo>
                <a:lnTo>
                  <a:pt x="0" y="462152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object 82">
            <a:extLst>
              <a:ext uri="{FF2B5EF4-FFF2-40B4-BE49-F238E27FC236}">
                <a16:creationId xmlns:a16="http://schemas.microsoft.com/office/drawing/2014/main" xmlns="" id="{DAB970CE-86D6-4535-AA67-30E5B6860BFD}"/>
              </a:ext>
            </a:extLst>
          </p:cNvPr>
          <p:cNvSpPr txBox="1"/>
          <p:nvPr/>
        </p:nvSpPr>
        <p:spPr>
          <a:xfrm>
            <a:off x="2176725" y="1798650"/>
            <a:ext cx="5011731" cy="333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Passing through </a:t>
            </a:r>
            <a:r>
              <a:rPr kumimoji="0" lang="en-US" sz="1000" b="1" i="1" u="none" strike="noStrike" kern="1200" cap="none" spc="-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CBD &amp; SBD City,</a:t>
            </a:r>
            <a:r>
              <a:rPr kumimoji="0" lang="en-US" sz="1000" b="0" i="1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1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connecting West Bangalore to East Bengaluru</a:t>
            </a: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Phase II Extension : </a:t>
            </a:r>
            <a:r>
              <a:rPr kumimoji="0" lang="en-IN" sz="1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Baiyyappanahalli – Whitefield connecting </a:t>
            </a:r>
            <a:r>
              <a:rPr kumimoji="0" lang="en-IN" sz="1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SBD City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 </a:t>
            </a:r>
            <a:r>
              <a:rPr kumimoji="0" lang="en-IN" sz="1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Whitefield</a:t>
            </a:r>
            <a:endParaRPr kumimoji="0" sz="10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xmlns="" id="{E9474565-653C-4406-8154-BDC433BBFF9C}"/>
              </a:ext>
            </a:extLst>
          </p:cNvPr>
          <p:cNvSpPr txBox="1"/>
          <p:nvPr/>
        </p:nvSpPr>
        <p:spPr>
          <a:xfrm>
            <a:off x="176081" y="1505336"/>
            <a:ext cx="4338822" cy="1286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5273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METRO – PHASE I (OPERATIONAL) | </a:t>
            </a:r>
            <a:r>
              <a:rPr lang="en-US" sz="1200" b="1" dirty="0">
                <a:solidFill>
                  <a:srgbClr val="25273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73.81 Kms (70 stations) </a:t>
            </a:r>
            <a:endParaRPr lang="en-IN" sz="1200" b="1" dirty="0">
              <a:solidFill>
                <a:srgbClr val="25273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xmlns="" id="{3939E885-61B4-4FF3-9F60-BE34F395B1ED}"/>
              </a:ext>
            </a:extLst>
          </p:cNvPr>
          <p:cNvSpPr/>
          <p:nvPr/>
        </p:nvSpPr>
        <p:spPr>
          <a:xfrm>
            <a:off x="191876" y="2273936"/>
            <a:ext cx="108000" cy="1070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xmlns="" id="{AA0026AE-E0A3-44EB-AAF7-2E1FF1AA5DE3}"/>
              </a:ext>
            </a:extLst>
          </p:cNvPr>
          <p:cNvSpPr/>
          <p:nvPr/>
        </p:nvSpPr>
        <p:spPr>
          <a:xfrm>
            <a:off x="1113228" y="2273936"/>
            <a:ext cx="108000" cy="1070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xmlns="" id="{90A5FE69-A1B7-4918-9244-5143F9B0E664}"/>
              </a:ext>
            </a:extLst>
          </p:cNvPr>
          <p:cNvSpPr/>
          <p:nvPr/>
        </p:nvSpPr>
        <p:spPr>
          <a:xfrm>
            <a:off x="2090303" y="2273936"/>
            <a:ext cx="108000" cy="1070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xmlns="" id="{24F587E2-ED66-4829-A224-84E066E627DD}"/>
              </a:ext>
            </a:extLst>
          </p:cNvPr>
          <p:cNvSpPr/>
          <p:nvPr/>
        </p:nvSpPr>
        <p:spPr>
          <a:xfrm>
            <a:off x="3120096" y="2273936"/>
            <a:ext cx="108000" cy="1070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xmlns="" id="{8273F1F5-F28A-4A81-B3CD-C186968C3DBF}"/>
              </a:ext>
            </a:extLst>
          </p:cNvPr>
          <p:cNvSpPr/>
          <p:nvPr/>
        </p:nvSpPr>
        <p:spPr>
          <a:xfrm>
            <a:off x="4042275" y="2273936"/>
            <a:ext cx="108000" cy="1070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xmlns="" id="{81ACC320-466C-4B1A-80ED-BF1B8B0C767A}"/>
              </a:ext>
            </a:extLst>
          </p:cNvPr>
          <p:cNvSpPr/>
          <p:nvPr/>
        </p:nvSpPr>
        <p:spPr>
          <a:xfrm>
            <a:off x="4994668" y="2273936"/>
            <a:ext cx="108000" cy="1070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2" name="object 11">
            <a:extLst>
              <a:ext uri="{FF2B5EF4-FFF2-40B4-BE49-F238E27FC236}">
                <a16:creationId xmlns:a16="http://schemas.microsoft.com/office/drawing/2014/main" xmlns="" id="{6F9F66EB-7D6A-48C4-98FD-1FFCA7D7A2D1}"/>
              </a:ext>
            </a:extLst>
          </p:cNvPr>
          <p:cNvSpPr/>
          <p:nvPr/>
        </p:nvSpPr>
        <p:spPr>
          <a:xfrm>
            <a:off x="187526" y="3192373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>
                <a:moveTo>
                  <a:pt x="0" y="0"/>
                </a:moveTo>
                <a:lnTo>
                  <a:pt x="5759958" y="0"/>
                </a:lnTo>
              </a:path>
            </a:pathLst>
          </a:custGeom>
          <a:ln w="6096"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3" name="object 12">
            <a:extLst>
              <a:ext uri="{FF2B5EF4-FFF2-40B4-BE49-F238E27FC236}">
                <a16:creationId xmlns:a16="http://schemas.microsoft.com/office/drawing/2014/main" xmlns="" id="{E63C749A-11CD-4962-84E9-A34366007582}"/>
              </a:ext>
            </a:extLst>
          </p:cNvPr>
          <p:cNvSpPr/>
          <p:nvPr/>
        </p:nvSpPr>
        <p:spPr>
          <a:xfrm>
            <a:off x="5771995" y="3010926"/>
            <a:ext cx="316307" cy="340161"/>
          </a:xfrm>
          <a:custGeom>
            <a:avLst/>
            <a:gdLst/>
            <a:ahLst/>
            <a:cxnLst/>
            <a:rect l="l" t="t" r="r" b="b"/>
            <a:pathLst>
              <a:path w="421004" h="452755">
                <a:moveTo>
                  <a:pt x="210312" y="0"/>
                </a:moveTo>
                <a:lnTo>
                  <a:pt x="162072" y="5978"/>
                </a:lnTo>
                <a:lnTo>
                  <a:pt x="117798" y="23006"/>
                </a:lnTo>
                <a:lnTo>
                  <a:pt x="78750" y="49725"/>
                </a:lnTo>
                <a:lnTo>
                  <a:pt x="46186" y="84775"/>
                </a:lnTo>
                <a:lnTo>
                  <a:pt x="21367" y="126796"/>
                </a:lnTo>
                <a:lnTo>
                  <a:pt x="5551" y="174429"/>
                </a:lnTo>
                <a:lnTo>
                  <a:pt x="0" y="226313"/>
                </a:lnTo>
                <a:lnTo>
                  <a:pt x="5551" y="278198"/>
                </a:lnTo>
                <a:lnTo>
                  <a:pt x="21367" y="325831"/>
                </a:lnTo>
                <a:lnTo>
                  <a:pt x="46186" y="367852"/>
                </a:lnTo>
                <a:lnTo>
                  <a:pt x="78750" y="402902"/>
                </a:lnTo>
                <a:lnTo>
                  <a:pt x="117798" y="429621"/>
                </a:lnTo>
                <a:lnTo>
                  <a:pt x="162072" y="446649"/>
                </a:lnTo>
                <a:lnTo>
                  <a:pt x="210312" y="452627"/>
                </a:lnTo>
                <a:lnTo>
                  <a:pt x="258551" y="446649"/>
                </a:lnTo>
                <a:lnTo>
                  <a:pt x="302825" y="429621"/>
                </a:lnTo>
                <a:lnTo>
                  <a:pt x="341873" y="402902"/>
                </a:lnTo>
                <a:lnTo>
                  <a:pt x="374437" y="367852"/>
                </a:lnTo>
                <a:lnTo>
                  <a:pt x="399256" y="325831"/>
                </a:lnTo>
                <a:lnTo>
                  <a:pt x="415072" y="278198"/>
                </a:lnTo>
                <a:lnTo>
                  <a:pt x="420623" y="226313"/>
                </a:lnTo>
                <a:lnTo>
                  <a:pt x="415072" y="174429"/>
                </a:lnTo>
                <a:lnTo>
                  <a:pt x="399256" y="126796"/>
                </a:lnTo>
                <a:lnTo>
                  <a:pt x="374437" y="84775"/>
                </a:lnTo>
                <a:lnTo>
                  <a:pt x="341873" y="49725"/>
                </a:lnTo>
                <a:lnTo>
                  <a:pt x="302825" y="23006"/>
                </a:lnTo>
                <a:lnTo>
                  <a:pt x="258551" y="5978"/>
                </a:lnTo>
                <a:lnTo>
                  <a:pt x="210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object 13">
            <a:extLst>
              <a:ext uri="{FF2B5EF4-FFF2-40B4-BE49-F238E27FC236}">
                <a16:creationId xmlns:a16="http://schemas.microsoft.com/office/drawing/2014/main" xmlns="" id="{2AA41A71-F771-4DD7-A5FA-0AF0B6E69478}"/>
              </a:ext>
            </a:extLst>
          </p:cNvPr>
          <p:cNvSpPr/>
          <p:nvPr/>
        </p:nvSpPr>
        <p:spPr>
          <a:xfrm>
            <a:off x="5771995" y="3010926"/>
            <a:ext cx="316307" cy="340161"/>
          </a:xfrm>
          <a:custGeom>
            <a:avLst/>
            <a:gdLst/>
            <a:ahLst/>
            <a:cxnLst/>
            <a:rect l="l" t="t" r="r" b="b"/>
            <a:pathLst>
              <a:path w="421004" h="452755">
                <a:moveTo>
                  <a:pt x="0" y="226313"/>
                </a:moveTo>
                <a:lnTo>
                  <a:pt x="5551" y="174429"/>
                </a:lnTo>
                <a:lnTo>
                  <a:pt x="21367" y="126796"/>
                </a:lnTo>
                <a:lnTo>
                  <a:pt x="46186" y="84775"/>
                </a:lnTo>
                <a:lnTo>
                  <a:pt x="78750" y="49725"/>
                </a:lnTo>
                <a:lnTo>
                  <a:pt x="117798" y="23006"/>
                </a:lnTo>
                <a:lnTo>
                  <a:pt x="162072" y="5978"/>
                </a:lnTo>
                <a:lnTo>
                  <a:pt x="210312" y="0"/>
                </a:lnTo>
                <a:lnTo>
                  <a:pt x="258551" y="5978"/>
                </a:lnTo>
                <a:lnTo>
                  <a:pt x="302825" y="23006"/>
                </a:lnTo>
                <a:lnTo>
                  <a:pt x="341873" y="49725"/>
                </a:lnTo>
                <a:lnTo>
                  <a:pt x="374437" y="84775"/>
                </a:lnTo>
                <a:lnTo>
                  <a:pt x="399256" y="126796"/>
                </a:lnTo>
                <a:lnTo>
                  <a:pt x="415072" y="174429"/>
                </a:lnTo>
                <a:lnTo>
                  <a:pt x="420623" y="226313"/>
                </a:lnTo>
                <a:lnTo>
                  <a:pt x="415072" y="278198"/>
                </a:lnTo>
                <a:lnTo>
                  <a:pt x="399256" y="325831"/>
                </a:lnTo>
                <a:lnTo>
                  <a:pt x="374437" y="367852"/>
                </a:lnTo>
                <a:lnTo>
                  <a:pt x="341873" y="402902"/>
                </a:lnTo>
                <a:lnTo>
                  <a:pt x="302825" y="429621"/>
                </a:lnTo>
                <a:lnTo>
                  <a:pt x="258551" y="446649"/>
                </a:lnTo>
                <a:lnTo>
                  <a:pt x="210312" y="452627"/>
                </a:lnTo>
                <a:lnTo>
                  <a:pt x="162072" y="446649"/>
                </a:lnTo>
                <a:lnTo>
                  <a:pt x="117798" y="429621"/>
                </a:lnTo>
                <a:lnTo>
                  <a:pt x="78750" y="402902"/>
                </a:lnTo>
                <a:lnTo>
                  <a:pt x="46186" y="367852"/>
                </a:lnTo>
                <a:lnTo>
                  <a:pt x="21367" y="325831"/>
                </a:lnTo>
                <a:lnTo>
                  <a:pt x="5551" y="278198"/>
                </a:lnTo>
                <a:lnTo>
                  <a:pt x="0" y="226313"/>
                </a:lnTo>
                <a:close/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5" name="object 14">
            <a:extLst>
              <a:ext uri="{FF2B5EF4-FFF2-40B4-BE49-F238E27FC236}">
                <a16:creationId xmlns:a16="http://schemas.microsoft.com/office/drawing/2014/main" xmlns="" id="{B26FFD8E-D034-492F-8CB4-DDFC3EA45508}"/>
              </a:ext>
            </a:extLst>
          </p:cNvPr>
          <p:cNvSpPr/>
          <p:nvPr/>
        </p:nvSpPr>
        <p:spPr>
          <a:xfrm>
            <a:off x="5840828" y="3062427"/>
            <a:ext cx="188925" cy="246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xmlns="" id="{A63137B5-2443-4B84-BD9C-2BDF7A1C798F}"/>
              </a:ext>
            </a:extLst>
          </p:cNvPr>
          <p:cNvSpPr/>
          <p:nvPr/>
        </p:nvSpPr>
        <p:spPr>
          <a:xfrm>
            <a:off x="191876" y="3141788"/>
            <a:ext cx="108000" cy="10703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xmlns="" id="{E75B60E0-DE9A-4AE6-B5B4-A8C9AE59CF63}"/>
              </a:ext>
            </a:extLst>
          </p:cNvPr>
          <p:cNvSpPr/>
          <p:nvPr/>
        </p:nvSpPr>
        <p:spPr>
          <a:xfrm>
            <a:off x="1113228" y="3141788"/>
            <a:ext cx="108000" cy="10703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xmlns="" id="{CC923447-CC8B-4230-B459-47D5735F54CA}"/>
              </a:ext>
            </a:extLst>
          </p:cNvPr>
          <p:cNvSpPr/>
          <p:nvPr/>
        </p:nvSpPr>
        <p:spPr>
          <a:xfrm>
            <a:off x="2090303" y="3141788"/>
            <a:ext cx="108000" cy="10703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xmlns="" id="{F7DD5A08-9A6C-4822-BDA9-3385AA3B967D}"/>
              </a:ext>
            </a:extLst>
          </p:cNvPr>
          <p:cNvSpPr/>
          <p:nvPr/>
        </p:nvSpPr>
        <p:spPr>
          <a:xfrm>
            <a:off x="3120096" y="3141788"/>
            <a:ext cx="108000" cy="10703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xmlns="" id="{6BE631AE-7643-4080-A842-477E03FDA131}"/>
              </a:ext>
            </a:extLst>
          </p:cNvPr>
          <p:cNvSpPr/>
          <p:nvPr/>
        </p:nvSpPr>
        <p:spPr>
          <a:xfrm>
            <a:off x="4042275" y="3141788"/>
            <a:ext cx="108000" cy="10703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xmlns="" id="{A67F9310-3D59-4AF0-90FF-3CE689384937}"/>
              </a:ext>
            </a:extLst>
          </p:cNvPr>
          <p:cNvSpPr/>
          <p:nvPr/>
        </p:nvSpPr>
        <p:spPr>
          <a:xfrm>
            <a:off x="4994668" y="3141788"/>
            <a:ext cx="108000" cy="10703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2" name="object 82">
            <a:extLst>
              <a:ext uri="{FF2B5EF4-FFF2-40B4-BE49-F238E27FC236}">
                <a16:creationId xmlns:a16="http://schemas.microsoft.com/office/drawing/2014/main" xmlns="" id="{7DBF9EE9-2033-441A-A1D4-9D78B67A2CB3}"/>
              </a:ext>
            </a:extLst>
          </p:cNvPr>
          <p:cNvSpPr txBox="1"/>
          <p:nvPr/>
        </p:nvSpPr>
        <p:spPr>
          <a:xfrm>
            <a:off x="2176430" y="2644964"/>
            <a:ext cx="5028541" cy="333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rebuchet MS"/>
              </a:rPr>
              <a:t>Passing through </a:t>
            </a:r>
            <a:r>
              <a:rPr kumimoji="0" lang="en-US" sz="1000" b="1" i="1" u="none" strike="noStrike" kern="1200" cap="none" spc="-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Trebuchet MS"/>
              </a:rPr>
              <a:t>CBD &amp; SBD City </a:t>
            </a:r>
            <a:r>
              <a:rPr kumimoji="0" lang="en-US" sz="1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rebuchet MS"/>
              </a:rPr>
              <a:t>and connecting North West Bengaluru to South West Bengaluru</a:t>
            </a: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Phase II Extension : </a:t>
            </a:r>
            <a:r>
              <a:rPr kumimoji="0" lang="en-IN" sz="1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Hesaraghatta Cross – Madavar </a:t>
            </a:r>
            <a:r>
              <a:rPr kumimoji="0" lang="en-US" sz="1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connecting </a:t>
            </a: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SBD City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 </a:t>
            </a: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North West Bengaluru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xmlns="" id="{BDCF18CD-915B-4BAA-B055-D2A229421F16}"/>
              </a:ext>
            </a:extLst>
          </p:cNvPr>
          <p:cNvSpPr txBox="1"/>
          <p:nvPr/>
        </p:nvSpPr>
        <p:spPr>
          <a:xfrm>
            <a:off x="176080" y="3422688"/>
            <a:ext cx="4818588" cy="308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5273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METRO – PHASE II (UNDER CONSTRUCTION) | 101.73 Kms (67 stations) 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rgbClr val="25273A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84" name="object 22">
            <a:extLst>
              <a:ext uri="{FF2B5EF4-FFF2-40B4-BE49-F238E27FC236}">
                <a16:creationId xmlns:a16="http://schemas.microsoft.com/office/drawing/2014/main" xmlns="" id="{63F27C0E-5A26-479A-AEED-32DFEF1B8607}"/>
              </a:ext>
            </a:extLst>
          </p:cNvPr>
          <p:cNvSpPr txBox="1"/>
          <p:nvPr/>
        </p:nvSpPr>
        <p:spPr>
          <a:xfrm>
            <a:off x="258340" y="3806712"/>
            <a:ext cx="2539769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rlito"/>
              </a:rPr>
              <a:t>Corridor</a:t>
            </a:r>
            <a:r>
              <a:rPr kumimoji="0" sz="1100" b="1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rlito"/>
              </a:rPr>
              <a:t> </a:t>
            </a:r>
            <a:r>
              <a:rPr kumimoji="0" lang="en-US" sz="1100" b="1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rlito"/>
              </a:rPr>
              <a:t>3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rlito"/>
            </a:endParaRPr>
          </a:p>
          <a:p>
            <a:pPr lvl="0" defTabSz="914411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000" b="1" spc="50" dirty="0">
                <a:solidFill>
                  <a:srgbClr val="C00000"/>
                </a:solidFill>
              </a:rPr>
              <a:t>Phase 2A: Central Silk Board – KR Puram</a:t>
            </a:r>
          </a:p>
          <a:p>
            <a:pPr lvl="0" defTabSz="914411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000" b="1" spc="50" dirty="0">
                <a:solidFill>
                  <a:srgbClr val="C00000"/>
                </a:solidFill>
              </a:rPr>
              <a:t>Phase 2B: KR Puram – Hebbal – Airport </a:t>
            </a:r>
          </a:p>
        </p:txBody>
      </p:sp>
      <p:sp>
        <p:nvSpPr>
          <p:cNvPr id="185" name="object 34">
            <a:extLst>
              <a:ext uri="{FF2B5EF4-FFF2-40B4-BE49-F238E27FC236}">
                <a16:creationId xmlns:a16="http://schemas.microsoft.com/office/drawing/2014/main" xmlns="" id="{DDFAD822-E7AC-4A31-89D6-062376602CCD}"/>
              </a:ext>
            </a:extLst>
          </p:cNvPr>
          <p:cNvSpPr/>
          <p:nvPr/>
        </p:nvSpPr>
        <p:spPr>
          <a:xfrm>
            <a:off x="2682773" y="3795434"/>
            <a:ext cx="0" cy="462280"/>
          </a:xfrm>
          <a:custGeom>
            <a:avLst/>
            <a:gdLst/>
            <a:ahLst/>
            <a:cxnLst/>
            <a:rect l="l" t="t" r="r" b="b"/>
            <a:pathLst>
              <a:path h="462280">
                <a:moveTo>
                  <a:pt x="0" y="0"/>
                </a:moveTo>
                <a:lnTo>
                  <a:pt x="0" y="462152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6" name="object 11">
            <a:extLst>
              <a:ext uri="{FF2B5EF4-FFF2-40B4-BE49-F238E27FC236}">
                <a16:creationId xmlns:a16="http://schemas.microsoft.com/office/drawing/2014/main" xmlns="" id="{461A6A69-0052-4E09-A770-C19DFDDC8CE1}"/>
              </a:ext>
            </a:extLst>
          </p:cNvPr>
          <p:cNvSpPr/>
          <p:nvPr/>
        </p:nvSpPr>
        <p:spPr>
          <a:xfrm>
            <a:off x="187526" y="4387441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>
                <a:moveTo>
                  <a:pt x="0" y="0"/>
                </a:moveTo>
                <a:lnTo>
                  <a:pt x="5759958" y="0"/>
                </a:lnTo>
              </a:path>
            </a:pathLst>
          </a:custGeom>
          <a:ln w="6096">
            <a:solidFill>
              <a:srgbClr val="00B0F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7" name="object 12">
            <a:extLst>
              <a:ext uri="{FF2B5EF4-FFF2-40B4-BE49-F238E27FC236}">
                <a16:creationId xmlns:a16="http://schemas.microsoft.com/office/drawing/2014/main" xmlns="" id="{020430D1-7C64-44C6-A4F7-83F2AEAD28AF}"/>
              </a:ext>
            </a:extLst>
          </p:cNvPr>
          <p:cNvSpPr/>
          <p:nvPr/>
        </p:nvSpPr>
        <p:spPr>
          <a:xfrm>
            <a:off x="5771995" y="4205994"/>
            <a:ext cx="316307" cy="340161"/>
          </a:xfrm>
          <a:custGeom>
            <a:avLst/>
            <a:gdLst/>
            <a:ahLst/>
            <a:cxnLst/>
            <a:rect l="l" t="t" r="r" b="b"/>
            <a:pathLst>
              <a:path w="421004" h="452755">
                <a:moveTo>
                  <a:pt x="210312" y="0"/>
                </a:moveTo>
                <a:lnTo>
                  <a:pt x="162072" y="5978"/>
                </a:lnTo>
                <a:lnTo>
                  <a:pt x="117798" y="23006"/>
                </a:lnTo>
                <a:lnTo>
                  <a:pt x="78750" y="49725"/>
                </a:lnTo>
                <a:lnTo>
                  <a:pt x="46186" y="84775"/>
                </a:lnTo>
                <a:lnTo>
                  <a:pt x="21367" y="126796"/>
                </a:lnTo>
                <a:lnTo>
                  <a:pt x="5551" y="174429"/>
                </a:lnTo>
                <a:lnTo>
                  <a:pt x="0" y="226313"/>
                </a:lnTo>
                <a:lnTo>
                  <a:pt x="5551" y="278198"/>
                </a:lnTo>
                <a:lnTo>
                  <a:pt x="21367" y="325831"/>
                </a:lnTo>
                <a:lnTo>
                  <a:pt x="46186" y="367852"/>
                </a:lnTo>
                <a:lnTo>
                  <a:pt x="78750" y="402902"/>
                </a:lnTo>
                <a:lnTo>
                  <a:pt x="117798" y="429621"/>
                </a:lnTo>
                <a:lnTo>
                  <a:pt x="162072" y="446649"/>
                </a:lnTo>
                <a:lnTo>
                  <a:pt x="210312" y="452627"/>
                </a:lnTo>
                <a:lnTo>
                  <a:pt x="258551" y="446649"/>
                </a:lnTo>
                <a:lnTo>
                  <a:pt x="302825" y="429621"/>
                </a:lnTo>
                <a:lnTo>
                  <a:pt x="341873" y="402902"/>
                </a:lnTo>
                <a:lnTo>
                  <a:pt x="374437" y="367852"/>
                </a:lnTo>
                <a:lnTo>
                  <a:pt x="399256" y="325831"/>
                </a:lnTo>
                <a:lnTo>
                  <a:pt x="415072" y="278198"/>
                </a:lnTo>
                <a:lnTo>
                  <a:pt x="420623" y="226313"/>
                </a:lnTo>
                <a:lnTo>
                  <a:pt x="415072" y="174429"/>
                </a:lnTo>
                <a:lnTo>
                  <a:pt x="399256" y="126796"/>
                </a:lnTo>
                <a:lnTo>
                  <a:pt x="374437" y="84775"/>
                </a:lnTo>
                <a:lnTo>
                  <a:pt x="341873" y="49725"/>
                </a:lnTo>
                <a:lnTo>
                  <a:pt x="302825" y="23006"/>
                </a:lnTo>
                <a:lnTo>
                  <a:pt x="258551" y="5978"/>
                </a:lnTo>
                <a:lnTo>
                  <a:pt x="210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8" name="object 13">
            <a:extLst>
              <a:ext uri="{FF2B5EF4-FFF2-40B4-BE49-F238E27FC236}">
                <a16:creationId xmlns:a16="http://schemas.microsoft.com/office/drawing/2014/main" xmlns="" id="{B367CA68-45CF-4509-9F3B-BCA8584D20BF}"/>
              </a:ext>
            </a:extLst>
          </p:cNvPr>
          <p:cNvSpPr/>
          <p:nvPr/>
        </p:nvSpPr>
        <p:spPr>
          <a:xfrm>
            <a:off x="5771995" y="4205994"/>
            <a:ext cx="316307" cy="340161"/>
          </a:xfrm>
          <a:custGeom>
            <a:avLst/>
            <a:gdLst/>
            <a:ahLst/>
            <a:cxnLst/>
            <a:rect l="l" t="t" r="r" b="b"/>
            <a:pathLst>
              <a:path w="421004" h="452755">
                <a:moveTo>
                  <a:pt x="0" y="226313"/>
                </a:moveTo>
                <a:lnTo>
                  <a:pt x="5551" y="174429"/>
                </a:lnTo>
                <a:lnTo>
                  <a:pt x="21367" y="126796"/>
                </a:lnTo>
                <a:lnTo>
                  <a:pt x="46186" y="84775"/>
                </a:lnTo>
                <a:lnTo>
                  <a:pt x="78750" y="49725"/>
                </a:lnTo>
                <a:lnTo>
                  <a:pt x="117798" y="23006"/>
                </a:lnTo>
                <a:lnTo>
                  <a:pt x="162072" y="5978"/>
                </a:lnTo>
                <a:lnTo>
                  <a:pt x="210312" y="0"/>
                </a:lnTo>
                <a:lnTo>
                  <a:pt x="258551" y="5978"/>
                </a:lnTo>
                <a:lnTo>
                  <a:pt x="302825" y="23006"/>
                </a:lnTo>
                <a:lnTo>
                  <a:pt x="341873" y="49725"/>
                </a:lnTo>
                <a:lnTo>
                  <a:pt x="374437" y="84775"/>
                </a:lnTo>
                <a:lnTo>
                  <a:pt x="399256" y="126796"/>
                </a:lnTo>
                <a:lnTo>
                  <a:pt x="415072" y="174429"/>
                </a:lnTo>
                <a:lnTo>
                  <a:pt x="420623" y="226313"/>
                </a:lnTo>
                <a:lnTo>
                  <a:pt x="415072" y="278198"/>
                </a:lnTo>
                <a:lnTo>
                  <a:pt x="399256" y="325831"/>
                </a:lnTo>
                <a:lnTo>
                  <a:pt x="374437" y="367852"/>
                </a:lnTo>
                <a:lnTo>
                  <a:pt x="341873" y="402902"/>
                </a:lnTo>
                <a:lnTo>
                  <a:pt x="302825" y="429621"/>
                </a:lnTo>
                <a:lnTo>
                  <a:pt x="258551" y="446649"/>
                </a:lnTo>
                <a:lnTo>
                  <a:pt x="210312" y="452627"/>
                </a:lnTo>
                <a:lnTo>
                  <a:pt x="162072" y="446649"/>
                </a:lnTo>
                <a:lnTo>
                  <a:pt x="117798" y="429621"/>
                </a:lnTo>
                <a:lnTo>
                  <a:pt x="78750" y="402902"/>
                </a:lnTo>
                <a:lnTo>
                  <a:pt x="46186" y="367852"/>
                </a:lnTo>
                <a:lnTo>
                  <a:pt x="21367" y="325831"/>
                </a:lnTo>
                <a:lnTo>
                  <a:pt x="5551" y="278198"/>
                </a:lnTo>
                <a:lnTo>
                  <a:pt x="0" y="226313"/>
                </a:lnTo>
                <a:close/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object 14">
            <a:extLst>
              <a:ext uri="{FF2B5EF4-FFF2-40B4-BE49-F238E27FC236}">
                <a16:creationId xmlns:a16="http://schemas.microsoft.com/office/drawing/2014/main" xmlns="" id="{8AD8D588-5498-45B2-A308-D60C960C3FE2}"/>
              </a:ext>
            </a:extLst>
          </p:cNvPr>
          <p:cNvSpPr/>
          <p:nvPr/>
        </p:nvSpPr>
        <p:spPr>
          <a:xfrm>
            <a:off x="5840828" y="4257495"/>
            <a:ext cx="188925" cy="246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xmlns="" id="{4BB314BC-CB36-4ACA-8B9A-E99012EB3B6B}"/>
              </a:ext>
            </a:extLst>
          </p:cNvPr>
          <p:cNvSpPr/>
          <p:nvPr/>
        </p:nvSpPr>
        <p:spPr>
          <a:xfrm>
            <a:off x="191876" y="4336856"/>
            <a:ext cx="108000" cy="10703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xmlns="" id="{96621F71-032F-4DFC-A6F6-3F36830BE0CF}"/>
              </a:ext>
            </a:extLst>
          </p:cNvPr>
          <p:cNvSpPr/>
          <p:nvPr/>
        </p:nvSpPr>
        <p:spPr>
          <a:xfrm>
            <a:off x="1113228" y="4336856"/>
            <a:ext cx="108000" cy="10703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xmlns="" id="{6251C919-4A56-4417-B459-015FB7CB672C}"/>
              </a:ext>
            </a:extLst>
          </p:cNvPr>
          <p:cNvSpPr/>
          <p:nvPr/>
        </p:nvSpPr>
        <p:spPr>
          <a:xfrm>
            <a:off x="2090303" y="4336856"/>
            <a:ext cx="108000" cy="10703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xmlns="" id="{EFB0250A-D8B6-41BB-A9D0-4B1BC1C0AD63}"/>
              </a:ext>
            </a:extLst>
          </p:cNvPr>
          <p:cNvSpPr/>
          <p:nvPr/>
        </p:nvSpPr>
        <p:spPr>
          <a:xfrm>
            <a:off x="3120096" y="4336856"/>
            <a:ext cx="108000" cy="10703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xmlns="" id="{4B6C65FC-F173-4CE5-8738-C9CDFBF363DC}"/>
              </a:ext>
            </a:extLst>
          </p:cNvPr>
          <p:cNvSpPr/>
          <p:nvPr/>
        </p:nvSpPr>
        <p:spPr>
          <a:xfrm>
            <a:off x="4042275" y="4336856"/>
            <a:ext cx="108000" cy="10703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xmlns="" id="{CEBB8A72-489B-41DB-93FB-2D274C160931}"/>
              </a:ext>
            </a:extLst>
          </p:cNvPr>
          <p:cNvSpPr/>
          <p:nvPr/>
        </p:nvSpPr>
        <p:spPr>
          <a:xfrm>
            <a:off x="4994668" y="4336856"/>
            <a:ext cx="108000" cy="10703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6" name="object 82">
            <a:extLst>
              <a:ext uri="{FF2B5EF4-FFF2-40B4-BE49-F238E27FC236}">
                <a16:creationId xmlns:a16="http://schemas.microsoft.com/office/drawing/2014/main" xmlns="" id="{E080B066-DABE-4A14-8363-6E3320836675}"/>
              </a:ext>
            </a:extLst>
          </p:cNvPr>
          <p:cNvSpPr txBox="1"/>
          <p:nvPr/>
        </p:nvSpPr>
        <p:spPr>
          <a:xfrm>
            <a:off x="2718792" y="3938974"/>
            <a:ext cx="3274077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rebuchet MS"/>
              </a:rPr>
              <a:t>Passing through </a:t>
            </a:r>
            <a:r>
              <a:rPr kumimoji="0" lang="en-US" sz="1000" b="1" i="1" u="none" strike="noStrike" kern="1200" cap="none" spc="-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Trebuchet MS"/>
              </a:rPr>
              <a:t>ORR </a:t>
            </a:r>
            <a:r>
              <a:rPr kumimoji="0" lang="en-US" sz="1000" b="0" i="1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rebuchet MS"/>
              </a:rPr>
              <a:t>and </a:t>
            </a:r>
            <a:r>
              <a:rPr kumimoji="0" lang="en-US" sz="1000" b="1" i="1" u="none" strike="noStrike" kern="1200" cap="none" spc="-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North Bengaluru</a:t>
            </a:r>
            <a:r>
              <a:rPr kumimoji="0" lang="en-US" sz="1000" b="0" i="1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rebuchet MS"/>
              </a:rPr>
              <a:t> (Sept 2027)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rebuchet MS"/>
            </a:endParaRPr>
          </a:p>
        </p:txBody>
      </p:sp>
      <p:sp>
        <p:nvSpPr>
          <p:cNvPr id="197" name="object 22">
            <a:extLst>
              <a:ext uri="{FF2B5EF4-FFF2-40B4-BE49-F238E27FC236}">
                <a16:creationId xmlns:a16="http://schemas.microsoft.com/office/drawing/2014/main" xmlns="" id="{5B59FB74-2FFE-4977-A3AF-7D094FB99383}"/>
              </a:ext>
            </a:extLst>
          </p:cNvPr>
          <p:cNvSpPr txBox="1"/>
          <p:nvPr/>
        </p:nvSpPr>
        <p:spPr>
          <a:xfrm>
            <a:off x="258341" y="4709083"/>
            <a:ext cx="1915160" cy="3353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rlito"/>
              </a:rPr>
              <a:t>Corridor</a:t>
            </a:r>
            <a:r>
              <a:rPr kumimoji="0" sz="1100" b="1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rlito"/>
              </a:rPr>
              <a:t> </a:t>
            </a:r>
            <a:r>
              <a:rPr kumimoji="0" lang="en-US" sz="1100" b="1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rlito"/>
              </a:rPr>
              <a:t>4</a:t>
            </a:r>
            <a:endParaRPr kumimoji="0" sz="1000" b="1" i="0" u="none" strike="noStrike" kern="1200" cap="none" spc="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2700" lvl="0">
              <a:spcBef>
                <a:spcPts val="25"/>
              </a:spcBef>
              <a:defRPr/>
            </a:pPr>
            <a:r>
              <a:rPr lang="en-US" sz="1000" b="1" spc="50" dirty="0">
                <a:solidFill>
                  <a:srgbClr val="C00000"/>
                </a:solidFill>
              </a:rPr>
              <a:t>Gottigere</a:t>
            </a:r>
            <a:r>
              <a:rPr kumimoji="0" lang="en-US" sz="1000" b="1" i="0" u="none" strike="noStrike" kern="1200" cap="none" spc="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Nagawara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rlito"/>
            </a:endParaRPr>
          </a:p>
        </p:txBody>
      </p:sp>
      <p:sp>
        <p:nvSpPr>
          <p:cNvPr id="198" name="object 34">
            <a:extLst>
              <a:ext uri="{FF2B5EF4-FFF2-40B4-BE49-F238E27FC236}">
                <a16:creationId xmlns:a16="http://schemas.microsoft.com/office/drawing/2014/main" xmlns="" id="{4E4E9C13-4B92-4235-AFAF-B52778F13F48}"/>
              </a:ext>
            </a:extLst>
          </p:cNvPr>
          <p:cNvSpPr/>
          <p:nvPr/>
        </p:nvSpPr>
        <p:spPr>
          <a:xfrm>
            <a:off x="2062045" y="4710480"/>
            <a:ext cx="0" cy="462280"/>
          </a:xfrm>
          <a:custGeom>
            <a:avLst/>
            <a:gdLst/>
            <a:ahLst/>
            <a:cxnLst/>
            <a:rect l="l" t="t" r="r" b="b"/>
            <a:pathLst>
              <a:path h="462280">
                <a:moveTo>
                  <a:pt x="0" y="0"/>
                </a:moveTo>
                <a:lnTo>
                  <a:pt x="0" y="462152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9" name="object 11">
            <a:extLst>
              <a:ext uri="{FF2B5EF4-FFF2-40B4-BE49-F238E27FC236}">
                <a16:creationId xmlns:a16="http://schemas.microsoft.com/office/drawing/2014/main" xmlns="" id="{752E2B8D-E61A-418F-B2E3-9223CED57350}"/>
              </a:ext>
            </a:extLst>
          </p:cNvPr>
          <p:cNvSpPr/>
          <p:nvPr/>
        </p:nvSpPr>
        <p:spPr>
          <a:xfrm>
            <a:off x="187526" y="5302487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>
                <a:moveTo>
                  <a:pt x="0" y="0"/>
                </a:moveTo>
                <a:lnTo>
                  <a:pt x="5759958" y="0"/>
                </a:lnTo>
              </a:path>
            </a:pathLst>
          </a:custGeom>
          <a:ln w="6096">
            <a:solidFill>
              <a:srgbClr val="FF99C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0" name="object 12">
            <a:extLst>
              <a:ext uri="{FF2B5EF4-FFF2-40B4-BE49-F238E27FC236}">
                <a16:creationId xmlns:a16="http://schemas.microsoft.com/office/drawing/2014/main" xmlns="" id="{8AAAE552-5B5E-4675-BA03-D071A0AACCEA}"/>
              </a:ext>
            </a:extLst>
          </p:cNvPr>
          <p:cNvSpPr/>
          <p:nvPr/>
        </p:nvSpPr>
        <p:spPr>
          <a:xfrm>
            <a:off x="5771995" y="5121040"/>
            <a:ext cx="316307" cy="340161"/>
          </a:xfrm>
          <a:custGeom>
            <a:avLst/>
            <a:gdLst/>
            <a:ahLst/>
            <a:cxnLst/>
            <a:rect l="l" t="t" r="r" b="b"/>
            <a:pathLst>
              <a:path w="421004" h="452755">
                <a:moveTo>
                  <a:pt x="210312" y="0"/>
                </a:moveTo>
                <a:lnTo>
                  <a:pt x="162072" y="5978"/>
                </a:lnTo>
                <a:lnTo>
                  <a:pt x="117798" y="23006"/>
                </a:lnTo>
                <a:lnTo>
                  <a:pt x="78750" y="49725"/>
                </a:lnTo>
                <a:lnTo>
                  <a:pt x="46186" y="84775"/>
                </a:lnTo>
                <a:lnTo>
                  <a:pt x="21367" y="126796"/>
                </a:lnTo>
                <a:lnTo>
                  <a:pt x="5551" y="174429"/>
                </a:lnTo>
                <a:lnTo>
                  <a:pt x="0" y="226313"/>
                </a:lnTo>
                <a:lnTo>
                  <a:pt x="5551" y="278198"/>
                </a:lnTo>
                <a:lnTo>
                  <a:pt x="21367" y="325831"/>
                </a:lnTo>
                <a:lnTo>
                  <a:pt x="46186" y="367852"/>
                </a:lnTo>
                <a:lnTo>
                  <a:pt x="78750" y="402902"/>
                </a:lnTo>
                <a:lnTo>
                  <a:pt x="117798" y="429621"/>
                </a:lnTo>
                <a:lnTo>
                  <a:pt x="162072" y="446649"/>
                </a:lnTo>
                <a:lnTo>
                  <a:pt x="210312" y="452627"/>
                </a:lnTo>
                <a:lnTo>
                  <a:pt x="258551" y="446649"/>
                </a:lnTo>
                <a:lnTo>
                  <a:pt x="302825" y="429621"/>
                </a:lnTo>
                <a:lnTo>
                  <a:pt x="341873" y="402902"/>
                </a:lnTo>
                <a:lnTo>
                  <a:pt x="374437" y="367852"/>
                </a:lnTo>
                <a:lnTo>
                  <a:pt x="399256" y="325831"/>
                </a:lnTo>
                <a:lnTo>
                  <a:pt x="415072" y="278198"/>
                </a:lnTo>
                <a:lnTo>
                  <a:pt x="420623" y="226313"/>
                </a:lnTo>
                <a:lnTo>
                  <a:pt x="415072" y="174429"/>
                </a:lnTo>
                <a:lnTo>
                  <a:pt x="399256" y="126796"/>
                </a:lnTo>
                <a:lnTo>
                  <a:pt x="374437" y="84775"/>
                </a:lnTo>
                <a:lnTo>
                  <a:pt x="341873" y="49725"/>
                </a:lnTo>
                <a:lnTo>
                  <a:pt x="302825" y="23006"/>
                </a:lnTo>
                <a:lnTo>
                  <a:pt x="258551" y="5978"/>
                </a:lnTo>
                <a:lnTo>
                  <a:pt x="210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1" name="object 13">
            <a:extLst>
              <a:ext uri="{FF2B5EF4-FFF2-40B4-BE49-F238E27FC236}">
                <a16:creationId xmlns:a16="http://schemas.microsoft.com/office/drawing/2014/main" xmlns="" id="{CD88E381-A48D-42BC-BE0D-529F8DF39DCD}"/>
              </a:ext>
            </a:extLst>
          </p:cNvPr>
          <p:cNvSpPr/>
          <p:nvPr/>
        </p:nvSpPr>
        <p:spPr>
          <a:xfrm>
            <a:off x="5771995" y="5121040"/>
            <a:ext cx="316307" cy="340161"/>
          </a:xfrm>
          <a:custGeom>
            <a:avLst/>
            <a:gdLst/>
            <a:ahLst/>
            <a:cxnLst/>
            <a:rect l="l" t="t" r="r" b="b"/>
            <a:pathLst>
              <a:path w="421004" h="452755">
                <a:moveTo>
                  <a:pt x="0" y="226313"/>
                </a:moveTo>
                <a:lnTo>
                  <a:pt x="5551" y="174429"/>
                </a:lnTo>
                <a:lnTo>
                  <a:pt x="21367" y="126796"/>
                </a:lnTo>
                <a:lnTo>
                  <a:pt x="46186" y="84775"/>
                </a:lnTo>
                <a:lnTo>
                  <a:pt x="78750" y="49725"/>
                </a:lnTo>
                <a:lnTo>
                  <a:pt x="117798" y="23006"/>
                </a:lnTo>
                <a:lnTo>
                  <a:pt x="162072" y="5978"/>
                </a:lnTo>
                <a:lnTo>
                  <a:pt x="210312" y="0"/>
                </a:lnTo>
                <a:lnTo>
                  <a:pt x="258551" y="5978"/>
                </a:lnTo>
                <a:lnTo>
                  <a:pt x="302825" y="23006"/>
                </a:lnTo>
                <a:lnTo>
                  <a:pt x="341873" y="49725"/>
                </a:lnTo>
                <a:lnTo>
                  <a:pt x="374437" y="84775"/>
                </a:lnTo>
                <a:lnTo>
                  <a:pt x="399256" y="126796"/>
                </a:lnTo>
                <a:lnTo>
                  <a:pt x="415072" y="174429"/>
                </a:lnTo>
                <a:lnTo>
                  <a:pt x="420623" y="226313"/>
                </a:lnTo>
                <a:lnTo>
                  <a:pt x="415072" y="278198"/>
                </a:lnTo>
                <a:lnTo>
                  <a:pt x="399256" y="325831"/>
                </a:lnTo>
                <a:lnTo>
                  <a:pt x="374437" y="367852"/>
                </a:lnTo>
                <a:lnTo>
                  <a:pt x="341873" y="402902"/>
                </a:lnTo>
                <a:lnTo>
                  <a:pt x="302825" y="429621"/>
                </a:lnTo>
                <a:lnTo>
                  <a:pt x="258551" y="446649"/>
                </a:lnTo>
                <a:lnTo>
                  <a:pt x="210312" y="452627"/>
                </a:lnTo>
                <a:lnTo>
                  <a:pt x="162072" y="446649"/>
                </a:lnTo>
                <a:lnTo>
                  <a:pt x="117798" y="429621"/>
                </a:lnTo>
                <a:lnTo>
                  <a:pt x="78750" y="402902"/>
                </a:lnTo>
                <a:lnTo>
                  <a:pt x="46186" y="367852"/>
                </a:lnTo>
                <a:lnTo>
                  <a:pt x="21367" y="325831"/>
                </a:lnTo>
                <a:lnTo>
                  <a:pt x="5551" y="278198"/>
                </a:lnTo>
                <a:lnTo>
                  <a:pt x="0" y="226313"/>
                </a:lnTo>
                <a:close/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2" name="object 14">
            <a:extLst>
              <a:ext uri="{FF2B5EF4-FFF2-40B4-BE49-F238E27FC236}">
                <a16:creationId xmlns:a16="http://schemas.microsoft.com/office/drawing/2014/main" xmlns="" id="{8F6F1444-4064-41AA-8B7B-8F5B931B6E9F}"/>
              </a:ext>
            </a:extLst>
          </p:cNvPr>
          <p:cNvSpPr/>
          <p:nvPr/>
        </p:nvSpPr>
        <p:spPr>
          <a:xfrm>
            <a:off x="5840828" y="5172541"/>
            <a:ext cx="188925" cy="246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xmlns="" id="{283C1066-7353-4FBA-928B-BE001638EB41}"/>
              </a:ext>
            </a:extLst>
          </p:cNvPr>
          <p:cNvSpPr/>
          <p:nvPr/>
        </p:nvSpPr>
        <p:spPr>
          <a:xfrm>
            <a:off x="191876" y="5251902"/>
            <a:ext cx="108000" cy="107031"/>
          </a:xfrm>
          <a:prstGeom prst="ellipse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xmlns="" id="{AB5A19F8-1FE5-46F2-A9E5-695E3B715E24}"/>
              </a:ext>
            </a:extLst>
          </p:cNvPr>
          <p:cNvSpPr/>
          <p:nvPr/>
        </p:nvSpPr>
        <p:spPr>
          <a:xfrm>
            <a:off x="1113228" y="5251902"/>
            <a:ext cx="108000" cy="107031"/>
          </a:xfrm>
          <a:prstGeom prst="ellipse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xmlns="" id="{9DC7F65D-83D4-42A7-B8E7-348AD50225F8}"/>
              </a:ext>
            </a:extLst>
          </p:cNvPr>
          <p:cNvSpPr/>
          <p:nvPr/>
        </p:nvSpPr>
        <p:spPr>
          <a:xfrm>
            <a:off x="2090303" y="5251902"/>
            <a:ext cx="108000" cy="107031"/>
          </a:xfrm>
          <a:prstGeom prst="ellipse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xmlns="" id="{410702DE-E550-454D-8812-E244BDD3FA88}"/>
              </a:ext>
            </a:extLst>
          </p:cNvPr>
          <p:cNvSpPr/>
          <p:nvPr/>
        </p:nvSpPr>
        <p:spPr>
          <a:xfrm>
            <a:off x="3120096" y="5251902"/>
            <a:ext cx="108000" cy="107031"/>
          </a:xfrm>
          <a:prstGeom prst="ellipse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xmlns="" id="{B2E9EAAF-460D-4CB1-A81F-68C6EA52F537}"/>
              </a:ext>
            </a:extLst>
          </p:cNvPr>
          <p:cNvSpPr/>
          <p:nvPr/>
        </p:nvSpPr>
        <p:spPr>
          <a:xfrm>
            <a:off x="4042275" y="5251902"/>
            <a:ext cx="108000" cy="107031"/>
          </a:xfrm>
          <a:prstGeom prst="ellipse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xmlns="" id="{E40D2868-BEAE-4E49-B0CB-E4A43699F981}"/>
              </a:ext>
            </a:extLst>
          </p:cNvPr>
          <p:cNvSpPr/>
          <p:nvPr/>
        </p:nvSpPr>
        <p:spPr>
          <a:xfrm>
            <a:off x="4994668" y="5251902"/>
            <a:ext cx="108000" cy="107031"/>
          </a:xfrm>
          <a:prstGeom prst="ellipse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9" name="object 82">
            <a:extLst>
              <a:ext uri="{FF2B5EF4-FFF2-40B4-BE49-F238E27FC236}">
                <a16:creationId xmlns:a16="http://schemas.microsoft.com/office/drawing/2014/main" xmlns="" id="{6D82110D-0CC4-45D2-A59B-AD6ED53EA3A5}"/>
              </a:ext>
            </a:extLst>
          </p:cNvPr>
          <p:cNvSpPr txBox="1"/>
          <p:nvPr/>
        </p:nvSpPr>
        <p:spPr>
          <a:xfrm>
            <a:off x="2176726" y="4854021"/>
            <a:ext cx="4793577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rebuchet MS"/>
              </a:rPr>
              <a:t>Passing through </a:t>
            </a:r>
            <a:r>
              <a:rPr kumimoji="0" lang="en-US" sz="1000" b="1" i="1" u="none" strike="noStrike" kern="1200" cap="none" spc="-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Trebuchet MS"/>
              </a:rPr>
              <a:t>CBD, SBD City &amp; ORR </a:t>
            </a:r>
            <a:r>
              <a:rPr kumimoji="0" lang="en-US" sz="1000" b="0" i="1" u="none" strike="noStrike" kern="1200" cap="none" spc="-45" normalizeH="0" baseline="0" noProof="0" dirty="0">
                <a:ln>
                  <a:noFill/>
                </a:ln>
                <a:solidFill>
                  <a:srgbClr val="25273A"/>
                </a:solidFill>
                <a:effectLst/>
                <a:uLnTx/>
                <a:uFillTx/>
                <a:latin typeface="Calibri" panose="020F0502020204030204"/>
                <a:ea typeface="+mn-ea"/>
                <a:cs typeface="Trebuchet MS"/>
              </a:rPr>
              <a:t>(March 2026)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25273A"/>
              </a:solidFill>
              <a:effectLst/>
              <a:uLnTx/>
              <a:uFillTx/>
              <a:latin typeface="Calibri" panose="020F0502020204030204"/>
              <a:ea typeface="+mn-ea"/>
              <a:cs typeface="Trebuchet MS"/>
            </a:endParaRPr>
          </a:p>
        </p:txBody>
      </p:sp>
      <p:sp>
        <p:nvSpPr>
          <p:cNvPr id="210" name="object 22">
            <a:extLst>
              <a:ext uri="{FF2B5EF4-FFF2-40B4-BE49-F238E27FC236}">
                <a16:creationId xmlns:a16="http://schemas.microsoft.com/office/drawing/2014/main" xmlns="" id="{35A8F44E-D842-4865-AC8A-9AB31CAA2DDC}"/>
              </a:ext>
            </a:extLst>
          </p:cNvPr>
          <p:cNvSpPr txBox="1"/>
          <p:nvPr/>
        </p:nvSpPr>
        <p:spPr>
          <a:xfrm>
            <a:off x="258341" y="5637188"/>
            <a:ext cx="1915160" cy="3353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rlito"/>
              </a:rPr>
              <a:t>Corridor</a:t>
            </a:r>
            <a:r>
              <a:rPr kumimoji="0" sz="1100" b="1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rlito"/>
              </a:rPr>
              <a:t> </a:t>
            </a:r>
            <a:r>
              <a:rPr kumimoji="0" lang="en-US" sz="1100" b="1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rlito"/>
              </a:rPr>
              <a:t>5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rlito"/>
            </a:endParaRPr>
          </a:p>
          <a:p>
            <a:pPr marL="12700" lvl="0">
              <a:spcBef>
                <a:spcPts val="25"/>
              </a:spcBef>
              <a:defRPr/>
            </a:pPr>
            <a:r>
              <a:rPr kumimoji="0" lang="en-US" sz="1000" b="1" i="0" u="none" strike="noStrike" kern="1200" cap="none" spc="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R. V Road – </a:t>
            </a:r>
            <a:r>
              <a:rPr lang="en-US" sz="1000" b="1" spc="50" dirty="0">
                <a:solidFill>
                  <a:srgbClr val="C00000"/>
                </a:solidFill>
                <a:latin typeface="Calibri" panose="020F0502020204030204"/>
              </a:rPr>
              <a:t>Bommasandra</a:t>
            </a:r>
            <a:endParaRPr sz="1000" b="1" spc="50" dirty="0">
              <a:solidFill>
                <a:srgbClr val="C00000"/>
              </a:solidFill>
              <a:latin typeface="Calibri" panose="020F0502020204030204"/>
            </a:endParaRPr>
          </a:p>
        </p:txBody>
      </p:sp>
      <p:sp>
        <p:nvSpPr>
          <p:cNvPr id="211" name="object 34">
            <a:extLst>
              <a:ext uri="{FF2B5EF4-FFF2-40B4-BE49-F238E27FC236}">
                <a16:creationId xmlns:a16="http://schemas.microsoft.com/office/drawing/2014/main" xmlns="" id="{9923867E-E039-4A40-B057-D8380F414C51}"/>
              </a:ext>
            </a:extLst>
          </p:cNvPr>
          <p:cNvSpPr/>
          <p:nvPr/>
        </p:nvSpPr>
        <p:spPr>
          <a:xfrm>
            <a:off x="2062045" y="5638585"/>
            <a:ext cx="0" cy="462280"/>
          </a:xfrm>
          <a:custGeom>
            <a:avLst/>
            <a:gdLst/>
            <a:ahLst/>
            <a:cxnLst/>
            <a:rect l="l" t="t" r="r" b="b"/>
            <a:pathLst>
              <a:path h="462280">
                <a:moveTo>
                  <a:pt x="0" y="0"/>
                </a:moveTo>
                <a:lnTo>
                  <a:pt x="0" y="462152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2" name="object 11">
            <a:extLst>
              <a:ext uri="{FF2B5EF4-FFF2-40B4-BE49-F238E27FC236}">
                <a16:creationId xmlns:a16="http://schemas.microsoft.com/office/drawing/2014/main" xmlns="" id="{83678F14-1D17-4DD3-8DDB-DDA66BD4B53A}"/>
              </a:ext>
            </a:extLst>
          </p:cNvPr>
          <p:cNvSpPr/>
          <p:nvPr/>
        </p:nvSpPr>
        <p:spPr>
          <a:xfrm>
            <a:off x="187526" y="6230592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>
                <a:moveTo>
                  <a:pt x="0" y="0"/>
                </a:moveTo>
                <a:lnTo>
                  <a:pt x="5759958" y="0"/>
                </a:lnTo>
              </a:path>
            </a:pathLst>
          </a:custGeom>
          <a:ln w="6096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3" name="object 12">
            <a:extLst>
              <a:ext uri="{FF2B5EF4-FFF2-40B4-BE49-F238E27FC236}">
                <a16:creationId xmlns:a16="http://schemas.microsoft.com/office/drawing/2014/main" xmlns="" id="{2028FDC5-1233-4A3D-B123-F0EEECE51D3D}"/>
              </a:ext>
            </a:extLst>
          </p:cNvPr>
          <p:cNvSpPr/>
          <p:nvPr/>
        </p:nvSpPr>
        <p:spPr>
          <a:xfrm>
            <a:off x="5771995" y="6049145"/>
            <a:ext cx="316307" cy="340161"/>
          </a:xfrm>
          <a:custGeom>
            <a:avLst/>
            <a:gdLst/>
            <a:ahLst/>
            <a:cxnLst/>
            <a:rect l="l" t="t" r="r" b="b"/>
            <a:pathLst>
              <a:path w="421004" h="452755">
                <a:moveTo>
                  <a:pt x="210312" y="0"/>
                </a:moveTo>
                <a:lnTo>
                  <a:pt x="162072" y="5978"/>
                </a:lnTo>
                <a:lnTo>
                  <a:pt x="117798" y="23006"/>
                </a:lnTo>
                <a:lnTo>
                  <a:pt x="78750" y="49725"/>
                </a:lnTo>
                <a:lnTo>
                  <a:pt x="46186" y="84775"/>
                </a:lnTo>
                <a:lnTo>
                  <a:pt x="21367" y="126796"/>
                </a:lnTo>
                <a:lnTo>
                  <a:pt x="5551" y="174429"/>
                </a:lnTo>
                <a:lnTo>
                  <a:pt x="0" y="226313"/>
                </a:lnTo>
                <a:lnTo>
                  <a:pt x="5551" y="278198"/>
                </a:lnTo>
                <a:lnTo>
                  <a:pt x="21367" y="325831"/>
                </a:lnTo>
                <a:lnTo>
                  <a:pt x="46186" y="367852"/>
                </a:lnTo>
                <a:lnTo>
                  <a:pt x="78750" y="402902"/>
                </a:lnTo>
                <a:lnTo>
                  <a:pt x="117798" y="429621"/>
                </a:lnTo>
                <a:lnTo>
                  <a:pt x="162072" y="446649"/>
                </a:lnTo>
                <a:lnTo>
                  <a:pt x="210312" y="452627"/>
                </a:lnTo>
                <a:lnTo>
                  <a:pt x="258551" y="446649"/>
                </a:lnTo>
                <a:lnTo>
                  <a:pt x="302825" y="429621"/>
                </a:lnTo>
                <a:lnTo>
                  <a:pt x="341873" y="402902"/>
                </a:lnTo>
                <a:lnTo>
                  <a:pt x="374437" y="367852"/>
                </a:lnTo>
                <a:lnTo>
                  <a:pt x="399256" y="325831"/>
                </a:lnTo>
                <a:lnTo>
                  <a:pt x="415072" y="278198"/>
                </a:lnTo>
                <a:lnTo>
                  <a:pt x="420623" y="226313"/>
                </a:lnTo>
                <a:lnTo>
                  <a:pt x="415072" y="174429"/>
                </a:lnTo>
                <a:lnTo>
                  <a:pt x="399256" y="126796"/>
                </a:lnTo>
                <a:lnTo>
                  <a:pt x="374437" y="84775"/>
                </a:lnTo>
                <a:lnTo>
                  <a:pt x="341873" y="49725"/>
                </a:lnTo>
                <a:lnTo>
                  <a:pt x="302825" y="23006"/>
                </a:lnTo>
                <a:lnTo>
                  <a:pt x="258551" y="5978"/>
                </a:lnTo>
                <a:lnTo>
                  <a:pt x="210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4" name="object 13">
            <a:extLst>
              <a:ext uri="{FF2B5EF4-FFF2-40B4-BE49-F238E27FC236}">
                <a16:creationId xmlns:a16="http://schemas.microsoft.com/office/drawing/2014/main" xmlns="" id="{A5C1E791-A0AD-4805-8C61-0BE2D551596D}"/>
              </a:ext>
            </a:extLst>
          </p:cNvPr>
          <p:cNvSpPr/>
          <p:nvPr/>
        </p:nvSpPr>
        <p:spPr>
          <a:xfrm>
            <a:off x="5771995" y="6049145"/>
            <a:ext cx="316307" cy="340161"/>
          </a:xfrm>
          <a:custGeom>
            <a:avLst/>
            <a:gdLst/>
            <a:ahLst/>
            <a:cxnLst/>
            <a:rect l="l" t="t" r="r" b="b"/>
            <a:pathLst>
              <a:path w="421004" h="452755">
                <a:moveTo>
                  <a:pt x="0" y="226313"/>
                </a:moveTo>
                <a:lnTo>
                  <a:pt x="5551" y="174429"/>
                </a:lnTo>
                <a:lnTo>
                  <a:pt x="21367" y="126796"/>
                </a:lnTo>
                <a:lnTo>
                  <a:pt x="46186" y="84775"/>
                </a:lnTo>
                <a:lnTo>
                  <a:pt x="78750" y="49725"/>
                </a:lnTo>
                <a:lnTo>
                  <a:pt x="117798" y="23006"/>
                </a:lnTo>
                <a:lnTo>
                  <a:pt x="162072" y="5978"/>
                </a:lnTo>
                <a:lnTo>
                  <a:pt x="210312" y="0"/>
                </a:lnTo>
                <a:lnTo>
                  <a:pt x="258551" y="5978"/>
                </a:lnTo>
                <a:lnTo>
                  <a:pt x="302825" y="23006"/>
                </a:lnTo>
                <a:lnTo>
                  <a:pt x="341873" y="49725"/>
                </a:lnTo>
                <a:lnTo>
                  <a:pt x="374437" y="84775"/>
                </a:lnTo>
                <a:lnTo>
                  <a:pt x="399256" y="126796"/>
                </a:lnTo>
                <a:lnTo>
                  <a:pt x="415072" y="174429"/>
                </a:lnTo>
                <a:lnTo>
                  <a:pt x="420623" y="226313"/>
                </a:lnTo>
                <a:lnTo>
                  <a:pt x="415072" y="278198"/>
                </a:lnTo>
                <a:lnTo>
                  <a:pt x="399256" y="325831"/>
                </a:lnTo>
                <a:lnTo>
                  <a:pt x="374437" y="367852"/>
                </a:lnTo>
                <a:lnTo>
                  <a:pt x="341873" y="402902"/>
                </a:lnTo>
                <a:lnTo>
                  <a:pt x="302825" y="429621"/>
                </a:lnTo>
                <a:lnTo>
                  <a:pt x="258551" y="446649"/>
                </a:lnTo>
                <a:lnTo>
                  <a:pt x="210312" y="452627"/>
                </a:lnTo>
                <a:lnTo>
                  <a:pt x="162072" y="446649"/>
                </a:lnTo>
                <a:lnTo>
                  <a:pt x="117798" y="429621"/>
                </a:lnTo>
                <a:lnTo>
                  <a:pt x="78750" y="402902"/>
                </a:lnTo>
                <a:lnTo>
                  <a:pt x="46186" y="367852"/>
                </a:lnTo>
                <a:lnTo>
                  <a:pt x="21367" y="325831"/>
                </a:lnTo>
                <a:lnTo>
                  <a:pt x="5551" y="278198"/>
                </a:lnTo>
                <a:lnTo>
                  <a:pt x="0" y="226313"/>
                </a:lnTo>
                <a:close/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5" name="object 14">
            <a:extLst>
              <a:ext uri="{FF2B5EF4-FFF2-40B4-BE49-F238E27FC236}">
                <a16:creationId xmlns:a16="http://schemas.microsoft.com/office/drawing/2014/main" xmlns="" id="{CC8879E0-55FD-4BC6-8E5B-3855649F4168}"/>
              </a:ext>
            </a:extLst>
          </p:cNvPr>
          <p:cNvSpPr/>
          <p:nvPr/>
        </p:nvSpPr>
        <p:spPr>
          <a:xfrm>
            <a:off x="5840828" y="6100646"/>
            <a:ext cx="188925" cy="246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xmlns="" id="{BD487094-57B9-482D-BB41-CE946A9D38F9}"/>
              </a:ext>
            </a:extLst>
          </p:cNvPr>
          <p:cNvSpPr/>
          <p:nvPr/>
        </p:nvSpPr>
        <p:spPr>
          <a:xfrm>
            <a:off x="191876" y="6180007"/>
            <a:ext cx="108000" cy="10703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xmlns="" id="{FE7F198F-A248-4CB2-B148-10AC76128F2B}"/>
              </a:ext>
            </a:extLst>
          </p:cNvPr>
          <p:cNvSpPr/>
          <p:nvPr/>
        </p:nvSpPr>
        <p:spPr>
          <a:xfrm>
            <a:off x="1113228" y="6180007"/>
            <a:ext cx="108000" cy="10703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xmlns="" id="{C87B66BF-FFAA-4F8E-9154-3E0F4C5ED4F0}"/>
              </a:ext>
            </a:extLst>
          </p:cNvPr>
          <p:cNvSpPr/>
          <p:nvPr/>
        </p:nvSpPr>
        <p:spPr>
          <a:xfrm>
            <a:off x="2090303" y="6180007"/>
            <a:ext cx="108000" cy="10703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xmlns="" id="{EC3A57A6-AD99-43C9-99E7-B53AE1DCAA4C}"/>
              </a:ext>
            </a:extLst>
          </p:cNvPr>
          <p:cNvSpPr/>
          <p:nvPr/>
        </p:nvSpPr>
        <p:spPr>
          <a:xfrm>
            <a:off x="3120096" y="6180007"/>
            <a:ext cx="108000" cy="10703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xmlns="" id="{01466C1C-371F-42F2-A7DB-8AD924906F04}"/>
              </a:ext>
            </a:extLst>
          </p:cNvPr>
          <p:cNvSpPr/>
          <p:nvPr/>
        </p:nvSpPr>
        <p:spPr>
          <a:xfrm>
            <a:off x="4042275" y="6180007"/>
            <a:ext cx="108000" cy="10703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xmlns="" id="{660EFE4C-EDA8-45CA-9623-C4C5F8F3C3AB}"/>
              </a:ext>
            </a:extLst>
          </p:cNvPr>
          <p:cNvSpPr/>
          <p:nvPr/>
        </p:nvSpPr>
        <p:spPr>
          <a:xfrm>
            <a:off x="4994668" y="6180007"/>
            <a:ext cx="108000" cy="10703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2" name="object 82">
            <a:extLst>
              <a:ext uri="{FF2B5EF4-FFF2-40B4-BE49-F238E27FC236}">
                <a16:creationId xmlns:a16="http://schemas.microsoft.com/office/drawing/2014/main" xmlns="" id="{A2BE1707-7709-4382-90D1-042583EA963A}"/>
              </a:ext>
            </a:extLst>
          </p:cNvPr>
          <p:cNvSpPr txBox="1"/>
          <p:nvPr/>
        </p:nvSpPr>
        <p:spPr>
          <a:xfrm>
            <a:off x="2176726" y="5782126"/>
            <a:ext cx="4793577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rebuchet MS"/>
              </a:rPr>
              <a:t>Passing through </a:t>
            </a:r>
            <a:r>
              <a:rPr kumimoji="0" lang="en-US" sz="1000" b="1" i="1" u="none" strike="noStrike" kern="1200" cap="none" spc="-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Trebuchet MS"/>
              </a:rPr>
              <a:t>South Bengaluru </a:t>
            </a:r>
            <a:r>
              <a:rPr kumimoji="0" lang="en-US" sz="1000" b="0" i="1" u="none" strike="noStrike" kern="1200" cap="none" spc="-45" normalizeH="0" baseline="0" noProof="0" dirty="0">
                <a:ln>
                  <a:noFill/>
                </a:ln>
                <a:solidFill>
                  <a:srgbClr val="25273A"/>
                </a:solidFill>
                <a:effectLst/>
                <a:uLnTx/>
                <a:uFillTx/>
                <a:latin typeface="Calibri" panose="020F0502020204030204"/>
                <a:ea typeface="+mn-ea"/>
                <a:cs typeface="Trebuchet MS"/>
              </a:rPr>
              <a:t>(June 2026)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25273A"/>
              </a:solidFill>
              <a:effectLst/>
              <a:uLnTx/>
              <a:uFillTx/>
              <a:latin typeface="Calibri" panose="020F0502020204030204"/>
              <a:ea typeface="+mn-ea"/>
              <a:cs typeface="Trebuchet MS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6862549" y="538504"/>
            <a:ext cx="5142726" cy="5040200"/>
            <a:chOff x="6862549" y="538504"/>
            <a:chExt cx="5142726" cy="5040200"/>
          </a:xfrm>
        </p:grpSpPr>
        <p:sp>
          <p:nvSpPr>
            <p:cNvPr id="7" name="Freeform: Shape 367">
              <a:extLst>
                <a:ext uri="{FF2B5EF4-FFF2-40B4-BE49-F238E27FC236}">
                  <a16:creationId xmlns:a16="http://schemas.microsoft.com/office/drawing/2014/main" xmlns="" id="{67C960A4-D6C7-46E0-AAE0-7B77E4454222}"/>
                </a:ext>
              </a:extLst>
            </p:cNvPr>
            <p:cNvSpPr/>
            <p:nvPr/>
          </p:nvSpPr>
          <p:spPr>
            <a:xfrm>
              <a:off x="9497568" y="1651557"/>
              <a:ext cx="2136178" cy="2491231"/>
            </a:xfrm>
            <a:custGeom>
              <a:avLst/>
              <a:gdLst>
                <a:gd name="connsiteX0" fmla="*/ 514350 w 2546350"/>
                <a:gd name="connsiteY0" fmla="*/ 0 h 2838450"/>
                <a:gd name="connsiteX1" fmla="*/ 558800 w 2546350"/>
                <a:gd name="connsiteY1" fmla="*/ 66675 h 2838450"/>
                <a:gd name="connsiteX2" fmla="*/ 625475 w 2546350"/>
                <a:gd name="connsiteY2" fmla="*/ 76200 h 2838450"/>
                <a:gd name="connsiteX3" fmla="*/ 638175 w 2546350"/>
                <a:gd name="connsiteY3" fmla="*/ 69850 h 2838450"/>
                <a:gd name="connsiteX4" fmla="*/ 660400 w 2546350"/>
                <a:gd name="connsiteY4" fmla="*/ 142875 h 2838450"/>
                <a:gd name="connsiteX5" fmla="*/ 708025 w 2546350"/>
                <a:gd name="connsiteY5" fmla="*/ 238125 h 2838450"/>
                <a:gd name="connsiteX6" fmla="*/ 708025 w 2546350"/>
                <a:gd name="connsiteY6" fmla="*/ 269875 h 2838450"/>
                <a:gd name="connsiteX7" fmla="*/ 850900 w 2546350"/>
                <a:gd name="connsiteY7" fmla="*/ 304800 h 2838450"/>
                <a:gd name="connsiteX8" fmla="*/ 895350 w 2546350"/>
                <a:gd name="connsiteY8" fmla="*/ 301625 h 2838450"/>
                <a:gd name="connsiteX9" fmla="*/ 958850 w 2546350"/>
                <a:gd name="connsiteY9" fmla="*/ 323850 h 2838450"/>
                <a:gd name="connsiteX10" fmla="*/ 1000125 w 2546350"/>
                <a:gd name="connsiteY10" fmla="*/ 349250 h 2838450"/>
                <a:gd name="connsiteX11" fmla="*/ 1003300 w 2546350"/>
                <a:gd name="connsiteY11" fmla="*/ 476250 h 2838450"/>
                <a:gd name="connsiteX12" fmla="*/ 1076325 w 2546350"/>
                <a:gd name="connsiteY12" fmla="*/ 536575 h 2838450"/>
                <a:gd name="connsiteX13" fmla="*/ 1092200 w 2546350"/>
                <a:gd name="connsiteY13" fmla="*/ 625475 h 2838450"/>
                <a:gd name="connsiteX14" fmla="*/ 1066800 w 2546350"/>
                <a:gd name="connsiteY14" fmla="*/ 768350 h 2838450"/>
                <a:gd name="connsiteX15" fmla="*/ 1177925 w 2546350"/>
                <a:gd name="connsiteY15" fmla="*/ 777875 h 2838450"/>
                <a:gd name="connsiteX16" fmla="*/ 1219200 w 2546350"/>
                <a:gd name="connsiteY16" fmla="*/ 869950 h 2838450"/>
                <a:gd name="connsiteX17" fmla="*/ 1289050 w 2546350"/>
                <a:gd name="connsiteY17" fmla="*/ 873125 h 2838450"/>
                <a:gd name="connsiteX18" fmla="*/ 1330325 w 2546350"/>
                <a:gd name="connsiteY18" fmla="*/ 854075 h 2838450"/>
                <a:gd name="connsiteX19" fmla="*/ 1343025 w 2546350"/>
                <a:gd name="connsiteY19" fmla="*/ 898525 h 2838450"/>
                <a:gd name="connsiteX20" fmla="*/ 1416050 w 2546350"/>
                <a:gd name="connsiteY20" fmla="*/ 873125 h 2838450"/>
                <a:gd name="connsiteX21" fmla="*/ 1450975 w 2546350"/>
                <a:gd name="connsiteY21" fmla="*/ 895350 h 2838450"/>
                <a:gd name="connsiteX22" fmla="*/ 1533525 w 2546350"/>
                <a:gd name="connsiteY22" fmla="*/ 790575 h 2838450"/>
                <a:gd name="connsiteX23" fmla="*/ 1597025 w 2546350"/>
                <a:gd name="connsiteY23" fmla="*/ 758825 h 2838450"/>
                <a:gd name="connsiteX24" fmla="*/ 1660525 w 2546350"/>
                <a:gd name="connsiteY24" fmla="*/ 768350 h 2838450"/>
                <a:gd name="connsiteX25" fmla="*/ 1670050 w 2546350"/>
                <a:gd name="connsiteY25" fmla="*/ 866775 h 2838450"/>
                <a:gd name="connsiteX26" fmla="*/ 1739900 w 2546350"/>
                <a:gd name="connsiteY26" fmla="*/ 977900 h 2838450"/>
                <a:gd name="connsiteX27" fmla="*/ 1717675 w 2546350"/>
                <a:gd name="connsiteY27" fmla="*/ 1060450 h 2838450"/>
                <a:gd name="connsiteX28" fmla="*/ 1727200 w 2546350"/>
                <a:gd name="connsiteY28" fmla="*/ 1098550 h 2838450"/>
                <a:gd name="connsiteX29" fmla="*/ 1838325 w 2546350"/>
                <a:gd name="connsiteY29" fmla="*/ 1098550 h 2838450"/>
                <a:gd name="connsiteX30" fmla="*/ 1841500 w 2546350"/>
                <a:gd name="connsiteY30" fmla="*/ 1136650 h 2838450"/>
                <a:gd name="connsiteX31" fmla="*/ 1905000 w 2546350"/>
                <a:gd name="connsiteY31" fmla="*/ 1146175 h 2838450"/>
                <a:gd name="connsiteX32" fmla="*/ 1905000 w 2546350"/>
                <a:gd name="connsiteY32" fmla="*/ 1146175 h 2838450"/>
                <a:gd name="connsiteX33" fmla="*/ 1993900 w 2546350"/>
                <a:gd name="connsiteY33" fmla="*/ 1155700 h 2838450"/>
                <a:gd name="connsiteX34" fmla="*/ 2000250 w 2546350"/>
                <a:gd name="connsiteY34" fmla="*/ 1082675 h 2838450"/>
                <a:gd name="connsiteX35" fmla="*/ 2022475 w 2546350"/>
                <a:gd name="connsiteY35" fmla="*/ 1066800 h 2838450"/>
                <a:gd name="connsiteX36" fmla="*/ 2095500 w 2546350"/>
                <a:gd name="connsiteY36" fmla="*/ 1098550 h 2838450"/>
                <a:gd name="connsiteX37" fmla="*/ 2098675 w 2546350"/>
                <a:gd name="connsiteY37" fmla="*/ 1130300 h 2838450"/>
                <a:gd name="connsiteX38" fmla="*/ 2127250 w 2546350"/>
                <a:gd name="connsiteY38" fmla="*/ 1098550 h 2838450"/>
                <a:gd name="connsiteX39" fmla="*/ 2168525 w 2546350"/>
                <a:gd name="connsiteY39" fmla="*/ 1146175 h 2838450"/>
                <a:gd name="connsiteX40" fmla="*/ 2184400 w 2546350"/>
                <a:gd name="connsiteY40" fmla="*/ 1174750 h 2838450"/>
                <a:gd name="connsiteX41" fmla="*/ 2219325 w 2546350"/>
                <a:gd name="connsiteY41" fmla="*/ 1181100 h 2838450"/>
                <a:gd name="connsiteX42" fmla="*/ 2292350 w 2546350"/>
                <a:gd name="connsiteY42" fmla="*/ 1203325 h 2838450"/>
                <a:gd name="connsiteX43" fmla="*/ 2336800 w 2546350"/>
                <a:gd name="connsiteY43" fmla="*/ 1181100 h 2838450"/>
                <a:gd name="connsiteX44" fmla="*/ 2339975 w 2546350"/>
                <a:gd name="connsiteY44" fmla="*/ 1041400 h 2838450"/>
                <a:gd name="connsiteX45" fmla="*/ 2365375 w 2546350"/>
                <a:gd name="connsiteY45" fmla="*/ 1019175 h 2838450"/>
                <a:gd name="connsiteX46" fmla="*/ 2397125 w 2546350"/>
                <a:gd name="connsiteY46" fmla="*/ 1047750 h 2838450"/>
                <a:gd name="connsiteX47" fmla="*/ 2381250 w 2546350"/>
                <a:gd name="connsiteY47" fmla="*/ 1146175 h 2838450"/>
                <a:gd name="connsiteX48" fmla="*/ 2413000 w 2546350"/>
                <a:gd name="connsiteY48" fmla="*/ 1162050 h 2838450"/>
                <a:gd name="connsiteX49" fmla="*/ 2413000 w 2546350"/>
                <a:gd name="connsiteY49" fmla="*/ 1193800 h 2838450"/>
                <a:gd name="connsiteX50" fmla="*/ 2374900 w 2546350"/>
                <a:gd name="connsiteY50" fmla="*/ 1206500 h 2838450"/>
                <a:gd name="connsiteX51" fmla="*/ 2400300 w 2546350"/>
                <a:gd name="connsiteY51" fmla="*/ 1270000 h 2838450"/>
                <a:gd name="connsiteX52" fmla="*/ 2393950 w 2546350"/>
                <a:gd name="connsiteY52" fmla="*/ 1311275 h 2838450"/>
                <a:gd name="connsiteX53" fmla="*/ 2393950 w 2546350"/>
                <a:gd name="connsiteY53" fmla="*/ 1365250 h 2838450"/>
                <a:gd name="connsiteX54" fmla="*/ 2419350 w 2546350"/>
                <a:gd name="connsiteY54" fmla="*/ 1371600 h 2838450"/>
                <a:gd name="connsiteX55" fmla="*/ 2406650 w 2546350"/>
                <a:gd name="connsiteY55" fmla="*/ 1428750 h 2838450"/>
                <a:gd name="connsiteX56" fmla="*/ 2413000 w 2546350"/>
                <a:gd name="connsiteY56" fmla="*/ 1463675 h 2838450"/>
                <a:gd name="connsiteX57" fmla="*/ 2432050 w 2546350"/>
                <a:gd name="connsiteY57" fmla="*/ 1463675 h 2838450"/>
                <a:gd name="connsiteX58" fmla="*/ 2403475 w 2546350"/>
                <a:gd name="connsiteY58" fmla="*/ 1527175 h 2838450"/>
                <a:gd name="connsiteX59" fmla="*/ 2435225 w 2546350"/>
                <a:gd name="connsiteY59" fmla="*/ 1565275 h 2838450"/>
                <a:gd name="connsiteX60" fmla="*/ 2457450 w 2546350"/>
                <a:gd name="connsiteY60" fmla="*/ 1562100 h 2838450"/>
                <a:gd name="connsiteX61" fmla="*/ 2460625 w 2546350"/>
                <a:gd name="connsiteY61" fmla="*/ 1593850 h 2838450"/>
                <a:gd name="connsiteX62" fmla="*/ 2416175 w 2546350"/>
                <a:gd name="connsiteY62" fmla="*/ 1609725 h 2838450"/>
                <a:gd name="connsiteX63" fmla="*/ 2432050 w 2546350"/>
                <a:gd name="connsiteY63" fmla="*/ 1628775 h 2838450"/>
                <a:gd name="connsiteX64" fmla="*/ 2470150 w 2546350"/>
                <a:gd name="connsiteY64" fmla="*/ 1647825 h 2838450"/>
                <a:gd name="connsiteX65" fmla="*/ 2466975 w 2546350"/>
                <a:gd name="connsiteY65" fmla="*/ 1676400 h 2838450"/>
                <a:gd name="connsiteX66" fmla="*/ 2495550 w 2546350"/>
                <a:gd name="connsiteY66" fmla="*/ 1692275 h 2838450"/>
                <a:gd name="connsiteX67" fmla="*/ 2527300 w 2546350"/>
                <a:gd name="connsiteY67" fmla="*/ 1666875 h 2838450"/>
                <a:gd name="connsiteX68" fmla="*/ 2533650 w 2546350"/>
                <a:gd name="connsiteY68" fmla="*/ 1695450 h 2838450"/>
                <a:gd name="connsiteX69" fmla="*/ 2546350 w 2546350"/>
                <a:gd name="connsiteY69" fmla="*/ 1733550 h 2838450"/>
                <a:gd name="connsiteX70" fmla="*/ 2495550 w 2546350"/>
                <a:gd name="connsiteY70" fmla="*/ 1730375 h 2838450"/>
                <a:gd name="connsiteX71" fmla="*/ 2466975 w 2546350"/>
                <a:gd name="connsiteY71" fmla="*/ 1733550 h 2838450"/>
                <a:gd name="connsiteX72" fmla="*/ 2432050 w 2546350"/>
                <a:gd name="connsiteY72" fmla="*/ 1714500 h 2838450"/>
                <a:gd name="connsiteX73" fmla="*/ 2365375 w 2546350"/>
                <a:gd name="connsiteY73" fmla="*/ 1746250 h 2838450"/>
                <a:gd name="connsiteX74" fmla="*/ 2330450 w 2546350"/>
                <a:gd name="connsiteY74" fmla="*/ 1771650 h 2838450"/>
                <a:gd name="connsiteX75" fmla="*/ 2327275 w 2546350"/>
                <a:gd name="connsiteY75" fmla="*/ 1812925 h 2838450"/>
                <a:gd name="connsiteX76" fmla="*/ 2308225 w 2546350"/>
                <a:gd name="connsiteY76" fmla="*/ 1835150 h 2838450"/>
                <a:gd name="connsiteX77" fmla="*/ 2254250 w 2546350"/>
                <a:gd name="connsiteY77" fmla="*/ 1838325 h 2838450"/>
                <a:gd name="connsiteX78" fmla="*/ 2251075 w 2546350"/>
                <a:gd name="connsiteY78" fmla="*/ 1939925 h 2838450"/>
                <a:gd name="connsiteX79" fmla="*/ 2273300 w 2546350"/>
                <a:gd name="connsiteY79" fmla="*/ 2054225 h 2838450"/>
                <a:gd name="connsiteX80" fmla="*/ 2270125 w 2546350"/>
                <a:gd name="connsiteY80" fmla="*/ 2155825 h 2838450"/>
                <a:gd name="connsiteX81" fmla="*/ 2282825 w 2546350"/>
                <a:gd name="connsiteY81" fmla="*/ 2212975 h 2838450"/>
                <a:gd name="connsiteX82" fmla="*/ 2266950 w 2546350"/>
                <a:gd name="connsiteY82" fmla="*/ 2263775 h 2838450"/>
                <a:gd name="connsiteX83" fmla="*/ 2260600 w 2546350"/>
                <a:gd name="connsiteY83" fmla="*/ 2301875 h 2838450"/>
                <a:gd name="connsiteX84" fmla="*/ 2139950 w 2546350"/>
                <a:gd name="connsiteY84" fmla="*/ 2333625 h 2838450"/>
                <a:gd name="connsiteX85" fmla="*/ 2082800 w 2546350"/>
                <a:gd name="connsiteY85" fmla="*/ 2333625 h 2838450"/>
                <a:gd name="connsiteX86" fmla="*/ 2063750 w 2546350"/>
                <a:gd name="connsiteY86" fmla="*/ 2393950 h 2838450"/>
                <a:gd name="connsiteX87" fmla="*/ 1987550 w 2546350"/>
                <a:gd name="connsiteY87" fmla="*/ 2409825 h 2838450"/>
                <a:gd name="connsiteX88" fmla="*/ 1974850 w 2546350"/>
                <a:gd name="connsiteY88" fmla="*/ 2508250 h 2838450"/>
                <a:gd name="connsiteX89" fmla="*/ 1905000 w 2546350"/>
                <a:gd name="connsiteY89" fmla="*/ 2508250 h 2838450"/>
                <a:gd name="connsiteX90" fmla="*/ 1847850 w 2546350"/>
                <a:gd name="connsiteY90" fmla="*/ 2517775 h 2838450"/>
                <a:gd name="connsiteX91" fmla="*/ 1724025 w 2546350"/>
                <a:gd name="connsiteY91" fmla="*/ 2501900 h 2838450"/>
                <a:gd name="connsiteX92" fmla="*/ 1704975 w 2546350"/>
                <a:gd name="connsiteY92" fmla="*/ 2616200 h 2838450"/>
                <a:gd name="connsiteX93" fmla="*/ 1641475 w 2546350"/>
                <a:gd name="connsiteY93" fmla="*/ 2603500 h 2838450"/>
                <a:gd name="connsiteX94" fmla="*/ 1593850 w 2546350"/>
                <a:gd name="connsiteY94" fmla="*/ 2587625 h 2838450"/>
                <a:gd name="connsiteX95" fmla="*/ 1552575 w 2546350"/>
                <a:gd name="connsiteY95" fmla="*/ 2606675 h 2838450"/>
                <a:gd name="connsiteX96" fmla="*/ 1454150 w 2546350"/>
                <a:gd name="connsiteY96" fmla="*/ 2606675 h 2838450"/>
                <a:gd name="connsiteX97" fmla="*/ 1419225 w 2546350"/>
                <a:gd name="connsiteY97" fmla="*/ 2689225 h 2838450"/>
                <a:gd name="connsiteX98" fmla="*/ 1339850 w 2546350"/>
                <a:gd name="connsiteY98" fmla="*/ 2660650 h 2838450"/>
                <a:gd name="connsiteX99" fmla="*/ 1222375 w 2546350"/>
                <a:gd name="connsiteY99" fmla="*/ 2663825 h 2838450"/>
                <a:gd name="connsiteX100" fmla="*/ 1149350 w 2546350"/>
                <a:gd name="connsiteY100" fmla="*/ 2628900 h 2838450"/>
                <a:gd name="connsiteX101" fmla="*/ 1127125 w 2546350"/>
                <a:gd name="connsiteY101" fmla="*/ 2628900 h 2838450"/>
                <a:gd name="connsiteX102" fmla="*/ 1127125 w 2546350"/>
                <a:gd name="connsiteY102" fmla="*/ 2654300 h 2838450"/>
                <a:gd name="connsiteX103" fmla="*/ 1146175 w 2546350"/>
                <a:gd name="connsiteY103" fmla="*/ 2698750 h 2838450"/>
                <a:gd name="connsiteX104" fmla="*/ 1085850 w 2546350"/>
                <a:gd name="connsiteY104" fmla="*/ 2705100 h 2838450"/>
                <a:gd name="connsiteX105" fmla="*/ 1006475 w 2546350"/>
                <a:gd name="connsiteY105" fmla="*/ 2806700 h 2838450"/>
                <a:gd name="connsiteX106" fmla="*/ 958850 w 2546350"/>
                <a:gd name="connsiteY106" fmla="*/ 2806700 h 2838450"/>
                <a:gd name="connsiteX107" fmla="*/ 946150 w 2546350"/>
                <a:gd name="connsiteY107" fmla="*/ 2838450 h 2838450"/>
                <a:gd name="connsiteX108" fmla="*/ 758825 w 2546350"/>
                <a:gd name="connsiteY108" fmla="*/ 2797175 h 2838450"/>
                <a:gd name="connsiteX109" fmla="*/ 698500 w 2546350"/>
                <a:gd name="connsiteY109" fmla="*/ 2806700 h 2838450"/>
                <a:gd name="connsiteX110" fmla="*/ 657225 w 2546350"/>
                <a:gd name="connsiteY110" fmla="*/ 2797175 h 2838450"/>
                <a:gd name="connsiteX111" fmla="*/ 704850 w 2546350"/>
                <a:gd name="connsiteY111" fmla="*/ 2743200 h 2838450"/>
                <a:gd name="connsiteX112" fmla="*/ 704850 w 2546350"/>
                <a:gd name="connsiteY112" fmla="*/ 2705100 h 2838450"/>
                <a:gd name="connsiteX113" fmla="*/ 660400 w 2546350"/>
                <a:gd name="connsiteY113" fmla="*/ 2705100 h 2838450"/>
                <a:gd name="connsiteX114" fmla="*/ 708025 w 2546350"/>
                <a:gd name="connsiteY114" fmla="*/ 2552700 h 2838450"/>
                <a:gd name="connsiteX115" fmla="*/ 752475 w 2546350"/>
                <a:gd name="connsiteY115" fmla="*/ 2552700 h 2838450"/>
                <a:gd name="connsiteX116" fmla="*/ 809625 w 2546350"/>
                <a:gd name="connsiteY116" fmla="*/ 2409825 h 2838450"/>
                <a:gd name="connsiteX117" fmla="*/ 866775 w 2546350"/>
                <a:gd name="connsiteY117" fmla="*/ 2409825 h 2838450"/>
                <a:gd name="connsiteX118" fmla="*/ 885825 w 2546350"/>
                <a:gd name="connsiteY118" fmla="*/ 2317750 h 2838450"/>
                <a:gd name="connsiteX119" fmla="*/ 850900 w 2546350"/>
                <a:gd name="connsiteY119" fmla="*/ 2257425 h 2838450"/>
                <a:gd name="connsiteX120" fmla="*/ 815975 w 2546350"/>
                <a:gd name="connsiteY120" fmla="*/ 2311400 h 2838450"/>
                <a:gd name="connsiteX121" fmla="*/ 749300 w 2546350"/>
                <a:gd name="connsiteY121" fmla="*/ 2286000 h 2838450"/>
                <a:gd name="connsiteX122" fmla="*/ 720725 w 2546350"/>
                <a:gd name="connsiteY122" fmla="*/ 2289175 h 2838450"/>
                <a:gd name="connsiteX123" fmla="*/ 685800 w 2546350"/>
                <a:gd name="connsiteY123" fmla="*/ 2219325 h 2838450"/>
                <a:gd name="connsiteX124" fmla="*/ 746125 w 2546350"/>
                <a:gd name="connsiteY124" fmla="*/ 2171700 h 2838450"/>
                <a:gd name="connsiteX125" fmla="*/ 447675 w 2546350"/>
                <a:gd name="connsiteY125" fmla="*/ 1978025 h 2838450"/>
                <a:gd name="connsiteX126" fmla="*/ 479425 w 2546350"/>
                <a:gd name="connsiteY126" fmla="*/ 1917700 h 2838450"/>
                <a:gd name="connsiteX127" fmla="*/ 517525 w 2546350"/>
                <a:gd name="connsiteY127" fmla="*/ 1917700 h 2838450"/>
                <a:gd name="connsiteX128" fmla="*/ 473075 w 2546350"/>
                <a:gd name="connsiteY128" fmla="*/ 1835150 h 2838450"/>
                <a:gd name="connsiteX129" fmla="*/ 469900 w 2546350"/>
                <a:gd name="connsiteY129" fmla="*/ 1609725 h 2838450"/>
                <a:gd name="connsiteX130" fmla="*/ 377825 w 2546350"/>
                <a:gd name="connsiteY130" fmla="*/ 1609725 h 2838450"/>
                <a:gd name="connsiteX131" fmla="*/ 342900 w 2546350"/>
                <a:gd name="connsiteY131" fmla="*/ 1641475 h 2838450"/>
                <a:gd name="connsiteX132" fmla="*/ 285750 w 2546350"/>
                <a:gd name="connsiteY132" fmla="*/ 1597025 h 2838450"/>
                <a:gd name="connsiteX133" fmla="*/ 152400 w 2546350"/>
                <a:gd name="connsiteY133" fmla="*/ 1673225 h 2838450"/>
                <a:gd name="connsiteX134" fmla="*/ 73025 w 2546350"/>
                <a:gd name="connsiteY134" fmla="*/ 1651000 h 2838450"/>
                <a:gd name="connsiteX135" fmla="*/ 95250 w 2546350"/>
                <a:gd name="connsiteY135" fmla="*/ 1568450 h 2838450"/>
                <a:gd name="connsiteX136" fmla="*/ 98425 w 2546350"/>
                <a:gd name="connsiteY136" fmla="*/ 1524000 h 2838450"/>
                <a:gd name="connsiteX137" fmla="*/ 53975 w 2546350"/>
                <a:gd name="connsiteY137" fmla="*/ 1508125 h 2838450"/>
                <a:gd name="connsiteX138" fmla="*/ 114300 w 2546350"/>
                <a:gd name="connsiteY138" fmla="*/ 1431925 h 2838450"/>
                <a:gd name="connsiteX139" fmla="*/ 152400 w 2546350"/>
                <a:gd name="connsiteY139" fmla="*/ 1435100 h 2838450"/>
                <a:gd name="connsiteX140" fmla="*/ 168275 w 2546350"/>
                <a:gd name="connsiteY140" fmla="*/ 1422400 h 2838450"/>
                <a:gd name="connsiteX141" fmla="*/ 117475 w 2546350"/>
                <a:gd name="connsiteY141" fmla="*/ 1314450 h 2838450"/>
                <a:gd name="connsiteX142" fmla="*/ 171450 w 2546350"/>
                <a:gd name="connsiteY142" fmla="*/ 1254125 h 2838450"/>
                <a:gd name="connsiteX143" fmla="*/ 146050 w 2546350"/>
                <a:gd name="connsiteY143" fmla="*/ 1216025 h 2838450"/>
                <a:gd name="connsiteX144" fmla="*/ 193675 w 2546350"/>
                <a:gd name="connsiteY144" fmla="*/ 1136650 h 2838450"/>
                <a:gd name="connsiteX145" fmla="*/ 161925 w 2546350"/>
                <a:gd name="connsiteY145" fmla="*/ 1127125 h 2838450"/>
                <a:gd name="connsiteX146" fmla="*/ 95250 w 2546350"/>
                <a:gd name="connsiteY146" fmla="*/ 1114425 h 2838450"/>
                <a:gd name="connsiteX147" fmla="*/ 146050 w 2546350"/>
                <a:gd name="connsiteY147" fmla="*/ 965200 h 2838450"/>
                <a:gd name="connsiteX148" fmla="*/ 60325 w 2546350"/>
                <a:gd name="connsiteY148" fmla="*/ 968375 h 2838450"/>
                <a:gd name="connsiteX149" fmla="*/ 60325 w 2546350"/>
                <a:gd name="connsiteY149" fmla="*/ 895350 h 2838450"/>
                <a:gd name="connsiteX150" fmla="*/ 95250 w 2546350"/>
                <a:gd name="connsiteY150" fmla="*/ 854075 h 2838450"/>
                <a:gd name="connsiteX151" fmla="*/ 0 w 2546350"/>
                <a:gd name="connsiteY151" fmla="*/ 704850 h 2838450"/>
                <a:gd name="connsiteX152" fmla="*/ 44450 w 2546350"/>
                <a:gd name="connsiteY152" fmla="*/ 644525 h 2838450"/>
                <a:gd name="connsiteX153" fmla="*/ 146050 w 2546350"/>
                <a:gd name="connsiteY153" fmla="*/ 663575 h 2838450"/>
                <a:gd name="connsiteX154" fmla="*/ 196850 w 2546350"/>
                <a:gd name="connsiteY154" fmla="*/ 704850 h 2838450"/>
                <a:gd name="connsiteX155" fmla="*/ 266700 w 2546350"/>
                <a:gd name="connsiteY155" fmla="*/ 596900 h 2838450"/>
                <a:gd name="connsiteX156" fmla="*/ 301625 w 2546350"/>
                <a:gd name="connsiteY156" fmla="*/ 657225 h 2838450"/>
                <a:gd name="connsiteX157" fmla="*/ 396875 w 2546350"/>
                <a:gd name="connsiteY157" fmla="*/ 647700 h 2838450"/>
                <a:gd name="connsiteX158" fmla="*/ 425450 w 2546350"/>
                <a:gd name="connsiteY158" fmla="*/ 193675 h 2838450"/>
                <a:gd name="connsiteX159" fmla="*/ 422275 w 2546350"/>
                <a:gd name="connsiteY159" fmla="*/ 139700 h 2838450"/>
                <a:gd name="connsiteX160" fmla="*/ 514350 w 2546350"/>
                <a:gd name="connsiteY160" fmla="*/ 0 h 2838450"/>
                <a:gd name="connsiteX0" fmla="*/ 523875 w 2546350"/>
                <a:gd name="connsiteY0" fmla="*/ 0 h 2828925"/>
                <a:gd name="connsiteX1" fmla="*/ 558800 w 2546350"/>
                <a:gd name="connsiteY1" fmla="*/ 57150 h 2828925"/>
                <a:gd name="connsiteX2" fmla="*/ 625475 w 2546350"/>
                <a:gd name="connsiteY2" fmla="*/ 66675 h 2828925"/>
                <a:gd name="connsiteX3" fmla="*/ 638175 w 2546350"/>
                <a:gd name="connsiteY3" fmla="*/ 60325 h 2828925"/>
                <a:gd name="connsiteX4" fmla="*/ 660400 w 2546350"/>
                <a:gd name="connsiteY4" fmla="*/ 133350 h 2828925"/>
                <a:gd name="connsiteX5" fmla="*/ 708025 w 2546350"/>
                <a:gd name="connsiteY5" fmla="*/ 228600 h 2828925"/>
                <a:gd name="connsiteX6" fmla="*/ 708025 w 2546350"/>
                <a:gd name="connsiteY6" fmla="*/ 260350 h 2828925"/>
                <a:gd name="connsiteX7" fmla="*/ 850900 w 2546350"/>
                <a:gd name="connsiteY7" fmla="*/ 295275 h 2828925"/>
                <a:gd name="connsiteX8" fmla="*/ 895350 w 2546350"/>
                <a:gd name="connsiteY8" fmla="*/ 292100 h 2828925"/>
                <a:gd name="connsiteX9" fmla="*/ 958850 w 2546350"/>
                <a:gd name="connsiteY9" fmla="*/ 314325 h 2828925"/>
                <a:gd name="connsiteX10" fmla="*/ 1000125 w 2546350"/>
                <a:gd name="connsiteY10" fmla="*/ 339725 h 2828925"/>
                <a:gd name="connsiteX11" fmla="*/ 1003300 w 2546350"/>
                <a:gd name="connsiteY11" fmla="*/ 466725 h 2828925"/>
                <a:gd name="connsiteX12" fmla="*/ 1076325 w 2546350"/>
                <a:gd name="connsiteY12" fmla="*/ 527050 h 2828925"/>
                <a:gd name="connsiteX13" fmla="*/ 1092200 w 2546350"/>
                <a:gd name="connsiteY13" fmla="*/ 615950 h 2828925"/>
                <a:gd name="connsiteX14" fmla="*/ 1066800 w 2546350"/>
                <a:gd name="connsiteY14" fmla="*/ 758825 h 2828925"/>
                <a:gd name="connsiteX15" fmla="*/ 1177925 w 2546350"/>
                <a:gd name="connsiteY15" fmla="*/ 768350 h 2828925"/>
                <a:gd name="connsiteX16" fmla="*/ 1219200 w 2546350"/>
                <a:gd name="connsiteY16" fmla="*/ 860425 h 2828925"/>
                <a:gd name="connsiteX17" fmla="*/ 1289050 w 2546350"/>
                <a:gd name="connsiteY17" fmla="*/ 863600 h 2828925"/>
                <a:gd name="connsiteX18" fmla="*/ 1330325 w 2546350"/>
                <a:gd name="connsiteY18" fmla="*/ 844550 h 2828925"/>
                <a:gd name="connsiteX19" fmla="*/ 1343025 w 2546350"/>
                <a:gd name="connsiteY19" fmla="*/ 889000 h 2828925"/>
                <a:gd name="connsiteX20" fmla="*/ 1416050 w 2546350"/>
                <a:gd name="connsiteY20" fmla="*/ 863600 h 2828925"/>
                <a:gd name="connsiteX21" fmla="*/ 1450975 w 2546350"/>
                <a:gd name="connsiteY21" fmla="*/ 885825 h 2828925"/>
                <a:gd name="connsiteX22" fmla="*/ 1533525 w 2546350"/>
                <a:gd name="connsiteY22" fmla="*/ 781050 h 2828925"/>
                <a:gd name="connsiteX23" fmla="*/ 1597025 w 2546350"/>
                <a:gd name="connsiteY23" fmla="*/ 749300 h 2828925"/>
                <a:gd name="connsiteX24" fmla="*/ 1660525 w 2546350"/>
                <a:gd name="connsiteY24" fmla="*/ 758825 h 2828925"/>
                <a:gd name="connsiteX25" fmla="*/ 1670050 w 2546350"/>
                <a:gd name="connsiteY25" fmla="*/ 857250 h 2828925"/>
                <a:gd name="connsiteX26" fmla="*/ 1739900 w 2546350"/>
                <a:gd name="connsiteY26" fmla="*/ 968375 h 2828925"/>
                <a:gd name="connsiteX27" fmla="*/ 1717675 w 2546350"/>
                <a:gd name="connsiteY27" fmla="*/ 1050925 h 2828925"/>
                <a:gd name="connsiteX28" fmla="*/ 1727200 w 2546350"/>
                <a:gd name="connsiteY28" fmla="*/ 1089025 h 2828925"/>
                <a:gd name="connsiteX29" fmla="*/ 1838325 w 2546350"/>
                <a:gd name="connsiteY29" fmla="*/ 1089025 h 2828925"/>
                <a:gd name="connsiteX30" fmla="*/ 1841500 w 2546350"/>
                <a:gd name="connsiteY30" fmla="*/ 1127125 h 2828925"/>
                <a:gd name="connsiteX31" fmla="*/ 1905000 w 2546350"/>
                <a:gd name="connsiteY31" fmla="*/ 1136650 h 2828925"/>
                <a:gd name="connsiteX32" fmla="*/ 1905000 w 2546350"/>
                <a:gd name="connsiteY32" fmla="*/ 1136650 h 2828925"/>
                <a:gd name="connsiteX33" fmla="*/ 1993900 w 2546350"/>
                <a:gd name="connsiteY33" fmla="*/ 1146175 h 2828925"/>
                <a:gd name="connsiteX34" fmla="*/ 2000250 w 2546350"/>
                <a:gd name="connsiteY34" fmla="*/ 1073150 h 2828925"/>
                <a:gd name="connsiteX35" fmla="*/ 2022475 w 2546350"/>
                <a:gd name="connsiteY35" fmla="*/ 1057275 h 2828925"/>
                <a:gd name="connsiteX36" fmla="*/ 2095500 w 2546350"/>
                <a:gd name="connsiteY36" fmla="*/ 1089025 h 2828925"/>
                <a:gd name="connsiteX37" fmla="*/ 2098675 w 2546350"/>
                <a:gd name="connsiteY37" fmla="*/ 1120775 h 2828925"/>
                <a:gd name="connsiteX38" fmla="*/ 2127250 w 2546350"/>
                <a:gd name="connsiteY38" fmla="*/ 1089025 h 2828925"/>
                <a:gd name="connsiteX39" fmla="*/ 2168525 w 2546350"/>
                <a:gd name="connsiteY39" fmla="*/ 1136650 h 2828925"/>
                <a:gd name="connsiteX40" fmla="*/ 2184400 w 2546350"/>
                <a:gd name="connsiteY40" fmla="*/ 1165225 h 2828925"/>
                <a:gd name="connsiteX41" fmla="*/ 2219325 w 2546350"/>
                <a:gd name="connsiteY41" fmla="*/ 1171575 h 2828925"/>
                <a:gd name="connsiteX42" fmla="*/ 2292350 w 2546350"/>
                <a:gd name="connsiteY42" fmla="*/ 1193800 h 2828925"/>
                <a:gd name="connsiteX43" fmla="*/ 2336800 w 2546350"/>
                <a:gd name="connsiteY43" fmla="*/ 1171575 h 2828925"/>
                <a:gd name="connsiteX44" fmla="*/ 2339975 w 2546350"/>
                <a:gd name="connsiteY44" fmla="*/ 1031875 h 2828925"/>
                <a:gd name="connsiteX45" fmla="*/ 2365375 w 2546350"/>
                <a:gd name="connsiteY45" fmla="*/ 1009650 h 2828925"/>
                <a:gd name="connsiteX46" fmla="*/ 2397125 w 2546350"/>
                <a:gd name="connsiteY46" fmla="*/ 1038225 h 2828925"/>
                <a:gd name="connsiteX47" fmla="*/ 2381250 w 2546350"/>
                <a:gd name="connsiteY47" fmla="*/ 1136650 h 2828925"/>
                <a:gd name="connsiteX48" fmla="*/ 2413000 w 2546350"/>
                <a:gd name="connsiteY48" fmla="*/ 1152525 h 2828925"/>
                <a:gd name="connsiteX49" fmla="*/ 2413000 w 2546350"/>
                <a:gd name="connsiteY49" fmla="*/ 1184275 h 2828925"/>
                <a:gd name="connsiteX50" fmla="*/ 2374900 w 2546350"/>
                <a:gd name="connsiteY50" fmla="*/ 1196975 h 2828925"/>
                <a:gd name="connsiteX51" fmla="*/ 2400300 w 2546350"/>
                <a:gd name="connsiteY51" fmla="*/ 1260475 h 2828925"/>
                <a:gd name="connsiteX52" fmla="*/ 2393950 w 2546350"/>
                <a:gd name="connsiteY52" fmla="*/ 1301750 h 2828925"/>
                <a:gd name="connsiteX53" fmla="*/ 2393950 w 2546350"/>
                <a:gd name="connsiteY53" fmla="*/ 1355725 h 2828925"/>
                <a:gd name="connsiteX54" fmla="*/ 2419350 w 2546350"/>
                <a:gd name="connsiteY54" fmla="*/ 1362075 h 2828925"/>
                <a:gd name="connsiteX55" fmla="*/ 2406650 w 2546350"/>
                <a:gd name="connsiteY55" fmla="*/ 1419225 h 2828925"/>
                <a:gd name="connsiteX56" fmla="*/ 2413000 w 2546350"/>
                <a:gd name="connsiteY56" fmla="*/ 1454150 h 2828925"/>
                <a:gd name="connsiteX57" fmla="*/ 2432050 w 2546350"/>
                <a:gd name="connsiteY57" fmla="*/ 1454150 h 2828925"/>
                <a:gd name="connsiteX58" fmla="*/ 2403475 w 2546350"/>
                <a:gd name="connsiteY58" fmla="*/ 1517650 h 2828925"/>
                <a:gd name="connsiteX59" fmla="*/ 2435225 w 2546350"/>
                <a:gd name="connsiteY59" fmla="*/ 1555750 h 2828925"/>
                <a:gd name="connsiteX60" fmla="*/ 2457450 w 2546350"/>
                <a:gd name="connsiteY60" fmla="*/ 1552575 h 2828925"/>
                <a:gd name="connsiteX61" fmla="*/ 2460625 w 2546350"/>
                <a:gd name="connsiteY61" fmla="*/ 1584325 h 2828925"/>
                <a:gd name="connsiteX62" fmla="*/ 2416175 w 2546350"/>
                <a:gd name="connsiteY62" fmla="*/ 1600200 h 2828925"/>
                <a:gd name="connsiteX63" fmla="*/ 2432050 w 2546350"/>
                <a:gd name="connsiteY63" fmla="*/ 1619250 h 2828925"/>
                <a:gd name="connsiteX64" fmla="*/ 2470150 w 2546350"/>
                <a:gd name="connsiteY64" fmla="*/ 1638300 h 2828925"/>
                <a:gd name="connsiteX65" fmla="*/ 2466975 w 2546350"/>
                <a:gd name="connsiteY65" fmla="*/ 1666875 h 2828925"/>
                <a:gd name="connsiteX66" fmla="*/ 2495550 w 2546350"/>
                <a:gd name="connsiteY66" fmla="*/ 1682750 h 2828925"/>
                <a:gd name="connsiteX67" fmla="*/ 2527300 w 2546350"/>
                <a:gd name="connsiteY67" fmla="*/ 1657350 h 2828925"/>
                <a:gd name="connsiteX68" fmla="*/ 2533650 w 2546350"/>
                <a:gd name="connsiteY68" fmla="*/ 1685925 h 2828925"/>
                <a:gd name="connsiteX69" fmla="*/ 2546350 w 2546350"/>
                <a:gd name="connsiteY69" fmla="*/ 1724025 h 2828925"/>
                <a:gd name="connsiteX70" fmla="*/ 2495550 w 2546350"/>
                <a:gd name="connsiteY70" fmla="*/ 1720850 h 2828925"/>
                <a:gd name="connsiteX71" fmla="*/ 2466975 w 2546350"/>
                <a:gd name="connsiteY71" fmla="*/ 1724025 h 2828925"/>
                <a:gd name="connsiteX72" fmla="*/ 2432050 w 2546350"/>
                <a:gd name="connsiteY72" fmla="*/ 1704975 h 2828925"/>
                <a:gd name="connsiteX73" fmla="*/ 2365375 w 2546350"/>
                <a:gd name="connsiteY73" fmla="*/ 1736725 h 2828925"/>
                <a:gd name="connsiteX74" fmla="*/ 2330450 w 2546350"/>
                <a:gd name="connsiteY74" fmla="*/ 1762125 h 2828925"/>
                <a:gd name="connsiteX75" fmla="*/ 2327275 w 2546350"/>
                <a:gd name="connsiteY75" fmla="*/ 1803400 h 2828925"/>
                <a:gd name="connsiteX76" fmla="*/ 2308225 w 2546350"/>
                <a:gd name="connsiteY76" fmla="*/ 1825625 h 2828925"/>
                <a:gd name="connsiteX77" fmla="*/ 2254250 w 2546350"/>
                <a:gd name="connsiteY77" fmla="*/ 1828800 h 2828925"/>
                <a:gd name="connsiteX78" fmla="*/ 2251075 w 2546350"/>
                <a:gd name="connsiteY78" fmla="*/ 1930400 h 2828925"/>
                <a:gd name="connsiteX79" fmla="*/ 2273300 w 2546350"/>
                <a:gd name="connsiteY79" fmla="*/ 2044700 h 2828925"/>
                <a:gd name="connsiteX80" fmla="*/ 2270125 w 2546350"/>
                <a:gd name="connsiteY80" fmla="*/ 2146300 h 2828925"/>
                <a:gd name="connsiteX81" fmla="*/ 2282825 w 2546350"/>
                <a:gd name="connsiteY81" fmla="*/ 2203450 h 2828925"/>
                <a:gd name="connsiteX82" fmla="*/ 2266950 w 2546350"/>
                <a:gd name="connsiteY82" fmla="*/ 2254250 h 2828925"/>
                <a:gd name="connsiteX83" fmla="*/ 2260600 w 2546350"/>
                <a:gd name="connsiteY83" fmla="*/ 2292350 h 2828925"/>
                <a:gd name="connsiteX84" fmla="*/ 2139950 w 2546350"/>
                <a:gd name="connsiteY84" fmla="*/ 2324100 h 2828925"/>
                <a:gd name="connsiteX85" fmla="*/ 2082800 w 2546350"/>
                <a:gd name="connsiteY85" fmla="*/ 2324100 h 2828925"/>
                <a:gd name="connsiteX86" fmla="*/ 2063750 w 2546350"/>
                <a:gd name="connsiteY86" fmla="*/ 2384425 h 2828925"/>
                <a:gd name="connsiteX87" fmla="*/ 1987550 w 2546350"/>
                <a:gd name="connsiteY87" fmla="*/ 2400300 h 2828925"/>
                <a:gd name="connsiteX88" fmla="*/ 1974850 w 2546350"/>
                <a:gd name="connsiteY88" fmla="*/ 2498725 h 2828925"/>
                <a:gd name="connsiteX89" fmla="*/ 1905000 w 2546350"/>
                <a:gd name="connsiteY89" fmla="*/ 2498725 h 2828925"/>
                <a:gd name="connsiteX90" fmla="*/ 1847850 w 2546350"/>
                <a:gd name="connsiteY90" fmla="*/ 2508250 h 2828925"/>
                <a:gd name="connsiteX91" fmla="*/ 1724025 w 2546350"/>
                <a:gd name="connsiteY91" fmla="*/ 2492375 h 2828925"/>
                <a:gd name="connsiteX92" fmla="*/ 1704975 w 2546350"/>
                <a:gd name="connsiteY92" fmla="*/ 2606675 h 2828925"/>
                <a:gd name="connsiteX93" fmla="*/ 1641475 w 2546350"/>
                <a:gd name="connsiteY93" fmla="*/ 2593975 h 2828925"/>
                <a:gd name="connsiteX94" fmla="*/ 1593850 w 2546350"/>
                <a:gd name="connsiteY94" fmla="*/ 2578100 h 2828925"/>
                <a:gd name="connsiteX95" fmla="*/ 1552575 w 2546350"/>
                <a:gd name="connsiteY95" fmla="*/ 2597150 h 2828925"/>
                <a:gd name="connsiteX96" fmla="*/ 1454150 w 2546350"/>
                <a:gd name="connsiteY96" fmla="*/ 2597150 h 2828925"/>
                <a:gd name="connsiteX97" fmla="*/ 1419225 w 2546350"/>
                <a:gd name="connsiteY97" fmla="*/ 2679700 h 2828925"/>
                <a:gd name="connsiteX98" fmla="*/ 1339850 w 2546350"/>
                <a:gd name="connsiteY98" fmla="*/ 2651125 h 2828925"/>
                <a:gd name="connsiteX99" fmla="*/ 1222375 w 2546350"/>
                <a:gd name="connsiteY99" fmla="*/ 2654300 h 2828925"/>
                <a:gd name="connsiteX100" fmla="*/ 1149350 w 2546350"/>
                <a:gd name="connsiteY100" fmla="*/ 2619375 h 2828925"/>
                <a:gd name="connsiteX101" fmla="*/ 1127125 w 2546350"/>
                <a:gd name="connsiteY101" fmla="*/ 2619375 h 2828925"/>
                <a:gd name="connsiteX102" fmla="*/ 1127125 w 2546350"/>
                <a:gd name="connsiteY102" fmla="*/ 2644775 h 2828925"/>
                <a:gd name="connsiteX103" fmla="*/ 1146175 w 2546350"/>
                <a:gd name="connsiteY103" fmla="*/ 2689225 h 2828925"/>
                <a:gd name="connsiteX104" fmla="*/ 1085850 w 2546350"/>
                <a:gd name="connsiteY104" fmla="*/ 2695575 h 2828925"/>
                <a:gd name="connsiteX105" fmla="*/ 1006475 w 2546350"/>
                <a:gd name="connsiteY105" fmla="*/ 2797175 h 2828925"/>
                <a:gd name="connsiteX106" fmla="*/ 958850 w 2546350"/>
                <a:gd name="connsiteY106" fmla="*/ 2797175 h 2828925"/>
                <a:gd name="connsiteX107" fmla="*/ 946150 w 2546350"/>
                <a:gd name="connsiteY107" fmla="*/ 2828925 h 2828925"/>
                <a:gd name="connsiteX108" fmla="*/ 758825 w 2546350"/>
                <a:gd name="connsiteY108" fmla="*/ 2787650 h 2828925"/>
                <a:gd name="connsiteX109" fmla="*/ 698500 w 2546350"/>
                <a:gd name="connsiteY109" fmla="*/ 2797175 h 2828925"/>
                <a:gd name="connsiteX110" fmla="*/ 657225 w 2546350"/>
                <a:gd name="connsiteY110" fmla="*/ 2787650 h 2828925"/>
                <a:gd name="connsiteX111" fmla="*/ 704850 w 2546350"/>
                <a:gd name="connsiteY111" fmla="*/ 2733675 h 2828925"/>
                <a:gd name="connsiteX112" fmla="*/ 704850 w 2546350"/>
                <a:gd name="connsiteY112" fmla="*/ 2695575 h 2828925"/>
                <a:gd name="connsiteX113" fmla="*/ 660400 w 2546350"/>
                <a:gd name="connsiteY113" fmla="*/ 2695575 h 2828925"/>
                <a:gd name="connsiteX114" fmla="*/ 708025 w 2546350"/>
                <a:gd name="connsiteY114" fmla="*/ 2543175 h 2828925"/>
                <a:gd name="connsiteX115" fmla="*/ 752475 w 2546350"/>
                <a:gd name="connsiteY115" fmla="*/ 2543175 h 2828925"/>
                <a:gd name="connsiteX116" fmla="*/ 809625 w 2546350"/>
                <a:gd name="connsiteY116" fmla="*/ 2400300 h 2828925"/>
                <a:gd name="connsiteX117" fmla="*/ 866775 w 2546350"/>
                <a:gd name="connsiteY117" fmla="*/ 2400300 h 2828925"/>
                <a:gd name="connsiteX118" fmla="*/ 885825 w 2546350"/>
                <a:gd name="connsiteY118" fmla="*/ 2308225 h 2828925"/>
                <a:gd name="connsiteX119" fmla="*/ 850900 w 2546350"/>
                <a:gd name="connsiteY119" fmla="*/ 2247900 h 2828925"/>
                <a:gd name="connsiteX120" fmla="*/ 815975 w 2546350"/>
                <a:gd name="connsiteY120" fmla="*/ 2301875 h 2828925"/>
                <a:gd name="connsiteX121" fmla="*/ 749300 w 2546350"/>
                <a:gd name="connsiteY121" fmla="*/ 2276475 h 2828925"/>
                <a:gd name="connsiteX122" fmla="*/ 720725 w 2546350"/>
                <a:gd name="connsiteY122" fmla="*/ 2279650 h 2828925"/>
                <a:gd name="connsiteX123" fmla="*/ 685800 w 2546350"/>
                <a:gd name="connsiteY123" fmla="*/ 2209800 h 2828925"/>
                <a:gd name="connsiteX124" fmla="*/ 746125 w 2546350"/>
                <a:gd name="connsiteY124" fmla="*/ 2162175 h 2828925"/>
                <a:gd name="connsiteX125" fmla="*/ 447675 w 2546350"/>
                <a:gd name="connsiteY125" fmla="*/ 1968500 h 2828925"/>
                <a:gd name="connsiteX126" fmla="*/ 479425 w 2546350"/>
                <a:gd name="connsiteY126" fmla="*/ 1908175 h 2828925"/>
                <a:gd name="connsiteX127" fmla="*/ 517525 w 2546350"/>
                <a:gd name="connsiteY127" fmla="*/ 1908175 h 2828925"/>
                <a:gd name="connsiteX128" fmla="*/ 473075 w 2546350"/>
                <a:gd name="connsiteY128" fmla="*/ 1825625 h 2828925"/>
                <a:gd name="connsiteX129" fmla="*/ 469900 w 2546350"/>
                <a:gd name="connsiteY129" fmla="*/ 1600200 h 2828925"/>
                <a:gd name="connsiteX130" fmla="*/ 377825 w 2546350"/>
                <a:gd name="connsiteY130" fmla="*/ 1600200 h 2828925"/>
                <a:gd name="connsiteX131" fmla="*/ 342900 w 2546350"/>
                <a:gd name="connsiteY131" fmla="*/ 1631950 h 2828925"/>
                <a:gd name="connsiteX132" fmla="*/ 285750 w 2546350"/>
                <a:gd name="connsiteY132" fmla="*/ 1587500 h 2828925"/>
                <a:gd name="connsiteX133" fmla="*/ 152400 w 2546350"/>
                <a:gd name="connsiteY133" fmla="*/ 1663700 h 2828925"/>
                <a:gd name="connsiteX134" fmla="*/ 73025 w 2546350"/>
                <a:gd name="connsiteY134" fmla="*/ 1641475 h 2828925"/>
                <a:gd name="connsiteX135" fmla="*/ 95250 w 2546350"/>
                <a:gd name="connsiteY135" fmla="*/ 1558925 h 2828925"/>
                <a:gd name="connsiteX136" fmla="*/ 98425 w 2546350"/>
                <a:gd name="connsiteY136" fmla="*/ 1514475 h 2828925"/>
                <a:gd name="connsiteX137" fmla="*/ 53975 w 2546350"/>
                <a:gd name="connsiteY137" fmla="*/ 1498600 h 2828925"/>
                <a:gd name="connsiteX138" fmla="*/ 114300 w 2546350"/>
                <a:gd name="connsiteY138" fmla="*/ 1422400 h 2828925"/>
                <a:gd name="connsiteX139" fmla="*/ 152400 w 2546350"/>
                <a:gd name="connsiteY139" fmla="*/ 1425575 h 2828925"/>
                <a:gd name="connsiteX140" fmla="*/ 168275 w 2546350"/>
                <a:gd name="connsiteY140" fmla="*/ 1412875 h 2828925"/>
                <a:gd name="connsiteX141" fmla="*/ 117475 w 2546350"/>
                <a:gd name="connsiteY141" fmla="*/ 1304925 h 2828925"/>
                <a:gd name="connsiteX142" fmla="*/ 171450 w 2546350"/>
                <a:gd name="connsiteY142" fmla="*/ 1244600 h 2828925"/>
                <a:gd name="connsiteX143" fmla="*/ 146050 w 2546350"/>
                <a:gd name="connsiteY143" fmla="*/ 1206500 h 2828925"/>
                <a:gd name="connsiteX144" fmla="*/ 193675 w 2546350"/>
                <a:gd name="connsiteY144" fmla="*/ 1127125 h 2828925"/>
                <a:gd name="connsiteX145" fmla="*/ 161925 w 2546350"/>
                <a:gd name="connsiteY145" fmla="*/ 1117600 h 2828925"/>
                <a:gd name="connsiteX146" fmla="*/ 95250 w 2546350"/>
                <a:gd name="connsiteY146" fmla="*/ 1104900 h 2828925"/>
                <a:gd name="connsiteX147" fmla="*/ 146050 w 2546350"/>
                <a:gd name="connsiteY147" fmla="*/ 955675 h 2828925"/>
                <a:gd name="connsiteX148" fmla="*/ 60325 w 2546350"/>
                <a:gd name="connsiteY148" fmla="*/ 958850 h 2828925"/>
                <a:gd name="connsiteX149" fmla="*/ 60325 w 2546350"/>
                <a:gd name="connsiteY149" fmla="*/ 885825 h 2828925"/>
                <a:gd name="connsiteX150" fmla="*/ 95250 w 2546350"/>
                <a:gd name="connsiteY150" fmla="*/ 844550 h 2828925"/>
                <a:gd name="connsiteX151" fmla="*/ 0 w 2546350"/>
                <a:gd name="connsiteY151" fmla="*/ 695325 h 2828925"/>
                <a:gd name="connsiteX152" fmla="*/ 44450 w 2546350"/>
                <a:gd name="connsiteY152" fmla="*/ 635000 h 2828925"/>
                <a:gd name="connsiteX153" fmla="*/ 146050 w 2546350"/>
                <a:gd name="connsiteY153" fmla="*/ 654050 h 2828925"/>
                <a:gd name="connsiteX154" fmla="*/ 196850 w 2546350"/>
                <a:gd name="connsiteY154" fmla="*/ 695325 h 2828925"/>
                <a:gd name="connsiteX155" fmla="*/ 266700 w 2546350"/>
                <a:gd name="connsiteY155" fmla="*/ 587375 h 2828925"/>
                <a:gd name="connsiteX156" fmla="*/ 301625 w 2546350"/>
                <a:gd name="connsiteY156" fmla="*/ 647700 h 2828925"/>
                <a:gd name="connsiteX157" fmla="*/ 396875 w 2546350"/>
                <a:gd name="connsiteY157" fmla="*/ 638175 h 2828925"/>
                <a:gd name="connsiteX158" fmla="*/ 425450 w 2546350"/>
                <a:gd name="connsiteY158" fmla="*/ 184150 h 2828925"/>
                <a:gd name="connsiteX159" fmla="*/ 422275 w 2546350"/>
                <a:gd name="connsiteY159" fmla="*/ 130175 h 2828925"/>
                <a:gd name="connsiteX160" fmla="*/ 523875 w 2546350"/>
                <a:gd name="connsiteY160" fmla="*/ 0 h 2828925"/>
                <a:gd name="connsiteX0" fmla="*/ 523875 w 2546350"/>
                <a:gd name="connsiteY0" fmla="*/ 0 h 2828925"/>
                <a:gd name="connsiteX1" fmla="*/ 558800 w 2546350"/>
                <a:gd name="connsiteY1" fmla="*/ 57150 h 2828925"/>
                <a:gd name="connsiteX2" fmla="*/ 625475 w 2546350"/>
                <a:gd name="connsiteY2" fmla="*/ 66675 h 2828925"/>
                <a:gd name="connsiteX3" fmla="*/ 638175 w 2546350"/>
                <a:gd name="connsiteY3" fmla="*/ 60325 h 2828925"/>
                <a:gd name="connsiteX4" fmla="*/ 660400 w 2546350"/>
                <a:gd name="connsiteY4" fmla="*/ 133350 h 2828925"/>
                <a:gd name="connsiteX5" fmla="*/ 708025 w 2546350"/>
                <a:gd name="connsiteY5" fmla="*/ 228600 h 2828925"/>
                <a:gd name="connsiteX6" fmla="*/ 708025 w 2546350"/>
                <a:gd name="connsiteY6" fmla="*/ 260350 h 2828925"/>
                <a:gd name="connsiteX7" fmla="*/ 850900 w 2546350"/>
                <a:gd name="connsiteY7" fmla="*/ 295275 h 2828925"/>
                <a:gd name="connsiteX8" fmla="*/ 895350 w 2546350"/>
                <a:gd name="connsiteY8" fmla="*/ 292100 h 2828925"/>
                <a:gd name="connsiteX9" fmla="*/ 958850 w 2546350"/>
                <a:gd name="connsiteY9" fmla="*/ 314325 h 2828925"/>
                <a:gd name="connsiteX10" fmla="*/ 1000125 w 2546350"/>
                <a:gd name="connsiteY10" fmla="*/ 339725 h 2828925"/>
                <a:gd name="connsiteX11" fmla="*/ 1003300 w 2546350"/>
                <a:gd name="connsiteY11" fmla="*/ 466725 h 2828925"/>
                <a:gd name="connsiteX12" fmla="*/ 1076325 w 2546350"/>
                <a:gd name="connsiteY12" fmla="*/ 527050 h 2828925"/>
                <a:gd name="connsiteX13" fmla="*/ 1092200 w 2546350"/>
                <a:gd name="connsiteY13" fmla="*/ 615950 h 2828925"/>
                <a:gd name="connsiteX14" fmla="*/ 1066800 w 2546350"/>
                <a:gd name="connsiteY14" fmla="*/ 758825 h 2828925"/>
                <a:gd name="connsiteX15" fmla="*/ 1177925 w 2546350"/>
                <a:gd name="connsiteY15" fmla="*/ 768350 h 2828925"/>
                <a:gd name="connsiteX16" fmla="*/ 1219200 w 2546350"/>
                <a:gd name="connsiteY16" fmla="*/ 860425 h 2828925"/>
                <a:gd name="connsiteX17" fmla="*/ 1289050 w 2546350"/>
                <a:gd name="connsiteY17" fmla="*/ 863600 h 2828925"/>
                <a:gd name="connsiteX18" fmla="*/ 1330325 w 2546350"/>
                <a:gd name="connsiteY18" fmla="*/ 844550 h 2828925"/>
                <a:gd name="connsiteX19" fmla="*/ 1343025 w 2546350"/>
                <a:gd name="connsiteY19" fmla="*/ 889000 h 2828925"/>
                <a:gd name="connsiteX20" fmla="*/ 1416050 w 2546350"/>
                <a:gd name="connsiteY20" fmla="*/ 863600 h 2828925"/>
                <a:gd name="connsiteX21" fmla="*/ 1450975 w 2546350"/>
                <a:gd name="connsiteY21" fmla="*/ 885825 h 2828925"/>
                <a:gd name="connsiteX22" fmla="*/ 1533525 w 2546350"/>
                <a:gd name="connsiteY22" fmla="*/ 781050 h 2828925"/>
                <a:gd name="connsiteX23" fmla="*/ 1597025 w 2546350"/>
                <a:gd name="connsiteY23" fmla="*/ 749300 h 2828925"/>
                <a:gd name="connsiteX24" fmla="*/ 1660525 w 2546350"/>
                <a:gd name="connsiteY24" fmla="*/ 758825 h 2828925"/>
                <a:gd name="connsiteX25" fmla="*/ 1670050 w 2546350"/>
                <a:gd name="connsiteY25" fmla="*/ 857250 h 2828925"/>
                <a:gd name="connsiteX26" fmla="*/ 1739900 w 2546350"/>
                <a:gd name="connsiteY26" fmla="*/ 968375 h 2828925"/>
                <a:gd name="connsiteX27" fmla="*/ 1717675 w 2546350"/>
                <a:gd name="connsiteY27" fmla="*/ 1050925 h 2828925"/>
                <a:gd name="connsiteX28" fmla="*/ 1727200 w 2546350"/>
                <a:gd name="connsiteY28" fmla="*/ 1089025 h 2828925"/>
                <a:gd name="connsiteX29" fmla="*/ 1838325 w 2546350"/>
                <a:gd name="connsiteY29" fmla="*/ 1089025 h 2828925"/>
                <a:gd name="connsiteX30" fmla="*/ 1841500 w 2546350"/>
                <a:gd name="connsiteY30" fmla="*/ 1127125 h 2828925"/>
                <a:gd name="connsiteX31" fmla="*/ 1905000 w 2546350"/>
                <a:gd name="connsiteY31" fmla="*/ 1136650 h 2828925"/>
                <a:gd name="connsiteX32" fmla="*/ 1905000 w 2546350"/>
                <a:gd name="connsiteY32" fmla="*/ 1136650 h 2828925"/>
                <a:gd name="connsiteX33" fmla="*/ 1993900 w 2546350"/>
                <a:gd name="connsiteY33" fmla="*/ 1146175 h 2828925"/>
                <a:gd name="connsiteX34" fmla="*/ 2000250 w 2546350"/>
                <a:gd name="connsiteY34" fmla="*/ 1073150 h 2828925"/>
                <a:gd name="connsiteX35" fmla="*/ 2022475 w 2546350"/>
                <a:gd name="connsiteY35" fmla="*/ 1057275 h 2828925"/>
                <a:gd name="connsiteX36" fmla="*/ 2095500 w 2546350"/>
                <a:gd name="connsiteY36" fmla="*/ 1089025 h 2828925"/>
                <a:gd name="connsiteX37" fmla="*/ 2098675 w 2546350"/>
                <a:gd name="connsiteY37" fmla="*/ 1120775 h 2828925"/>
                <a:gd name="connsiteX38" fmla="*/ 2127250 w 2546350"/>
                <a:gd name="connsiteY38" fmla="*/ 1089025 h 2828925"/>
                <a:gd name="connsiteX39" fmla="*/ 2168525 w 2546350"/>
                <a:gd name="connsiteY39" fmla="*/ 1136650 h 2828925"/>
                <a:gd name="connsiteX40" fmla="*/ 2184400 w 2546350"/>
                <a:gd name="connsiteY40" fmla="*/ 1165225 h 2828925"/>
                <a:gd name="connsiteX41" fmla="*/ 2219325 w 2546350"/>
                <a:gd name="connsiteY41" fmla="*/ 1171575 h 2828925"/>
                <a:gd name="connsiteX42" fmla="*/ 2292350 w 2546350"/>
                <a:gd name="connsiteY42" fmla="*/ 1193800 h 2828925"/>
                <a:gd name="connsiteX43" fmla="*/ 2336800 w 2546350"/>
                <a:gd name="connsiteY43" fmla="*/ 1171575 h 2828925"/>
                <a:gd name="connsiteX44" fmla="*/ 2339975 w 2546350"/>
                <a:gd name="connsiteY44" fmla="*/ 1031875 h 2828925"/>
                <a:gd name="connsiteX45" fmla="*/ 2365375 w 2546350"/>
                <a:gd name="connsiteY45" fmla="*/ 1009650 h 2828925"/>
                <a:gd name="connsiteX46" fmla="*/ 2397125 w 2546350"/>
                <a:gd name="connsiteY46" fmla="*/ 1038225 h 2828925"/>
                <a:gd name="connsiteX47" fmla="*/ 2381250 w 2546350"/>
                <a:gd name="connsiteY47" fmla="*/ 1136650 h 2828925"/>
                <a:gd name="connsiteX48" fmla="*/ 2413000 w 2546350"/>
                <a:gd name="connsiteY48" fmla="*/ 1152525 h 2828925"/>
                <a:gd name="connsiteX49" fmla="*/ 2413000 w 2546350"/>
                <a:gd name="connsiteY49" fmla="*/ 1184275 h 2828925"/>
                <a:gd name="connsiteX50" fmla="*/ 2374900 w 2546350"/>
                <a:gd name="connsiteY50" fmla="*/ 1196975 h 2828925"/>
                <a:gd name="connsiteX51" fmla="*/ 2400300 w 2546350"/>
                <a:gd name="connsiteY51" fmla="*/ 1260475 h 2828925"/>
                <a:gd name="connsiteX52" fmla="*/ 2393950 w 2546350"/>
                <a:gd name="connsiteY52" fmla="*/ 1301750 h 2828925"/>
                <a:gd name="connsiteX53" fmla="*/ 2393950 w 2546350"/>
                <a:gd name="connsiteY53" fmla="*/ 1355725 h 2828925"/>
                <a:gd name="connsiteX54" fmla="*/ 2419350 w 2546350"/>
                <a:gd name="connsiteY54" fmla="*/ 1362075 h 2828925"/>
                <a:gd name="connsiteX55" fmla="*/ 2406650 w 2546350"/>
                <a:gd name="connsiteY55" fmla="*/ 1419225 h 2828925"/>
                <a:gd name="connsiteX56" fmla="*/ 2413000 w 2546350"/>
                <a:gd name="connsiteY56" fmla="*/ 1454150 h 2828925"/>
                <a:gd name="connsiteX57" fmla="*/ 2432050 w 2546350"/>
                <a:gd name="connsiteY57" fmla="*/ 1454150 h 2828925"/>
                <a:gd name="connsiteX58" fmla="*/ 2403475 w 2546350"/>
                <a:gd name="connsiteY58" fmla="*/ 1517650 h 2828925"/>
                <a:gd name="connsiteX59" fmla="*/ 2435225 w 2546350"/>
                <a:gd name="connsiteY59" fmla="*/ 1555750 h 2828925"/>
                <a:gd name="connsiteX60" fmla="*/ 2457450 w 2546350"/>
                <a:gd name="connsiteY60" fmla="*/ 1552575 h 2828925"/>
                <a:gd name="connsiteX61" fmla="*/ 2460625 w 2546350"/>
                <a:gd name="connsiteY61" fmla="*/ 1584325 h 2828925"/>
                <a:gd name="connsiteX62" fmla="*/ 2416175 w 2546350"/>
                <a:gd name="connsiteY62" fmla="*/ 1600200 h 2828925"/>
                <a:gd name="connsiteX63" fmla="*/ 2432050 w 2546350"/>
                <a:gd name="connsiteY63" fmla="*/ 1619250 h 2828925"/>
                <a:gd name="connsiteX64" fmla="*/ 2470150 w 2546350"/>
                <a:gd name="connsiteY64" fmla="*/ 1638300 h 2828925"/>
                <a:gd name="connsiteX65" fmla="*/ 2466975 w 2546350"/>
                <a:gd name="connsiteY65" fmla="*/ 1666875 h 2828925"/>
                <a:gd name="connsiteX66" fmla="*/ 2495550 w 2546350"/>
                <a:gd name="connsiteY66" fmla="*/ 1682750 h 2828925"/>
                <a:gd name="connsiteX67" fmla="*/ 2527300 w 2546350"/>
                <a:gd name="connsiteY67" fmla="*/ 1657350 h 2828925"/>
                <a:gd name="connsiteX68" fmla="*/ 2533650 w 2546350"/>
                <a:gd name="connsiteY68" fmla="*/ 1685925 h 2828925"/>
                <a:gd name="connsiteX69" fmla="*/ 2546350 w 2546350"/>
                <a:gd name="connsiteY69" fmla="*/ 1724025 h 2828925"/>
                <a:gd name="connsiteX70" fmla="*/ 2495550 w 2546350"/>
                <a:gd name="connsiteY70" fmla="*/ 1720850 h 2828925"/>
                <a:gd name="connsiteX71" fmla="*/ 2466975 w 2546350"/>
                <a:gd name="connsiteY71" fmla="*/ 1724025 h 2828925"/>
                <a:gd name="connsiteX72" fmla="*/ 2432050 w 2546350"/>
                <a:gd name="connsiteY72" fmla="*/ 1704975 h 2828925"/>
                <a:gd name="connsiteX73" fmla="*/ 2365375 w 2546350"/>
                <a:gd name="connsiteY73" fmla="*/ 1736725 h 2828925"/>
                <a:gd name="connsiteX74" fmla="*/ 2330450 w 2546350"/>
                <a:gd name="connsiteY74" fmla="*/ 1762125 h 2828925"/>
                <a:gd name="connsiteX75" fmla="*/ 2327275 w 2546350"/>
                <a:gd name="connsiteY75" fmla="*/ 1803400 h 2828925"/>
                <a:gd name="connsiteX76" fmla="*/ 2308225 w 2546350"/>
                <a:gd name="connsiteY76" fmla="*/ 1825625 h 2828925"/>
                <a:gd name="connsiteX77" fmla="*/ 2254250 w 2546350"/>
                <a:gd name="connsiteY77" fmla="*/ 1828800 h 2828925"/>
                <a:gd name="connsiteX78" fmla="*/ 2251075 w 2546350"/>
                <a:gd name="connsiteY78" fmla="*/ 1930400 h 2828925"/>
                <a:gd name="connsiteX79" fmla="*/ 2273300 w 2546350"/>
                <a:gd name="connsiteY79" fmla="*/ 2044700 h 2828925"/>
                <a:gd name="connsiteX80" fmla="*/ 2270125 w 2546350"/>
                <a:gd name="connsiteY80" fmla="*/ 2146300 h 2828925"/>
                <a:gd name="connsiteX81" fmla="*/ 2282825 w 2546350"/>
                <a:gd name="connsiteY81" fmla="*/ 2203450 h 2828925"/>
                <a:gd name="connsiteX82" fmla="*/ 2266950 w 2546350"/>
                <a:gd name="connsiteY82" fmla="*/ 2254250 h 2828925"/>
                <a:gd name="connsiteX83" fmla="*/ 2260600 w 2546350"/>
                <a:gd name="connsiteY83" fmla="*/ 2292350 h 2828925"/>
                <a:gd name="connsiteX84" fmla="*/ 2139950 w 2546350"/>
                <a:gd name="connsiteY84" fmla="*/ 2324100 h 2828925"/>
                <a:gd name="connsiteX85" fmla="*/ 2082800 w 2546350"/>
                <a:gd name="connsiteY85" fmla="*/ 2324100 h 2828925"/>
                <a:gd name="connsiteX86" fmla="*/ 2063750 w 2546350"/>
                <a:gd name="connsiteY86" fmla="*/ 2384425 h 2828925"/>
                <a:gd name="connsiteX87" fmla="*/ 1987550 w 2546350"/>
                <a:gd name="connsiteY87" fmla="*/ 2400300 h 2828925"/>
                <a:gd name="connsiteX88" fmla="*/ 1974850 w 2546350"/>
                <a:gd name="connsiteY88" fmla="*/ 2498725 h 2828925"/>
                <a:gd name="connsiteX89" fmla="*/ 1905000 w 2546350"/>
                <a:gd name="connsiteY89" fmla="*/ 2498725 h 2828925"/>
                <a:gd name="connsiteX90" fmla="*/ 1847850 w 2546350"/>
                <a:gd name="connsiteY90" fmla="*/ 2508250 h 2828925"/>
                <a:gd name="connsiteX91" fmla="*/ 1724025 w 2546350"/>
                <a:gd name="connsiteY91" fmla="*/ 2492375 h 2828925"/>
                <a:gd name="connsiteX92" fmla="*/ 1704975 w 2546350"/>
                <a:gd name="connsiteY92" fmla="*/ 2606675 h 2828925"/>
                <a:gd name="connsiteX93" fmla="*/ 1641475 w 2546350"/>
                <a:gd name="connsiteY93" fmla="*/ 2593975 h 2828925"/>
                <a:gd name="connsiteX94" fmla="*/ 1593850 w 2546350"/>
                <a:gd name="connsiteY94" fmla="*/ 2578100 h 2828925"/>
                <a:gd name="connsiteX95" fmla="*/ 1552575 w 2546350"/>
                <a:gd name="connsiteY95" fmla="*/ 2597150 h 2828925"/>
                <a:gd name="connsiteX96" fmla="*/ 1454150 w 2546350"/>
                <a:gd name="connsiteY96" fmla="*/ 2597150 h 2828925"/>
                <a:gd name="connsiteX97" fmla="*/ 1419225 w 2546350"/>
                <a:gd name="connsiteY97" fmla="*/ 2679700 h 2828925"/>
                <a:gd name="connsiteX98" fmla="*/ 1339850 w 2546350"/>
                <a:gd name="connsiteY98" fmla="*/ 2651125 h 2828925"/>
                <a:gd name="connsiteX99" fmla="*/ 1222375 w 2546350"/>
                <a:gd name="connsiteY99" fmla="*/ 2654300 h 2828925"/>
                <a:gd name="connsiteX100" fmla="*/ 1149350 w 2546350"/>
                <a:gd name="connsiteY100" fmla="*/ 2619375 h 2828925"/>
                <a:gd name="connsiteX101" fmla="*/ 1127125 w 2546350"/>
                <a:gd name="connsiteY101" fmla="*/ 2619375 h 2828925"/>
                <a:gd name="connsiteX102" fmla="*/ 1127125 w 2546350"/>
                <a:gd name="connsiteY102" fmla="*/ 2644775 h 2828925"/>
                <a:gd name="connsiteX103" fmla="*/ 1146175 w 2546350"/>
                <a:gd name="connsiteY103" fmla="*/ 2689225 h 2828925"/>
                <a:gd name="connsiteX104" fmla="*/ 1085850 w 2546350"/>
                <a:gd name="connsiteY104" fmla="*/ 2695575 h 2828925"/>
                <a:gd name="connsiteX105" fmla="*/ 1006475 w 2546350"/>
                <a:gd name="connsiteY105" fmla="*/ 2797175 h 2828925"/>
                <a:gd name="connsiteX106" fmla="*/ 958850 w 2546350"/>
                <a:gd name="connsiteY106" fmla="*/ 2797175 h 2828925"/>
                <a:gd name="connsiteX107" fmla="*/ 946150 w 2546350"/>
                <a:gd name="connsiteY107" fmla="*/ 2828925 h 2828925"/>
                <a:gd name="connsiteX108" fmla="*/ 758825 w 2546350"/>
                <a:gd name="connsiteY108" fmla="*/ 2787650 h 2828925"/>
                <a:gd name="connsiteX109" fmla="*/ 698500 w 2546350"/>
                <a:gd name="connsiteY109" fmla="*/ 2797175 h 2828925"/>
                <a:gd name="connsiteX110" fmla="*/ 657225 w 2546350"/>
                <a:gd name="connsiteY110" fmla="*/ 2787650 h 2828925"/>
                <a:gd name="connsiteX111" fmla="*/ 704850 w 2546350"/>
                <a:gd name="connsiteY111" fmla="*/ 2733675 h 2828925"/>
                <a:gd name="connsiteX112" fmla="*/ 704850 w 2546350"/>
                <a:gd name="connsiteY112" fmla="*/ 2695575 h 2828925"/>
                <a:gd name="connsiteX113" fmla="*/ 660400 w 2546350"/>
                <a:gd name="connsiteY113" fmla="*/ 2695575 h 2828925"/>
                <a:gd name="connsiteX114" fmla="*/ 708025 w 2546350"/>
                <a:gd name="connsiteY114" fmla="*/ 2543175 h 2828925"/>
                <a:gd name="connsiteX115" fmla="*/ 752475 w 2546350"/>
                <a:gd name="connsiteY115" fmla="*/ 2543175 h 2828925"/>
                <a:gd name="connsiteX116" fmla="*/ 809625 w 2546350"/>
                <a:gd name="connsiteY116" fmla="*/ 2400300 h 2828925"/>
                <a:gd name="connsiteX117" fmla="*/ 866775 w 2546350"/>
                <a:gd name="connsiteY117" fmla="*/ 2400300 h 2828925"/>
                <a:gd name="connsiteX118" fmla="*/ 885825 w 2546350"/>
                <a:gd name="connsiteY118" fmla="*/ 2308225 h 2828925"/>
                <a:gd name="connsiteX119" fmla="*/ 850900 w 2546350"/>
                <a:gd name="connsiteY119" fmla="*/ 2247900 h 2828925"/>
                <a:gd name="connsiteX120" fmla="*/ 815975 w 2546350"/>
                <a:gd name="connsiteY120" fmla="*/ 2301875 h 2828925"/>
                <a:gd name="connsiteX121" fmla="*/ 749300 w 2546350"/>
                <a:gd name="connsiteY121" fmla="*/ 2276475 h 2828925"/>
                <a:gd name="connsiteX122" fmla="*/ 720725 w 2546350"/>
                <a:gd name="connsiteY122" fmla="*/ 2279650 h 2828925"/>
                <a:gd name="connsiteX123" fmla="*/ 685800 w 2546350"/>
                <a:gd name="connsiteY123" fmla="*/ 2209800 h 2828925"/>
                <a:gd name="connsiteX124" fmla="*/ 746125 w 2546350"/>
                <a:gd name="connsiteY124" fmla="*/ 2162175 h 2828925"/>
                <a:gd name="connsiteX125" fmla="*/ 447675 w 2546350"/>
                <a:gd name="connsiteY125" fmla="*/ 1968500 h 2828925"/>
                <a:gd name="connsiteX126" fmla="*/ 479425 w 2546350"/>
                <a:gd name="connsiteY126" fmla="*/ 1908175 h 2828925"/>
                <a:gd name="connsiteX127" fmla="*/ 517525 w 2546350"/>
                <a:gd name="connsiteY127" fmla="*/ 1908175 h 2828925"/>
                <a:gd name="connsiteX128" fmla="*/ 473075 w 2546350"/>
                <a:gd name="connsiteY128" fmla="*/ 1825625 h 2828925"/>
                <a:gd name="connsiteX129" fmla="*/ 469900 w 2546350"/>
                <a:gd name="connsiteY129" fmla="*/ 1600200 h 2828925"/>
                <a:gd name="connsiteX130" fmla="*/ 377825 w 2546350"/>
                <a:gd name="connsiteY130" fmla="*/ 1600200 h 2828925"/>
                <a:gd name="connsiteX131" fmla="*/ 342900 w 2546350"/>
                <a:gd name="connsiteY131" fmla="*/ 1631950 h 2828925"/>
                <a:gd name="connsiteX132" fmla="*/ 285750 w 2546350"/>
                <a:gd name="connsiteY132" fmla="*/ 1587500 h 2828925"/>
                <a:gd name="connsiteX133" fmla="*/ 152400 w 2546350"/>
                <a:gd name="connsiteY133" fmla="*/ 1663700 h 2828925"/>
                <a:gd name="connsiteX134" fmla="*/ 73025 w 2546350"/>
                <a:gd name="connsiteY134" fmla="*/ 1641475 h 2828925"/>
                <a:gd name="connsiteX135" fmla="*/ 95250 w 2546350"/>
                <a:gd name="connsiteY135" fmla="*/ 1558925 h 2828925"/>
                <a:gd name="connsiteX136" fmla="*/ 98425 w 2546350"/>
                <a:gd name="connsiteY136" fmla="*/ 1514475 h 2828925"/>
                <a:gd name="connsiteX137" fmla="*/ 53975 w 2546350"/>
                <a:gd name="connsiteY137" fmla="*/ 1498600 h 2828925"/>
                <a:gd name="connsiteX138" fmla="*/ 114300 w 2546350"/>
                <a:gd name="connsiteY138" fmla="*/ 1422400 h 2828925"/>
                <a:gd name="connsiteX139" fmla="*/ 152400 w 2546350"/>
                <a:gd name="connsiteY139" fmla="*/ 1425575 h 2828925"/>
                <a:gd name="connsiteX140" fmla="*/ 168275 w 2546350"/>
                <a:gd name="connsiteY140" fmla="*/ 1412875 h 2828925"/>
                <a:gd name="connsiteX141" fmla="*/ 117475 w 2546350"/>
                <a:gd name="connsiteY141" fmla="*/ 1304925 h 2828925"/>
                <a:gd name="connsiteX142" fmla="*/ 171450 w 2546350"/>
                <a:gd name="connsiteY142" fmla="*/ 1244600 h 2828925"/>
                <a:gd name="connsiteX143" fmla="*/ 146050 w 2546350"/>
                <a:gd name="connsiteY143" fmla="*/ 1206500 h 2828925"/>
                <a:gd name="connsiteX144" fmla="*/ 193675 w 2546350"/>
                <a:gd name="connsiteY144" fmla="*/ 1127125 h 2828925"/>
                <a:gd name="connsiteX145" fmla="*/ 161925 w 2546350"/>
                <a:gd name="connsiteY145" fmla="*/ 1117600 h 2828925"/>
                <a:gd name="connsiteX146" fmla="*/ 95250 w 2546350"/>
                <a:gd name="connsiteY146" fmla="*/ 1104900 h 2828925"/>
                <a:gd name="connsiteX147" fmla="*/ 146050 w 2546350"/>
                <a:gd name="connsiteY147" fmla="*/ 955675 h 2828925"/>
                <a:gd name="connsiteX148" fmla="*/ 60325 w 2546350"/>
                <a:gd name="connsiteY148" fmla="*/ 958850 h 2828925"/>
                <a:gd name="connsiteX149" fmla="*/ 60325 w 2546350"/>
                <a:gd name="connsiteY149" fmla="*/ 885825 h 2828925"/>
                <a:gd name="connsiteX150" fmla="*/ 95250 w 2546350"/>
                <a:gd name="connsiteY150" fmla="*/ 844550 h 2828925"/>
                <a:gd name="connsiteX151" fmla="*/ 0 w 2546350"/>
                <a:gd name="connsiteY151" fmla="*/ 695325 h 2828925"/>
                <a:gd name="connsiteX152" fmla="*/ 44450 w 2546350"/>
                <a:gd name="connsiteY152" fmla="*/ 635000 h 2828925"/>
                <a:gd name="connsiteX153" fmla="*/ 146050 w 2546350"/>
                <a:gd name="connsiteY153" fmla="*/ 654050 h 2828925"/>
                <a:gd name="connsiteX154" fmla="*/ 196850 w 2546350"/>
                <a:gd name="connsiteY154" fmla="*/ 695325 h 2828925"/>
                <a:gd name="connsiteX155" fmla="*/ 266700 w 2546350"/>
                <a:gd name="connsiteY155" fmla="*/ 587375 h 2828925"/>
                <a:gd name="connsiteX156" fmla="*/ 301625 w 2546350"/>
                <a:gd name="connsiteY156" fmla="*/ 647700 h 2828925"/>
                <a:gd name="connsiteX157" fmla="*/ 396875 w 2546350"/>
                <a:gd name="connsiteY157" fmla="*/ 638175 h 2828925"/>
                <a:gd name="connsiteX158" fmla="*/ 425450 w 2546350"/>
                <a:gd name="connsiteY158" fmla="*/ 184150 h 2828925"/>
                <a:gd name="connsiteX159" fmla="*/ 422275 w 2546350"/>
                <a:gd name="connsiteY159" fmla="*/ 130175 h 2828925"/>
                <a:gd name="connsiteX160" fmla="*/ 523875 w 2546350"/>
                <a:gd name="connsiteY160" fmla="*/ 0 h 2828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</a:cxnLst>
              <a:rect l="l" t="t" r="r" b="b"/>
              <a:pathLst>
                <a:path w="2546350" h="2828925">
                  <a:moveTo>
                    <a:pt x="523875" y="0"/>
                  </a:moveTo>
                  <a:lnTo>
                    <a:pt x="558800" y="57150"/>
                  </a:lnTo>
                  <a:lnTo>
                    <a:pt x="625475" y="66675"/>
                  </a:lnTo>
                  <a:lnTo>
                    <a:pt x="638175" y="60325"/>
                  </a:lnTo>
                  <a:lnTo>
                    <a:pt x="660400" y="133350"/>
                  </a:lnTo>
                  <a:lnTo>
                    <a:pt x="708025" y="228600"/>
                  </a:lnTo>
                  <a:lnTo>
                    <a:pt x="708025" y="260350"/>
                  </a:lnTo>
                  <a:lnTo>
                    <a:pt x="850900" y="295275"/>
                  </a:lnTo>
                  <a:lnTo>
                    <a:pt x="895350" y="292100"/>
                  </a:lnTo>
                  <a:lnTo>
                    <a:pt x="958850" y="314325"/>
                  </a:lnTo>
                  <a:lnTo>
                    <a:pt x="1000125" y="339725"/>
                  </a:lnTo>
                  <a:cubicBezTo>
                    <a:pt x="1001183" y="382058"/>
                    <a:pt x="1002242" y="424392"/>
                    <a:pt x="1003300" y="466725"/>
                  </a:cubicBezTo>
                  <a:lnTo>
                    <a:pt x="1076325" y="527050"/>
                  </a:lnTo>
                  <a:lnTo>
                    <a:pt x="1092200" y="615950"/>
                  </a:lnTo>
                  <a:lnTo>
                    <a:pt x="1066800" y="758825"/>
                  </a:lnTo>
                  <a:lnTo>
                    <a:pt x="1177925" y="768350"/>
                  </a:lnTo>
                  <a:lnTo>
                    <a:pt x="1219200" y="860425"/>
                  </a:lnTo>
                  <a:lnTo>
                    <a:pt x="1289050" y="863600"/>
                  </a:lnTo>
                  <a:lnTo>
                    <a:pt x="1330325" y="844550"/>
                  </a:lnTo>
                  <a:lnTo>
                    <a:pt x="1343025" y="889000"/>
                  </a:lnTo>
                  <a:lnTo>
                    <a:pt x="1416050" y="863600"/>
                  </a:lnTo>
                  <a:lnTo>
                    <a:pt x="1450975" y="885825"/>
                  </a:lnTo>
                  <a:lnTo>
                    <a:pt x="1533525" y="781050"/>
                  </a:lnTo>
                  <a:lnTo>
                    <a:pt x="1597025" y="749300"/>
                  </a:lnTo>
                  <a:lnTo>
                    <a:pt x="1660525" y="758825"/>
                  </a:lnTo>
                  <a:lnTo>
                    <a:pt x="1670050" y="857250"/>
                  </a:lnTo>
                  <a:lnTo>
                    <a:pt x="1739900" y="968375"/>
                  </a:lnTo>
                  <a:lnTo>
                    <a:pt x="1717675" y="1050925"/>
                  </a:lnTo>
                  <a:lnTo>
                    <a:pt x="1727200" y="1089025"/>
                  </a:lnTo>
                  <a:lnTo>
                    <a:pt x="1838325" y="1089025"/>
                  </a:lnTo>
                  <a:lnTo>
                    <a:pt x="1841500" y="1127125"/>
                  </a:lnTo>
                  <a:lnTo>
                    <a:pt x="1905000" y="1136650"/>
                  </a:lnTo>
                  <a:lnTo>
                    <a:pt x="1905000" y="1136650"/>
                  </a:lnTo>
                  <a:lnTo>
                    <a:pt x="1993900" y="1146175"/>
                  </a:lnTo>
                  <a:lnTo>
                    <a:pt x="2000250" y="1073150"/>
                  </a:lnTo>
                  <a:lnTo>
                    <a:pt x="2022475" y="1057275"/>
                  </a:lnTo>
                  <a:lnTo>
                    <a:pt x="2095500" y="1089025"/>
                  </a:lnTo>
                  <a:lnTo>
                    <a:pt x="2098675" y="1120775"/>
                  </a:lnTo>
                  <a:lnTo>
                    <a:pt x="2127250" y="1089025"/>
                  </a:lnTo>
                  <a:lnTo>
                    <a:pt x="2168525" y="1136650"/>
                  </a:lnTo>
                  <a:lnTo>
                    <a:pt x="2184400" y="1165225"/>
                  </a:lnTo>
                  <a:lnTo>
                    <a:pt x="2219325" y="1171575"/>
                  </a:lnTo>
                  <a:lnTo>
                    <a:pt x="2292350" y="1193800"/>
                  </a:lnTo>
                  <a:lnTo>
                    <a:pt x="2336800" y="1171575"/>
                  </a:lnTo>
                  <a:cubicBezTo>
                    <a:pt x="2337858" y="1125008"/>
                    <a:pt x="2338917" y="1078442"/>
                    <a:pt x="2339975" y="1031875"/>
                  </a:cubicBezTo>
                  <a:lnTo>
                    <a:pt x="2365375" y="1009650"/>
                  </a:lnTo>
                  <a:lnTo>
                    <a:pt x="2397125" y="1038225"/>
                  </a:lnTo>
                  <a:lnTo>
                    <a:pt x="2381250" y="1136650"/>
                  </a:lnTo>
                  <a:lnTo>
                    <a:pt x="2413000" y="1152525"/>
                  </a:lnTo>
                  <a:lnTo>
                    <a:pt x="2413000" y="1184275"/>
                  </a:lnTo>
                  <a:lnTo>
                    <a:pt x="2374900" y="1196975"/>
                  </a:lnTo>
                  <a:lnTo>
                    <a:pt x="2400300" y="1260475"/>
                  </a:lnTo>
                  <a:lnTo>
                    <a:pt x="2393950" y="1301750"/>
                  </a:lnTo>
                  <a:lnTo>
                    <a:pt x="2393950" y="1355725"/>
                  </a:lnTo>
                  <a:lnTo>
                    <a:pt x="2419350" y="1362075"/>
                  </a:lnTo>
                  <a:lnTo>
                    <a:pt x="2406650" y="1419225"/>
                  </a:lnTo>
                  <a:lnTo>
                    <a:pt x="2413000" y="1454150"/>
                  </a:lnTo>
                  <a:lnTo>
                    <a:pt x="2432050" y="1454150"/>
                  </a:lnTo>
                  <a:lnTo>
                    <a:pt x="2403475" y="1517650"/>
                  </a:lnTo>
                  <a:lnTo>
                    <a:pt x="2435225" y="1555750"/>
                  </a:lnTo>
                  <a:lnTo>
                    <a:pt x="2457450" y="1552575"/>
                  </a:lnTo>
                  <a:lnTo>
                    <a:pt x="2460625" y="1584325"/>
                  </a:lnTo>
                  <a:lnTo>
                    <a:pt x="2416175" y="1600200"/>
                  </a:lnTo>
                  <a:lnTo>
                    <a:pt x="2432050" y="1619250"/>
                  </a:lnTo>
                  <a:lnTo>
                    <a:pt x="2470150" y="1638300"/>
                  </a:lnTo>
                  <a:lnTo>
                    <a:pt x="2466975" y="1666875"/>
                  </a:lnTo>
                  <a:lnTo>
                    <a:pt x="2495550" y="1682750"/>
                  </a:lnTo>
                  <a:lnTo>
                    <a:pt x="2527300" y="1657350"/>
                  </a:lnTo>
                  <a:lnTo>
                    <a:pt x="2533650" y="1685925"/>
                  </a:lnTo>
                  <a:lnTo>
                    <a:pt x="2546350" y="1724025"/>
                  </a:lnTo>
                  <a:lnTo>
                    <a:pt x="2495550" y="1720850"/>
                  </a:lnTo>
                  <a:lnTo>
                    <a:pt x="2466975" y="1724025"/>
                  </a:lnTo>
                  <a:lnTo>
                    <a:pt x="2432050" y="1704975"/>
                  </a:lnTo>
                  <a:lnTo>
                    <a:pt x="2365375" y="1736725"/>
                  </a:lnTo>
                  <a:lnTo>
                    <a:pt x="2330450" y="1762125"/>
                  </a:lnTo>
                  <a:lnTo>
                    <a:pt x="2327275" y="1803400"/>
                  </a:lnTo>
                  <a:lnTo>
                    <a:pt x="2308225" y="1825625"/>
                  </a:lnTo>
                  <a:lnTo>
                    <a:pt x="2254250" y="1828800"/>
                  </a:lnTo>
                  <a:cubicBezTo>
                    <a:pt x="2253192" y="1862667"/>
                    <a:pt x="2252133" y="1896533"/>
                    <a:pt x="2251075" y="1930400"/>
                  </a:cubicBezTo>
                  <a:lnTo>
                    <a:pt x="2273300" y="2044700"/>
                  </a:lnTo>
                  <a:cubicBezTo>
                    <a:pt x="2272242" y="2078567"/>
                    <a:pt x="2271183" y="2112433"/>
                    <a:pt x="2270125" y="2146300"/>
                  </a:cubicBezTo>
                  <a:lnTo>
                    <a:pt x="2282825" y="2203450"/>
                  </a:lnTo>
                  <a:lnTo>
                    <a:pt x="2266950" y="2254250"/>
                  </a:lnTo>
                  <a:lnTo>
                    <a:pt x="2260600" y="2292350"/>
                  </a:lnTo>
                  <a:lnTo>
                    <a:pt x="2139950" y="2324100"/>
                  </a:lnTo>
                  <a:lnTo>
                    <a:pt x="2082800" y="2324100"/>
                  </a:lnTo>
                  <a:lnTo>
                    <a:pt x="2063750" y="2384425"/>
                  </a:lnTo>
                  <a:lnTo>
                    <a:pt x="1987550" y="2400300"/>
                  </a:lnTo>
                  <a:lnTo>
                    <a:pt x="1974850" y="2498725"/>
                  </a:lnTo>
                  <a:lnTo>
                    <a:pt x="1905000" y="2498725"/>
                  </a:lnTo>
                  <a:lnTo>
                    <a:pt x="1847850" y="2508250"/>
                  </a:lnTo>
                  <a:lnTo>
                    <a:pt x="1724025" y="2492375"/>
                  </a:lnTo>
                  <a:lnTo>
                    <a:pt x="1704975" y="2606675"/>
                  </a:lnTo>
                  <a:lnTo>
                    <a:pt x="1641475" y="2593975"/>
                  </a:lnTo>
                  <a:lnTo>
                    <a:pt x="1593850" y="2578100"/>
                  </a:lnTo>
                  <a:lnTo>
                    <a:pt x="1552575" y="2597150"/>
                  </a:lnTo>
                  <a:lnTo>
                    <a:pt x="1454150" y="2597150"/>
                  </a:lnTo>
                  <a:lnTo>
                    <a:pt x="1419225" y="2679700"/>
                  </a:lnTo>
                  <a:lnTo>
                    <a:pt x="1339850" y="2651125"/>
                  </a:lnTo>
                  <a:lnTo>
                    <a:pt x="1222375" y="2654300"/>
                  </a:lnTo>
                  <a:lnTo>
                    <a:pt x="1149350" y="2619375"/>
                  </a:lnTo>
                  <a:lnTo>
                    <a:pt x="1127125" y="2619375"/>
                  </a:lnTo>
                  <a:lnTo>
                    <a:pt x="1127125" y="2644775"/>
                  </a:lnTo>
                  <a:lnTo>
                    <a:pt x="1146175" y="2689225"/>
                  </a:lnTo>
                  <a:lnTo>
                    <a:pt x="1085850" y="2695575"/>
                  </a:lnTo>
                  <a:lnTo>
                    <a:pt x="1006475" y="2797175"/>
                  </a:lnTo>
                  <a:lnTo>
                    <a:pt x="958850" y="2797175"/>
                  </a:lnTo>
                  <a:lnTo>
                    <a:pt x="946150" y="2828925"/>
                  </a:lnTo>
                  <a:lnTo>
                    <a:pt x="758825" y="2787650"/>
                  </a:lnTo>
                  <a:lnTo>
                    <a:pt x="698500" y="2797175"/>
                  </a:lnTo>
                  <a:lnTo>
                    <a:pt x="657225" y="2787650"/>
                  </a:lnTo>
                  <a:lnTo>
                    <a:pt x="704850" y="2733675"/>
                  </a:lnTo>
                  <a:lnTo>
                    <a:pt x="704850" y="2695575"/>
                  </a:lnTo>
                  <a:lnTo>
                    <a:pt x="660400" y="2695575"/>
                  </a:lnTo>
                  <a:lnTo>
                    <a:pt x="708025" y="2543175"/>
                  </a:lnTo>
                  <a:lnTo>
                    <a:pt x="752475" y="2543175"/>
                  </a:lnTo>
                  <a:lnTo>
                    <a:pt x="809625" y="2400300"/>
                  </a:lnTo>
                  <a:lnTo>
                    <a:pt x="866775" y="2400300"/>
                  </a:lnTo>
                  <a:lnTo>
                    <a:pt x="885825" y="2308225"/>
                  </a:lnTo>
                  <a:lnTo>
                    <a:pt x="850900" y="2247900"/>
                  </a:lnTo>
                  <a:lnTo>
                    <a:pt x="815975" y="2301875"/>
                  </a:lnTo>
                  <a:lnTo>
                    <a:pt x="749300" y="2276475"/>
                  </a:lnTo>
                  <a:lnTo>
                    <a:pt x="720725" y="2279650"/>
                  </a:lnTo>
                  <a:lnTo>
                    <a:pt x="685800" y="2209800"/>
                  </a:lnTo>
                  <a:lnTo>
                    <a:pt x="746125" y="2162175"/>
                  </a:lnTo>
                  <a:lnTo>
                    <a:pt x="447675" y="1968500"/>
                  </a:lnTo>
                  <a:lnTo>
                    <a:pt x="479425" y="1908175"/>
                  </a:lnTo>
                  <a:lnTo>
                    <a:pt x="517525" y="1908175"/>
                  </a:lnTo>
                  <a:lnTo>
                    <a:pt x="473075" y="1825625"/>
                  </a:lnTo>
                  <a:cubicBezTo>
                    <a:pt x="472017" y="1750483"/>
                    <a:pt x="470958" y="1675342"/>
                    <a:pt x="469900" y="1600200"/>
                  </a:cubicBezTo>
                  <a:lnTo>
                    <a:pt x="377825" y="1600200"/>
                  </a:lnTo>
                  <a:lnTo>
                    <a:pt x="342900" y="1631950"/>
                  </a:lnTo>
                  <a:lnTo>
                    <a:pt x="285750" y="1587500"/>
                  </a:lnTo>
                  <a:lnTo>
                    <a:pt x="152400" y="1663700"/>
                  </a:lnTo>
                  <a:lnTo>
                    <a:pt x="73025" y="1641475"/>
                  </a:lnTo>
                  <a:lnTo>
                    <a:pt x="95250" y="1558925"/>
                  </a:lnTo>
                  <a:lnTo>
                    <a:pt x="98425" y="1514475"/>
                  </a:lnTo>
                  <a:lnTo>
                    <a:pt x="53975" y="1498600"/>
                  </a:lnTo>
                  <a:lnTo>
                    <a:pt x="114300" y="1422400"/>
                  </a:lnTo>
                  <a:lnTo>
                    <a:pt x="152400" y="1425575"/>
                  </a:lnTo>
                  <a:lnTo>
                    <a:pt x="168275" y="1412875"/>
                  </a:lnTo>
                  <a:lnTo>
                    <a:pt x="117475" y="1304925"/>
                  </a:lnTo>
                  <a:lnTo>
                    <a:pt x="171450" y="1244600"/>
                  </a:lnTo>
                  <a:lnTo>
                    <a:pt x="146050" y="1206500"/>
                  </a:lnTo>
                  <a:lnTo>
                    <a:pt x="193675" y="1127125"/>
                  </a:lnTo>
                  <a:lnTo>
                    <a:pt x="161925" y="1117600"/>
                  </a:lnTo>
                  <a:lnTo>
                    <a:pt x="95250" y="1104900"/>
                  </a:lnTo>
                  <a:lnTo>
                    <a:pt x="146050" y="955675"/>
                  </a:lnTo>
                  <a:lnTo>
                    <a:pt x="60325" y="958850"/>
                  </a:lnTo>
                  <a:lnTo>
                    <a:pt x="60325" y="885825"/>
                  </a:lnTo>
                  <a:lnTo>
                    <a:pt x="95250" y="844550"/>
                  </a:lnTo>
                  <a:lnTo>
                    <a:pt x="0" y="695325"/>
                  </a:lnTo>
                  <a:lnTo>
                    <a:pt x="44450" y="635000"/>
                  </a:lnTo>
                  <a:lnTo>
                    <a:pt x="146050" y="654050"/>
                  </a:lnTo>
                  <a:lnTo>
                    <a:pt x="196850" y="695325"/>
                  </a:lnTo>
                  <a:lnTo>
                    <a:pt x="266700" y="587375"/>
                  </a:lnTo>
                  <a:lnTo>
                    <a:pt x="301625" y="647700"/>
                  </a:lnTo>
                  <a:lnTo>
                    <a:pt x="396875" y="638175"/>
                  </a:lnTo>
                  <a:lnTo>
                    <a:pt x="425450" y="184150"/>
                  </a:lnTo>
                  <a:lnTo>
                    <a:pt x="422275" y="130175"/>
                  </a:lnTo>
                  <a:cubicBezTo>
                    <a:pt x="456142" y="86783"/>
                    <a:pt x="497152" y="60061"/>
                    <a:pt x="523875" y="0"/>
                  </a:cubicBezTo>
                  <a:close/>
                </a:path>
              </a:pathLst>
            </a:custGeom>
            <a:solidFill>
              <a:srgbClr val="ED7D31">
                <a:lumMod val="20000"/>
                <a:lumOff val="80000"/>
              </a:srgbClr>
            </a:solidFill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97" charset="-128"/>
                <a:cs typeface="Calibri" panose="020F0502020204030204" pitchFamily="34" charset="0"/>
              </a:endParaRPr>
            </a:p>
          </p:txBody>
        </p:sp>
        <p:sp>
          <p:nvSpPr>
            <p:cNvPr id="9" name="Freeform: Shape 369">
              <a:extLst>
                <a:ext uri="{FF2B5EF4-FFF2-40B4-BE49-F238E27FC236}">
                  <a16:creationId xmlns:a16="http://schemas.microsoft.com/office/drawing/2014/main" xmlns="" id="{5C97F46A-2F41-4BAC-8801-CAD87DE33D03}"/>
                </a:ext>
              </a:extLst>
            </p:cNvPr>
            <p:cNvSpPr/>
            <p:nvPr/>
          </p:nvSpPr>
          <p:spPr>
            <a:xfrm>
              <a:off x="8957868" y="3010000"/>
              <a:ext cx="1362413" cy="1904072"/>
            </a:xfrm>
            <a:custGeom>
              <a:avLst/>
              <a:gdLst>
                <a:gd name="connsiteX0" fmla="*/ 483393 w 1624012"/>
                <a:gd name="connsiteY0" fmla="*/ 0 h 2162175"/>
                <a:gd name="connsiteX1" fmla="*/ 514350 w 1624012"/>
                <a:gd name="connsiteY1" fmla="*/ 59531 h 2162175"/>
                <a:gd name="connsiteX2" fmla="*/ 423862 w 1624012"/>
                <a:gd name="connsiteY2" fmla="*/ 116681 h 2162175"/>
                <a:gd name="connsiteX3" fmla="*/ 442912 w 1624012"/>
                <a:gd name="connsiteY3" fmla="*/ 209550 h 2162175"/>
                <a:gd name="connsiteX4" fmla="*/ 469106 w 1624012"/>
                <a:gd name="connsiteY4" fmla="*/ 238125 h 2162175"/>
                <a:gd name="connsiteX5" fmla="*/ 442912 w 1624012"/>
                <a:gd name="connsiteY5" fmla="*/ 283369 h 2162175"/>
                <a:gd name="connsiteX6" fmla="*/ 416718 w 1624012"/>
                <a:gd name="connsiteY6" fmla="*/ 285750 h 2162175"/>
                <a:gd name="connsiteX7" fmla="*/ 407193 w 1624012"/>
                <a:gd name="connsiteY7" fmla="*/ 323850 h 2162175"/>
                <a:gd name="connsiteX8" fmla="*/ 407193 w 1624012"/>
                <a:gd name="connsiteY8" fmla="*/ 323850 h 2162175"/>
                <a:gd name="connsiteX9" fmla="*/ 354806 w 1624012"/>
                <a:gd name="connsiteY9" fmla="*/ 314325 h 2162175"/>
                <a:gd name="connsiteX10" fmla="*/ 319087 w 1624012"/>
                <a:gd name="connsiteY10" fmla="*/ 316706 h 2162175"/>
                <a:gd name="connsiteX11" fmla="*/ 307181 w 1624012"/>
                <a:gd name="connsiteY11" fmla="*/ 397669 h 2162175"/>
                <a:gd name="connsiteX12" fmla="*/ 252412 w 1624012"/>
                <a:gd name="connsiteY12" fmla="*/ 381000 h 2162175"/>
                <a:gd name="connsiteX13" fmla="*/ 152400 w 1624012"/>
                <a:gd name="connsiteY13" fmla="*/ 352425 h 2162175"/>
                <a:gd name="connsiteX14" fmla="*/ 0 w 1624012"/>
                <a:gd name="connsiteY14" fmla="*/ 345281 h 2162175"/>
                <a:gd name="connsiteX15" fmla="*/ 19050 w 1624012"/>
                <a:gd name="connsiteY15" fmla="*/ 381000 h 2162175"/>
                <a:gd name="connsiteX16" fmla="*/ 133350 w 1624012"/>
                <a:gd name="connsiteY16" fmla="*/ 419100 h 2162175"/>
                <a:gd name="connsiteX17" fmla="*/ 135731 w 1624012"/>
                <a:gd name="connsiteY17" fmla="*/ 595312 h 2162175"/>
                <a:gd name="connsiteX18" fmla="*/ 195262 w 1624012"/>
                <a:gd name="connsiteY18" fmla="*/ 590550 h 2162175"/>
                <a:gd name="connsiteX19" fmla="*/ 238125 w 1624012"/>
                <a:gd name="connsiteY19" fmla="*/ 647700 h 2162175"/>
                <a:gd name="connsiteX20" fmla="*/ 300037 w 1624012"/>
                <a:gd name="connsiteY20" fmla="*/ 652462 h 2162175"/>
                <a:gd name="connsiteX21" fmla="*/ 300037 w 1624012"/>
                <a:gd name="connsiteY21" fmla="*/ 685800 h 2162175"/>
                <a:gd name="connsiteX22" fmla="*/ 230981 w 1624012"/>
                <a:gd name="connsiteY22" fmla="*/ 692944 h 2162175"/>
                <a:gd name="connsiteX23" fmla="*/ 230981 w 1624012"/>
                <a:gd name="connsiteY23" fmla="*/ 842962 h 2162175"/>
                <a:gd name="connsiteX24" fmla="*/ 138112 w 1624012"/>
                <a:gd name="connsiteY24" fmla="*/ 842962 h 2162175"/>
                <a:gd name="connsiteX25" fmla="*/ 140493 w 1624012"/>
                <a:gd name="connsiteY25" fmla="*/ 883444 h 2162175"/>
                <a:gd name="connsiteX26" fmla="*/ 142875 w 1624012"/>
                <a:gd name="connsiteY26" fmla="*/ 992981 h 2162175"/>
                <a:gd name="connsiteX27" fmla="*/ 133350 w 1624012"/>
                <a:gd name="connsiteY27" fmla="*/ 1107281 h 2162175"/>
                <a:gd name="connsiteX28" fmla="*/ 140493 w 1624012"/>
                <a:gd name="connsiteY28" fmla="*/ 1193006 h 2162175"/>
                <a:gd name="connsiteX29" fmla="*/ 69056 w 1624012"/>
                <a:gd name="connsiteY29" fmla="*/ 1271587 h 2162175"/>
                <a:gd name="connsiteX30" fmla="*/ 176212 w 1624012"/>
                <a:gd name="connsiteY30" fmla="*/ 1269206 h 2162175"/>
                <a:gd name="connsiteX31" fmla="*/ 223837 w 1624012"/>
                <a:gd name="connsiteY31" fmla="*/ 1226344 h 2162175"/>
                <a:gd name="connsiteX32" fmla="*/ 271462 w 1624012"/>
                <a:gd name="connsiteY32" fmla="*/ 1333500 h 2162175"/>
                <a:gd name="connsiteX33" fmla="*/ 407193 w 1624012"/>
                <a:gd name="connsiteY33" fmla="*/ 1366837 h 2162175"/>
                <a:gd name="connsiteX34" fmla="*/ 392906 w 1624012"/>
                <a:gd name="connsiteY34" fmla="*/ 1464469 h 2162175"/>
                <a:gd name="connsiteX35" fmla="*/ 311943 w 1624012"/>
                <a:gd name="connsiteY35" fmla="*/ 1519237 h 2162175"/>
                <a:gd name="connsiteX36" fmla="*/ 266700 w 1624012"/>
                <a:gd name="connsiteY36" fmla="*/ 1521619 h 2162175"/>
                <a:gd name="connsiteX37" fmla="*/ 264318 w 1624012"/>
                <a:gd name="connsiteY37" fmla="*/ 1550194 h 2162175"/>
                <a:gd name="connsiteX38" fmla="*/ 219075 w 1624012"/>
                <a:gd name="connsiteY38" fmla="*/ 1550194 h 2162175"/>
                <a:gd name="connsiteX39" fmla="*/ 195262 w 1624012"/>
                <a:gd name="connsiteY39" fmla="*/ 1528762 h 2162175"/>
                <a:gd name="connsiteX40" fmla="*/ 104775 w 1624012"/>
                <a:gd name="connsiteY40" fmla="*/ 1519237 h 2162175"/>
                <a:gd name="connsiteX41" fmla="*/ 100012 w 1624012"/>
                <a:gd name="connsiteY41" fmla="*/ 1652587 h 2162175"/>
                <a:gd name="connsiteX42" fmla="*/ 66675 w 1624012"/>
                <a:gd name="connsiteY42" fmla="*/ 1683544 h 2162175"/>
                <a:gd name="connsiteX43" fmla="*/ 66675 w 1624012"/>
                <a:gd name="connsiteY43" fmla="*/ 1714500 h 2162175"/>
                <a:gd name="connsiteX44" fmla="*/ 116681 w 1624012"/>
                <a:gd name="connsiteY44" fmla="*/ 1724025 h 2162175"/>
                <a:gd name="connsiteX45" fmla="*/ 128587 w 1624012"/>
                <a:gd name="connsiteY45" fmla="*/ 1778794 h 2162175"/>
                <a:gd name="connsiteX46" fmla="*/ 238125 w 1624012"/>
                <a:gd name="connsiteY46" fmla="*/ 1804987 h 2162175"/>
                <a:gd name="connsiteX47" fmla="*/ 147637 w 1624012"/>
                <a:gd name="connsiteY47" fmla="*/ 2074069 h 2162175"/>
                <a:gd name="connsiteX48" fmla="*/ 190500 w 1624012"/>
                <a:gd name="connsiteY48" fmla="*/ 2095500 h 2162175"/>
                <a:gd name="connsiteX49" fmla="*/ 254793 w 1624012"/>
                <a:gd name="connsiteY49" fmla="*/ 2085975 h 2162175"/>
                <a:gd name="connsiteX50" fmla="*/ 330993 w 1624012"/>
                <a:gd name="connsiteY50" fmla="*/ 2162175 h 2162175"/>
                <a:gd name="connsiteX51" fmla="*/ 388143 w 1624012"/>
                <a:gd name="connsiteY51" fmla="*/ 2133600 h 2162175"/>
                <a:gd name="connsiteX52" fmla="*/ 433387 w 1624012"/>
                <a:gd name="connsiteY52" fmla="*/ 2133600 h 2162175"/>
                <a:gd name="connsiteX53" fmla="*/ 464343 w 1624012"/>
                <a:gd name="connsiteY53" fmla="*/ 1950244 h 2162175"/>
                <a:gd name="connsiteX54" fmla="*/ 481012 w 1624012"/>
                <a:gd name="connsiteY54" fmla="*/ 1921669 h 2162175"/>
                <a:gd name="connsiteX55" fmla="*/ 507206 w 1624012"/>
                <a:gd name="connsiteY55" fmla="*/ 1940719 h 2162175"/>
                <a:gd name="connsiteX56" fmla="*/ 631031 w 1624012"/>
                <a:gd name="connsiteY56" fmla="*/ 1952625 h 2162175"/>
                <a:gd name="connsiteX57" fmla="*/ 666750 w 1624012"/>
                <a:gd name="connsiteY57" fmla="*/ 1964531 h 2162175"/>
                <a:gd name="connsiteX58" fmla="*/ 669131 w 1624012"/>
                <a:gd name="connsiteY58" fmla="*/ 1902619 h 2162175"/>
                <a:gd name="connsiteX59" fmla="*/ 719137 w 1624012"/>
                <a:gd name="connsiteY59" fmla="*/ 1883569 h 2162175"/>
                <a:gd name="connsiteX60" fmla="*/ 776287 w 1624012"/>
                <a:gd name="connsiteY60" fmla="*/ 1812131 h 2162175"/>
                <a:gd name="connsiteX61" fmla="*/ 792956 w 1624012"/>
                <a:gd name="connsiteY61" fmla="*/ 1797844 h 2162175"/>
                <a:gd name="connsiteX62" fmla="*/ 926306 w 1624012"/>
                <a:gd name="connsiteY62" fmla="*/ 1802606 h 2162175"/>
                <a:gd name="connsiteX63" fmla="*/ 966787 w 1624012"/>
                <a:gd name="connsiteY63" fmla="*/ 1809750 h 2162175"/>
                <a:gd name="connsiteX64" fmla="*/ 1000125 w 1624012"/>
                <a:gd name="connsiteY64" fmla="*/ 1747837 h 2162175"/>
                <a:gd name="connsiteX65" fmla="*/ 1066800 w 1624012"/>
                <a:gd name="connsiteY65" fmla="*/ 1712119 h 2162175"/>
                <a:gd name="connsiteX66" fmla="*/ 1095375 w 1624012"/>
                <a:gd name="connsiteY66" fmla="*/ 1707356 h 2162175"/>
                <a:gd name="connsiteX67" fmla="*/ 1119187 w 1624012"/>
                <a:gd name="connsiteY67" fmla="*/ 1683544 h 2162175"/>
                <a:gd name="connsiteX68" fmla="*/ 1140618 w 1624012"/>
                <a:gd name="connsiteY68" fmla="*/ 1704975 h 2162175"/>
                <a:gd name="connsiteX69" fmla="*/ 1154906 w 1624012"/>
                <a:gd name="connsiteY69" fmla="*/ 1750219 h 2162175"/>
                <a:gd name="connsiteX70" fmla="*/ 1150143 w 1624012"/>
                <a:gd name="connsiteY70" fmla="*/ 1895475 h 2162175"/>
                <a:gd name="connsiteX71" fmla="*/ 1259681 w 1624012"/>
                <a:gd name="connsiteY71" fmla="*/ 1864519 h 2162175"/>
                <a:gd name="connsiteX72" fmla="*/ 1269206 w 1624012"/>
                <a:gd name="connsiteY72" fmla="*/ 1843087 h 2162175"/>
                <a:gd name="connsiteX73" fmla="*/ 1340643 w 1624012"/>
                <a:gd name="connsiteY73" fmla="*/ 1812131 h 2162175"/>
                <a:gd name="connsiteX74" fmla="*/ 1371600 w 1624012"/>
                <a:gd name="connsiteY74" fmla="*/ 1785937 h 2162175"/>
                <a:gd name="connsiteX75" fmla="*/ 1419225 w 1624012"/>
                <a:gd name="connsiteY75" fmla="*/ 1783556 h 2162175"/>
                <a:gd name="connsiteX76" fmla="*/ 1457325 w 1624012"/>
                <a:gd name="connsiteY76" fmla="*/ 1752600 h 2162175"/>
                <a:gd name="connsiteX77" fmla="*/ 1478756 w 1624012"/>
                <a:gd name="connsiteY77" fmla="*/ 1690687 h 2162175"/>
                <a:gd name="connsiteX78" fmla="*/ 1504950 w 1624012"/>
                <a:gd name="connsiteY78" fmla="*/ 1654969 h 2162175"/>
                <a:gd name="connsiteX79" fmla="*/ 1585912 w 1624012"/>
                <a:gd name="connsiteY79" fmla="*/ 1633537 h 2162175"/>
                <a:gd name="connsiteX80" fmla="*/ 1616868 w 1624012"/>
                <a:gd name="connsiteY80" fmla="*/ 1574006 h 2162175"/>
                <a:gd name="connsiteX81" fmla="*/ 1624012 w 1624012"/>
                <a:gd name="connsiteY81" fmla="*/ 1554956 h 2162175"/>
                <a:gd name="connsiteX82" fmla="*/ 1585912 w 1624012"/>
                <a:gd name="connsiteY82" fmla="*/ 1473994 h 2162175"/>
                <a:gd name="connsiteX83" fmla="*/ 1612106 w 1624012"/>
                <a:gd name="connsiteY83" fmla="*/ 1443037 h 2162175"/>
                <a:gd name="connsiteX84" fmla="*/ 1600200 w 1624012"/>
                <a:gd name="connsiteY84" fmla="*/ 1397794 h 2162175"/>
                <a:gd name="connsiteX85" fmla="*/ 1574006 w 1624012"/>
                <a:gd name="connsiteY85" fmla="*/ 1378744 h 2162175"/>
                <a:gd name="connsiteX86" fmla="*/ 1593056 w 1624012"/>
                <a:gd name="connsiteY86" fmla="*/ 1283494 h 2162175"/>
                <a:gd name="connsiteX87" fmla="*/ 1390650 w 1624012"/>
                <a:gd name="connsiteY87" fmla="*/ 1243012 h 2162175"/>
                <a:gd name="connsiteX88" fmla="*/ 1350168 w 1624012"/>
                <a:gd name="connsiteY88" fmla="*/ 1259681 h 2162175"/>
                <a:gd name="connsiteX89" fmla="*/ 1295400 w 1624012"/>
                <a:gd name="connsiteY89" fmla="*/ 1245394 h 2162175"/>
                <a:gd name="connsiteX90" fmla="*/ 1345406 w 1624012"/>
                <a:gd name="connsiteY90" fmla="*/ 1193006 h 2162175"/>
                <a:gd name="connsiteX91" fmla="*/ 1350168 w 1624012"/>
                <a:gd name="connsiteY91" fmla="*/ 1152525 h 2162175"/>
                <a:gd name="connsiteX92" fmla="*/ 1302543 w 1624012"/>
                <a:gd name="connsiteY92" fmla="*/ 1150144 h 2162175"/>
                <a:gd name="connsiteX93" fmla="*/ 1350168 w 1624012"/>
                <a:gd name="connsiteY93" fmla="*/ 1000125 h 2162175"/>
                <a:gd name="connsiteX94" fmla="*/ 1397793 w 1624012"/>
                <a:gd name="connsiteY94" fmla="*/ 1000125 h 2162175"/>
                <a:gd name="connsiteX95" fmla="*/ 1454943 w 1624012"/>
                <a:gd name="connsiteY95" fmla="*/ 857250 h 2162175"/>
                <a:gd name="connsiteX96" fmla="*/ 1512093 w 1624012"/>
                <a:gd name="connsiteY96" fmla="*/ 862012 h 2162175"/>
                <a:gd name="connsiteX97" fmla="*/ 1533525 w 1624012"/>
                <a:gd name="connsiteY97" fmla="*/ 766762 h 2162175"/>
                <a:gd name="connsiteX98" fmla="*/ 1497806 w 1624012"/>
                <a:gd name="connsiteY98" fmla="*/ 704850 h 2162175"/>
                <a:gd name="connsiteX99" fmla="*/ 1457325 w 1624012"/>
                <a:gd name="connsiteY99" fmla="*/ 757237 h 2162175"/>
                <a:gd name="connsiteX100" fmla="*/ 1400175 w 1624012"/>
                <a:gd name="connsiteY100" fmla="*/ 733425 h 2162175"/>
                <a:gd name="connsiteX101" fmla="*/ 1359693 w 1624012"/>
                <a:gd name="connsiteY101" fmla="*/ 738187 h 2162175"/>
                <a:gd name="connsiteX102" fmla="*/ 1323975 w 1624012"/>
                <a:gd name="connsiteY102" fmla="*/ 661987 h 2162175"/>
                <a:gd name="connsiteX103" fmla="*/ 1376362 w 1624012"/>
                <a:gd name="connsiteY103" fmla="*/ 609600 h 2162175"/>
                <a:gd name="connsiteX104" fmla="*/ 1095375 w 1624012"/>
                <a:gd name="connsiteY104" fmla="*/ 423862 h 2162175"/>
                <a:gd name="connsiteX105" fmla="*/ 1126331 w 1624012"/>
                <a:gd name="connsiteY105" fmla="*/ 364331 h 2162175"/>
                <a:gd name="connsiteX106" fmla="*/ 1169193 w 1624012"/>
                <a:gd name="connsiteY106" fmla="*/ 366712 h 2162175"/>
                <a:gd name="connsiteX107" fmla="*/ 1123950 w 1624012"/>
                <a:gd name="connsiteY107" fmla="*/ 273844 h 2162175"/>
                <a:gd name="connsiteX108" fmla="*/ 1112043 w 1624012"/>
                <a:gd name="connsiteY108" fmla="*/ 54769 h 2162175"/>
                <a:gd name="connsiteX109" fmla="*/ 1021556 w 1624012"/>
                <a:gd name="connsiteY109" fmla="*/ 57150 h 2162175"/>
                <a:gd name="connsiteX110" fmla="*/ 983456 w 1624012"/>
                <a:gd name="connsiteY110" fmla="*/ 88106 h 2162175"/>
                <a:gd name="connsiteX111" fmla="*/ 923925 w 1624012"/>
                <a:gd name="connsiteY111" fmla="*/ 40481 h 2162175"/>
                <a:gd name="connsiteX112" fmla="*/ 792956 w 1624012"/>
                <a:gd name="connsiteY112" fmla="*/ 114300 h 2162175"/>
                <a:gd name="connsiteX113" fmla="*/ 711993 w 1624012"/>
                <a:gd name="connsiteY113" fmla="*/ 102394 h 2162175"/>
                <a:gd name="connsiteX114" fmla="*/ 726281 w 1624012"/>
                <a:gd name="connsiteY114" fmla="*/ 66675 h 2162175"/>
                <a:gd name="connsiteX115" fmla="*/ 483393 w 1624012"/>
                <a:gd name="connsiteY115" fmla="*/ 0 h 216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624012" h="2162175">
                  <a:moveTo>
                    <a:pt x="483393" y="0"/>
                  </a:moveTo>
                  <a:lnTo>
                    <a:pt x="514350" y="59531"/>
                  </a:lnTo>
                  <a:lnTo>
                    <a:pt x="423862" y="116681"/>
                  </a:lnTo>
                  <a:lnTo>
                    <a:pt x="442912" y="209550"/>
                  </a:lnTo>
                  <a:lnTo>
                    <a:pt x="469106" y="238125"/>
                  </a:lnTo>
                  <a:lnTo>
                    <a:pt x="442912" y="283369"/>
                  </a:lnTo>
                  <a:lnTo>
                    <a:pt x="416718" y="285750"/>
                  </a:lnTo>
                  <a:lnTo>
                    <a:pt x="407193" y="323850"/>
                  </a:lnTo>
                  <a:lnTo>
                    <a:pt x="407193" y="323850"/>
                  </a:lnTo>
                  <a:lnTo>
                    <a:pt x="354806" y="314325"/>
                  </a:lnTo>
                  <a:lnTo>
                    <a:pt x="319087" y="316706"/>
                  </a:lnTo>
                  <a:lnTo>
                    <a:pt x="307181" y="397669"/>
                  </a:lnTo>
                  <a:lnTo>
                    <a:pt x="252412" y="381000"/>
                  </a:lnTo>
                  <a:lnTo>
                    <a:pt x="152400" y="352425"/>
                  </a:lnTo>
                  <a:lnTo>
                    <a:pt x="0" y="345281"/>
                  </a:lnTo>
                  <a:lnTo>
                    <a:pt x="19050" y="381000"/>
                  </a:lnTo>
                  <a:lnTo>
                    <a:pt x="133350" y="419100"/>
                  </a:lnTo>
                  <a:cubicBezTo>
                    <a:pt x="134144" y="477837"/>
                    <a:pt x="134937" y="536575"/>
                    <a:pt x="135731" y="595312"/>
                  </a:cubicBezTo>
                  <a:lnTo>
                    <a:pt x="195262" y="590550"/>
                  </a:lnTo>
                  <a:lnTo>
                    <a:pt x="238125" y="647700"/>
                  </a:lnTo>
                  <a:lnTo>
                    <a:pt x="300037" y="652462"/>
                  </a:lnTo>
                  <a:lnTo>
                    <a:pt x="300037" y="685800"/>
                  </a:lnTo>
                  <a:lnTo>
                    <a:pt x="230981" y="692944"/>
                  </a:lnTo>
                  <a:lnTo>
                    <a:pt x="230981" y="842962"/>
                  </a:lnTo>
                  <a:lnTo>
                    <a:pt x="138112" y="842962"/>
                  </a:lnTo>
                  <a:lnTo>
                    <a:pt x="140493" y="883444"/>
                  </a:lnTo>
                  <a:lnTo>
                    <a:pt x="142875" y="992981"/>
                  </a:lnTo>
                  <a:lnTo>
                    <a:pt x="133350" y="1107281"/>
                  </a:lnTo>
                  <a:lnTo>
                    <a:pt x="140493" y="1193006"/>
                  </a:lnTo>
                  <a:lnTo>
                    <a:pt x="69056" y="1271587"/>
                  </a:lnTo>
                  <a:lnTo>
                    <a:pt x="176212" y="1269206"/>
                  </a:lnTo>
                  <a:lnTo>
                    <a:pt x="223837" y="1226344"/>
                  </a:lnTo>
                  <a:lnTo>
                    <a:pt x="271462" y="1333500"/>
                  </a:lnTo>
                  <a:lnTo>
                    <a:pt x="407193" y="1366837"/>
                  </a:lnTo>
                  <a:lnTo>
                    <a:pt x="392906" y="1464469"/>
                  </a:lnTo>
                  <a:lnTo>
                    <a:pt x="311943" y="1519237"/>
                  </a:lnTo>
                  <a:lnTo>
                    <a:pt x="266700" y="1521619"/>
                  </a:lnTo>
                  <a:lnTo>
                    <a:pt x="264318" y="1550194"/>
                  </a:lnTo>
                  <a:lnTo>
                    <a:pt x="219075" y="1550194"/>
                  </a:lnTo>
                  <a:lnTo>
                    <a:pt x="195262" y="1528762"/>
                  </a:lnTo>
                  <a:lnTo>
                    <a:pt x="104775" y="1519237"/>
                  </a:lnTo>
                  <a:lnTo>
                    <a:pt x="100012" y="1652587"/>
                  </a:lnTo>
                  <a:lnTo>
                    <a:pt x="66675" y="1683544"/>
                  </a:lnTo>
                  <a:lnTo>
                    <a:pt x="66675" y="1714500"/>
                  </a:lnTo>
                  <a:lnTo>
                    <a:pt x="116681" y="1724025"/>
                  </a:lnTo>
                  <a:lnTo>
                    <a:pt x="128587" y="1778794"/>
                  </a:lnTo>
                  <a:lnTo>
                    <a:pt x="238125" y="1804987"/>
                  </a:lnTo>
                  <a:lnTo>
                    <a:pt x="147637" y="2074069"/>
                  </a:lnTo>
                  <a:lnTo>
                    <a:pt x="190500" y="2095500"/>
                  </a:lnTo>
                  <a:lnTo>
                    <a:pt x="254793" y="2085975"/>
                  </a:lnTo>
                  <a:lnTo>
                    <a:pt x="330993" y="2162175"/>
                  </a:lnTo>
                  <a:lnTo>
                    <a:pt x="388143" y="2133600"/>
                  </a:lnTo>
                  <a:lnTo>
                    <a:pt x="433387" y="2133600"/>
                  </a:lnTo>
                  <a:lnTo>
                    <a:pt x="464343" y="1950244"/>
                  </a:lnTo>
                  <a:lnTo>
                    <a:pt x="481012" y="1921669"/>
                  </a:lnTo>
                  <a:lnTo>
                    <a:pt x="507206" y="1940719"/>
                  </a:lnTo>
                  <a:lnTo>
                    <a:pt x="631031" y="1952625"/>
                  </a:lnTo>
                  <a:lnTo>
                    <a:pt x="666750" y="1964531"/>
                  </a:lnTo>
                  <a:cubicBezTo>
                    <a:pt x="667544" y="1943894"/>
                    <a:pt x="668337" y="1923256"/>
                    <a:pt x="669131" y="1902619"/>
                  </a:cubicBezTo>
                  <a:lnTo>
                    <a:pt x="719137" y="1883569"/>
                  </a:lnTo>
                  <a:lnTo>
                    <a:pt x="776287" y="1812131"/>
                  </a:lnTo>
                  <a:lnTo>
                    <a:pt x="792956" y="1797844"/>
                  </a:lnTo>
                  <a:lnTo>
                    <a:pt x="926306" y="1802606"/>
                  </a:lnTo>
                  <a:lnTo>
                    <a:pt x="966787" y="1809750"/>
                  </a:lnTo>
                  <a:lnTo>
                    <a:pt x="1000125" y="1747837"/>
                  </a:lnTo>
                  <a:lnTo>
                    <a:pt x="1066800" y="1712119"/>
                  </a:lnTo>
                  <a:lnTo>
                    <a:pt x="1095375" y="1707356"/>
                  </a:lnTo>
                  <a:lnTo>
                    <a:pt x="1119187" y="1683544"/>
                  </a:lnTo>
                  <a:lnTo>
                    <a:pt x="1140618" y="1704975"/>
                  </a:lnTo>
                  <a:lnTo>
                    <a:pt x="1154906" y="1750219"/>
                  </a:lnTo>
                  <a:lnTo>
                    <a:pt x="1150143" y="1895475"/>
                  </a:lnTo>
                  <a:lnTo>
                    <a:pt x="1259681" y="1864519"/>
                  </a:lnTo>
                  <a:lnTo>
                    <a:pt x="1269206" y="1843087"/>
                  </a:lnTo>
                  <a:lnTo>
                    <a:pt x="1340643" y="1812131"/>
                  </a:lnTo>
                  <a:lnTo>
                    <a:pt x="1371600" y="1785937"/>
                  </a:lnTo>
                  <a:lnTo>
                    <a:pt x="1419225" y="1783556"/>
                  </a:lnTo>
                  <a:lnTo>
                    <a:pt x="1457325" y="1752600"/>
                  </a:lnTo>
                  <a:lnTo>
                    <a:pt x="1478756" y="1690687"/>
                  </a:lnTo>
                  <a:lnTo>
                    <a:pt x="1504950" y="1654969"/>
                  </a:lnTo>
                  <a:lnTo>
                    <a:pt x="1585912" y="1633537"/>
                  </a:lnTo>
                  <a:lnTo>
                    <a:pt x="1616868" y="1574006"/>
                  </a:lnTo>
                  <a:lnTo>
                    <a:pt x="1624012" y="1554956"/>
                  </a:lnTo>
                  <a:lnTo>
                    <a:pt x="1585912" y="1473994"/>
                  </a:lnTo>
                  <a:lnTo>
                    <a:pt x="1612106" y="1443037"/>
                  </a:lnTo>
                  <a:lnTo>
                    <a:pt x="1600200" y="1397794"/>
                  </a:lnTo>
                  <a:lnTo>
                    <a:pt x="1574006" y="1378744"/>
                  </a:lnTo>
                  <a:lnTo>
                    <a:pt x="1593056" y="1283494"/>
                  </a:lnTo>
                  <a:lnTo>
                    <a:pt x="1390650" y="1243012"/>
                  </a:lnTo>
                  <a:lnTo>
                    <a:pt x="1350168" y="1259681"/>
                  </a:lnTo>
                  <a:lnTo>
                    <a:pt x="1295400" y="1245394"/>
                  </a:lnTo>
                  <a:lnTo>
                    <a:pt x="1345406" y="1193006"/>
                  </a:lnTo>
                  <a:lnTo>
                    <a:pt x="1350168" y="1152525"/>
                  </a:lnTo>
                  <a:lnTo>
                    <a:pt x="1302543" y="1150144"/>
                  </a:lnTo>
                  <a:lnTo>
                    <a:pt x="1350168" y="1000125"/>
                  </a:lnTo>
                  <a:lnTo>
                    <a:pt x="1397793" y="1000125"/>
                  </a:lnTo>
                  <a:lnTo>
                    <a:pt x="1454943" y="857250"/>
                  </a:lnTo>
                  <a:lnTo>
                    <a:pt x="1512093" y="862012"/>
                  </a:lnTo>
                  <a:lnTo>
                    <a:pt x="1533525" y="766762"/>
                  </a:lnTo>
                  <a:lnTo>
                    <a:pt x="1497806" y="704850"/>
                  </a:lnTo>
                  <a:lnTo>
                    <a:pt x="1457325" y="757237"/>
                  </a:lnTo>
                  <a:lnTo>
                    <a:pt x="1400175" y="733425"/>
                  </a:lnTo>
                  <a:lnTo>
                    <a:pt x="1359693" y="738187"/>
                  </a:lnTo>
                  <a:lnTo>
                    <a:pt x="1323975" y="661987"/>
                  </a:lnTo>
                  <a:lnTo>
                    <a:pt x="1376362" y="609600"/>
                  </a:lnTo>
                  <a:lnTo>
                    <a:pt x="1095375" y="423862"/>
                  </a:lnTo>
                  <a:lnTo>
                    <a:pt x="1126331" y="364331"/>
                  </a:lnTo>
                  <a:lnTo>
                    <a:pt x="1169193" y="366712"/>
                  </a:lnTo>
                  <a:lnTo>
                    <a:pt x="1123950" y="273844"/>
                  </a:lnTo>
                  <a:lnTo>
                    <a:pt x="1112043" y="54769"/>
                  </a:lnTo>
                  <a:lnTo>
                    <a:pt x="1021556" y="57150"/>
                  </a:lnTo>
                  <a:lnTo>
                    <a:pt x="983456" y="88106"/>
                  </a:lnTo>
                  <a:lnTo>
                    <a:pt x="923925" y="40481"/>
                  </a:lnTo>
                  <a:lnTo>
                    <a:pt x="792956" y="114300"/>
                  </a:lnTo>
                  <a:lnTo>
                    <a:pt x="711993" y="102394"/>
                  </a:lnTo>
                  <a:lnTo>
                    <a:pt x="726281" y="66675"/>
                  </a:lnTo>
                  <a:lnTo>
                    <a:pt x="483393" y="0"/>
                  </a:lnTo>
                  <a:close/>
                </a:path>
              </a:pathLst>
            </a:custGeom>
            <a:solidFill>
              <a:srgbClr val="44546A">
                <a:lumMod val="40000"/>
                <a:lumOff val="60000"/>
              </a:srgbClr>
            </a:solidFill>
            <a:ln w="3175" cap="rnd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" name="Freeform: Shape 370">
              <a:extLst>
                <a:ext uri="{FF2B5EF4-FFF2-40B4-BE49-F238E27FC236}">
                  <a16:creationId xmlns:a16="http://schemas.microsoft.com/office/drawing/2014/main" xmlns="" id="{6D43A511-C6FC-408D-897E-5F6BE65A9982}"/>
                </a:ext>
              </a:extLst>
            </p:cNvPr>
            <p:cNvSpPr/>
            <p:nvPr/>
          </p:nvSpPr>
          <p:spPr>
            <a:xfrm>
              <a:off x="7701012" y="2732170"/>
              <a:ext cx="1652076" cy="2105383"/>
            </a:xfrm>
            <a:custGeom>
              <a:avLst/>
              <a:gdLst>
                <a:gd name="connsiteX0" fmla="*/ 185738 w 1969294"/>
                <a:gd name="connsiteY0" fmla="*/ 288131 h 2390775"/>
                <a:gd name="connsiteX1" fmla="*/ 207169 w 1969294"/>
                <a:gd name="connsiteY1" fmla="*/ 371475 h 2390775"/>
                <a:gd name="connsiteX2" fmla="*/ 214313 w 1969294"/>
                <a:gd name="connsiteY2" fmla="*/ 495300 h 2390775"/>
                <a:gd name="connsiteX3" fmla="*/ 171450 w 1969294"/>
                <a:gd name="connsiteY3" fmla="*/ 585787 h 2390775"/>
                <a:gd name="connsiteX4" fmla="*/ 214313 w 1969294"/>
                <a:gd name="connsiteY4" fmla="*/ 631031 h 2390775"/>
                <a:gd name="connsiteX5" fmla="*/ 197644 w 1969294"/>
                <a:gd name="connsiteY5" fmla="*/ 683418 h 2390775"/>
                <a:gd name="connsiteX6" fmla="*/ 157163 w 1969294"/>
                <a:gd name="connsiteY6" fmla="*/ 731043 h 2390775"/>
                <a:gd name="connsiteX7" fmla="*/ 161925 w 1969294"/>
                <a:gd name="connsiteY7" fmla="*/ 752475 h 2390775"/>
                <a:gd name="connsiteX8" fmla="*/ 173832 w 1969294"/>
                <a:gd name="connsiteY8" fmla="*/ 785812 h 2390775"/>
                <a:gd name="connsiteX9" fmla="*/ 221457 w 1969294"/>
                <a:gd name="connsiteY9" fmla="*/ 790575 h 2390775"/>
                <a:gd name="connsiteX10" fmla="*/ 223838 w 1969294"/>
                <a:gd name="connsiteY10" fmla="*/ 821531 h 2390775"/>
                <a:gd name="connsiteX11" fmla="*/ 216694 w 1969294"/>
                <a:gd name="connsiteY11" fmla="*/ 847725 h 2390775"/>
                <a:gd name="connsiteX12" fmla="*/ 214313 w 1969294"/>
                <a:gd name="connsiteY12" fmla="*/ 892968 h 2390775"/>
                <a:gd name="connsiteX13" fmla="*/ 192882 w 1969294"/>
                <a:gd name="connsiteY13" fmla="*/ 926306 h 2390775"/>
                <a:gd name="connsiteX14" fmla="*/ 228600 w 1969294"/>
                <a:gd name="connsiteY14" fmla="*/ 942975 h 2390775"/>
                <a:gd name="connsiteX15" fmla="*/ 254794 w 1969294"/>
                <a:gd name="connsiteY15" fmla="*/ 959643 h 2390775"/>
                <a:gd name="connsiteX16" fmla="*/ 338138 w 1969294"/>
                <a:gd name="connsiteY16" fmla="*/ 971550 h 2390775"/>
                <a:gd name="connsiteX17" fmla="*/ 338138 w 1969294"/>
                <a:gd name="connsiteY17" fmla="*/ 1045368 h 2390775"/>
                <a:gd name="connsiteX18" fmla="*/ 342900 w 1969294"/>
                <a:gd name="connsiteY18" fmla="*/ 1083468 h 2390775"/>
                <a:gd name="connsiteX19" fmla="*/ 300038 w 1969294"/>
                <a:gd name="connsiteY19" fmla="*/ 1135856 h 2390775"/>
                <a:gd name="connsiteX20" fmla="*/ 192882 w 1969294"/>
                <a:gd name="connsiteY20" fmla="*/ 1123950 h 2390775"/>
                <a:gd name="connsiteX21" fmla="*/ 159544 w 1969294"/>
                <a:gd name="connsiteY21" fmla="*/ 1243012 h 2390775"/>
                <a:gd name="connsiteX22" fmla="*/ 152400 w 1969294"/>
                <a:gd name="connsiteY22" fmla="*/ 1293018 h 2390775"/>
                <a:gd name="connsiteX23" fmla="*/ 95250 w 1969294"/>
                <a:gd name="connsiteY23" fmla="*/ 1371600 h 2390775"/>
                <a:gd name="connsiteX24" fmla="*/ 90488 w 1969294"/>
                <a:gd name="connsiteY24" fmla="*/ 1421606 h 2390775"/>
                <a:gd name="connsiteX25" fmla="*/ 9525 w 1969294"/>
                <a:gd name="connsiteY25" fmla="*/ 1426368 h 2390775"/>
                <a:gd name="connsiteX26" fmla="*/ 0 w 1969294"/>
                <a:gd name="connsiteY26" fmla="*/ 1533525 h 2390775"/>
                <a:gd name="connsiteX27" fmla="*/ 119063 w 1969294"/>
                <a:gd name="connsiteY27" fmla="*/ 1685925 h 2390775"/>
                <a:gd name="connsiteX28" fmla="*/ 135732 w 1969294"/>
                <a:gd name="connsiteY28" fmla="*/ 1612106 h 2390775"/>
                <a:gd name="connsiteX29" fmla="*/ 197644 w 1969294"/>
                <a:gd name="connsiteY29" fmla="*/ 1533525 h 2390775"/>
                <a:gd name="connsiteX30" fmla="*/ 238125 w 1969294"/>
                <a:gd name="connsiteY30" fmla="*/ 1543050 h 2390775"/>
                <a:gd name="connsiteX31" fmla="*/ 240507 w 1969294"/>
                <a:gd name="connsiteY31" fmla="*/ 1559718 h 2390775"/>
                <a:gd name="connsiteX32" fmla="*/ 228600 w 1969294"/>
                <a:gd name="connsiteY32" fmla="*/ 1600200 h 2390775"/>
                <a:gd name="connsiteX33" fmla="*/ 266700 w 1969294"/>
                <a:gd name="connsiteY33" fmla="*/ 1609725 h 2390775"/>
                <a:gd name="connsiteX34" fmla="*/ 292894 w 1969294"/>
                <a:gd name="connsiteY34" fmla="*/ 1654968 h 2390775"/>
                <a:gd name="connsiteX35" fmla="*/ 326232 w 1969294"/>
                <a:gd name="connsiteY35" fmla="*/ 1659731 h 2390775"/>
                <a:gd name="connsiteX36" fmla="*/ 328613 w 1969294"/>
                <a:gd name="connsiteY36" fmla="*/ 1714500 h 2390775"/>
                <a:gd name="connsiteX37" fmla="*/ 266700 w 1969294"/>
                <a:gd name="connsiteY37" fmla="*/ 1714500 h 2390775"/>
                <a:gd name="connsiteX38" fmla="*/ 271463 w 1969294"/>
                <a:gd name="connsiteY38" fmla="*/ 1743075 h 2390775"/>
                <a:gd name="connsiteX39" fmla="*/ 216694 w 1969294"/>
                <a:gd name="connsiteY39" fmla="*/ 1802606 h 2390775"/>
                <a:gd name="connsiteX40" fmla="*/ 228600 w 1969294"/>
                <a:gd name="connsiteY40" fmla="*/ 1835943 h 2390775"/>
                <a:gd name="connsiteX41" fmla="*/ 307182 w 1969294"/>
                <a:gd name="connsiteY41" fmla="*/ 1838325 h 2390775"/>
                <a:gd name="connsiteX42" fmla="*/ 311944 w 1969294"/>
                <a:gd name="connsiteY42" fmla="*/ 1893093 h 2390775"/>
                <a:gd name="connsiteX43" fmla="*/ 345282 w 1969294"/>
                <a:gd name="connsiteY43" fmla="*/ 1895475 h 2390775"/>
                <a:gd name="connsiteX44" fmla="*/ 376238 w 1969294"/>
                <a:gd name="connsiteY44" fmla="*/ 1943100 h 2390775"/>
                <a:gd name="connsiteX45" fmla="*/ 466725 w 1969294"/>
                <a:gd name="connsiteY45" fmla="*/ 1928812 h 2390775"/>
                <a:gd name="connsiteX46" fmla="*/ 531019 w 1969294"/>
                <a:gd name="connsiteY46" fmla="*/ 1897856 h 2390775"/>
                <a:gd name="connsiteX47" fmla="*/ 552450 w 1969294"/>
                <a:gd name="connsiteY47" fmla="*/ 1921668 h 2390775"/>
                <a:gd name="connsiteX48" fmla="*/ 576263 w 1969294"/>
                <a:gd name="connsiteY48" fmla="*/ 1881187 h 2390775"/>
                <a:gd name="connsiteX49" fmla="*/ 650082 w 1969294"/>
                <a:gd name="connsiteY49" fmla="*/ 1840706 h 2390775"/>
                <a:gd name="connsiteX50" fmla="*/ 666750 w 1969294"/>
                <a:gd name="connsiteY50" fmla="*/ 1857375 h 2390775"/>
                <a:gd name="connsiteX51" fmla="*/ 754857 w 1969294"/>
                <a:gd name="connsiteY51" fmla="*/ 1969293 h 2390775"/>
                <a:gd name="connsiteX52" fmla="*/ 816769 w 1969294"/>
                <a:gd name="connsiteY52" fmla="*/ 1969293 h 2390775"/>
                <a:gd name="connsiteX53" fmla="*/ 871538 w 1969294"/>
                <a:gd name="connsiteY53" fmla="*/ 1909762 h 2390775"/>
                <a:gd name="connsiteX54" fmla="*/ 928688 w 1969294"/>
                <a:gd name="connsiteY54" fmla="*/ 1945481 h 2390775"/>
                <a:gd name="connsiteX55" fmla="*/ 881063 w 1969294"/>
                <a:gd name="connsiteY55" fmla="*/ 2005012 h 2390775"/>
                <a:gd name="connsiteX56" fmla="*/ 881063 w 1969294"/>
                <a:gd name="connsiteY56" fmla="*/ 2043112 h 2390775"/>
                <a:gd name="connsiteX57" fmla="*/ 864394 w 1969294"/>
                <a:gd name="connsiteY57" fmla="*/ 2074068 h 2390775"/>
                <a:gd name="connsiteX58" fmla="*/ 904875 w 1969294"/>
                <a:gd name="connsiteY58" fmla="*/ 2112168 h 2390775"/>
                <a:gd name="connsiteX59" fmla="*/ 957263 w 1969294"/>
                <a:gd name="connsiteY59" fmla="*/ 2114550 h 2390775"/>
                <a:gd name="connsiteX60" fmla="*/ 992982 w 1969294"/>
                <a:gd name="connsiteY60" fmla="*/ 2159793 h 2390775"/>
                <a:gd name="connsiteX61" fmla="*/ 1033463 w 1969294"/>
                <a:gd name="connsiteY61" fmla="*/ 2119312 h 2390775"/>
                <a:gd name="connsiteX62" fmla="*/ 1100138 w 1969294"/>
                <a:gd name="connsiteY62" fmla="*/ 2095500 h 2390775"/>
                <a:gd name="connsiteX63" fmla="*/ 1100138 w 1969294"/>
                <a:gd name="connsiteY63" fmla="*/ 2040731 h 2390775"/>
                <a:gd name="connsiteX64" fmla="*/ 1135857 w 1969294"/>
                <a:gd name="connsiteY64" fmla="*/ 2028825 h 2390775"/>
                <a:gd name="connsiteX65" fmla="*/ 1145382 w 1969294"/>
                <a:gd name="connsiteY65" fmla="*/ 2000250 h 2390775"/>
                <a:gd name="connsiteX66" fmla="*/ 1152525 w 1969294"/>
                <a:gd name="connsiteY66" fmla="*/ 2000250 h 2390775"/>
                <a:gd name="connsiteX67" fmla="*/ 1159669 w 1969294"/>
                <a:gd name="connsiteY67" fmla="*/ 1974056 h 2390775"/>
                <a:gd name="connsiteX68" fmla="*/ 1262063 w 1969294"/>
                <a:gd name="connsiteY68" fmla="*/ 1997868 h 2390775"/>
                <a:gd name="connsiteX69" fmla="*/ 1285875 w 1969294"/>
                <a:gd name="connsiteY69" fmla="*/ 2019300 h 2390775"/>
                <a:gd name="connsiteX70" fmla="*/ 1266825 w 1969294"/>
                <a:gd name="connsiteY70" fmla="*/ 2055018 h 2390775"/>
                <a:gd name="connsiteX71" fmla="*/ 1254919 w 1969294"/>
                <a:gd name="connsiteY71" fmla="*/ 2093118 h 2390775"/>
                <a:gd name="connsiteX72" fmla="*/ 1254919 w 1969294"/>
                <a:gd name="connsiteY72" fmla="*/ 2093118 h 2390775"/>
                <a:gd name="connsiteX73" fmla="*/ 1264444 w 1969294"/>
                <a:gd name="connsiteY73" fmla="*/ 2159793 h 2390775"/>
                <a:gd name="connsiteX74" fmla="*/ 1252538 w 1969294"/>
                <a:gd name="connsiteY74" fmla="*/ 2205037 h 2390775"/>
                <a:gd name="connsiteX75" fmla="*/ 1247775 w 1969294"/>
                <a:gd name="connsiteY75" fmla="*/ 2266950 h 2390775"/>
                <a:gd name="connsiteX76" fmla="*/ 1388269 w 1969294"/>
                <a:gd name="connsiteY76" fmla="*/ 2266950 h 2390775"/>
                <a:gd name="connsiteX77" fmla="*/ 1426369 w 1969294"/>
                <a:gd name="connsiteY77" fmla="*/ 2328862 h 2390775"/>
                <a:gd name="connsiteX78" fmla="*/ 1419225 w 1969294"/>
                <a:gd name="connsiteY78" fmla="*/ 2366962 h 2390775"/>
                <a:gd name="connsiteX79" fmla="*/ 1481138 w 1969294"/>
                <a:gd name="connsiteY79" fmla="*/ 2390775 h 2390775"/>
                <a:gd name="connsiteX80" fmla="*/ 1574007 w 1969294"/>
                <a:gd name="connsiteY80" fmla="*/ 2381250 h 2390775"/>
                <a:gd name="connsiteX81" fmla="*/ 1650207 w 1969294"/>
                <a:gd name="connsiteY81" fmla="*/ 2388393 h 2390775"/>
                <a:gd name="connsiteX82" fmla="*/ 1731169 w 1969294"/>
                <a:gd name="connsiteY82" fmla="*/ 2121693 h 2390775"/>
                <a:gd name="connsiteX83" fmla="*/ 1626394 w 1969294"/>
                <a:gd name="connsiteY83" fmla="*/ 2095500 h 2390775"/>
                <a:gd name="connsiteX84" fmla="*/ 1614488 w 1969294"/>
                <a:gd name="connsiteY84" fmla="*/ 2035968 h 2390775"/>
                <a:gd name="connsiteX85" fmla="*/ 1566863 w 1969294"/>
                <a:gd name="connsiteY85" fmla="*/ 2035968 h 2390775"/>
                <a:gd name="connsiteX86" fmla="*/ 1566863 w 1969294"/>
                <a:gd name="connsiteY86" fmla="*/ 1997868 h 2390775"/>
                <a:gd name="connsiteX87" fmla="*/ 1597819 w 1969294"/>
                <a:gd name="connsiteY87" fmla="*/ 1959768 h 2390775"/>
                <a:gd name="connsiteX88" fmla="*/ 1607344 w 1969294"/>
                <a:gd name="connsiteY88" fmla="*/ 1833562 h 2390775"/>
                <a:gd name="connsiteX89" fmla="*/ 1688307 w 1969294"/>
                <a:gd name="connsiteY89" fmla="*/ 1847850 h 2390775"/>
                <a:gd name="connsiteX90" fmla="*/ 1721644 w 1969294"/>
                <a:gd name="connsiteY90" fmla="*/ 1866900 h 2390775"/>
                <a:gd name="connsiteX91" fmla="*/ 1759744 w 1969294"/>
                <a:gd name="connsiteY91" fmla="*/ 1869281 h 2390775"/>
                <a:gd name="connsiteX92" fmla="*/ 1764507 w 1969294"/>
                <a:gd name="connsiteY92" fmla="*/ 1835943 h 2390775"/>
                <a:gd name="connsiteX93" fmla="*/ 1814513 w 1969294"/>
                <a:gd name="connsiteY93" fmla="*/ 1838325 h 2390775"/>
                <a:gd name="connsiteX94" fmla="*/ 1888332 w 1969294"/>
                <a:gd name="connsiteY94" fmla="*/ 1778793 h 2390775"/>
                <a:gd name="connsiteX95" fmla="*/ 1897857 w 1969294"/>
                <a:gd name="connsiteY95" fmla="*/ 1683543 h 2390775"/>
                <a:gd name="connsiteX96" fmla="*/ 1766888 w 1969294"/>
                <a:gd name="connsiteY96" fmla="*/ 1647825 h 2390775"/>
                <a:gd name="connsiteX97" fmla="*/ 1719263 w 1969294"/>
                <a:gd name="connsiteY97" fmla="*/ 1540668 h 2390775"/>
                <a:gd name="connsiteX98" fmla="*/ 1678782 w 1969294"/>
                <a:gd name="connsiteY98" fmla="*/ 1578768 h 2390775"/>
                <a:gd name="connsiteX99" fmla="*/ 1559719 w 1969294"/>
                <a:gd name="connsiteY99" fmla="*/ 1588293 h 2390775"/>
                <a:gd name="connsiteX100" fmla="*/ 1638300 w 1969294"/>
                <a:gd name="connsiteY100" fmla="*/ 1502568 h 2390775"/>
                <a:gd name="connsiteX101" fmla="*/ 1635919 w 1969294"/>
                <a:gd name="connsiteY101" fmla="*/ 1154906 h 2390775"/>
                <a:gd name="connsiteX102" fmla="*/ 1731169 w 1969294"/>
                <a:gd name="connsiteY102" fmla="*/ 1154906 h 2390775"/>
                <a:gd name="connsiteX103" fmla="*/ 1731169 w 1969294"/>
                <a:gd name="connsiteY103" fmla="*/ 1012031 h 2390775"/>
                <a:gd name="connsiteX104" fmla="*/ 1800225 w 1969294"/>
                <a:gd name="connsiteY104" fmla="*/ 995362 h 2390775"/>
                <a:gd name="connsiteX105" fmla="*/ 1795463 w 1969294"/>
                <a:gd name="connsiteY105" fmla="*/ 964406 h 2390775"/>
                <a:gd name="connsiteX106" fmla="*/ 1735932 w 1969294"/>
                <a:gd name="connsiteY106" fmla="*/ 966787 h 2390775"/>
                <a:gd name="connsiteX107" fmla="*/ 1685925 w 1969294"/>
                <a:gd name="connsiteY107" fmla="*/ 909637 h 2390775"/>
                <a:gd name="connsiteX108" fmla="*/ 1633538 w 1969294"/>
                <a:gd name="connsiteY108" fmla="*/ 909637 h 2390775"/>
                <a:gd name="connsiteX109" fmla="*/ 1624013 w 1969294"/>
                <a:gd name="connsiteY109" fmla="*/ 728662 h 2390775"/>
                <a:gd name="connsiteX110" fmla="*/ 1512094 w 1969294"/>
                <a:gd name="connsiteY110" fmla="*/ 702468 h 2390775"/>
                <a:gd name="connsiteX111" fmla="*/ 1495425 w 1969294"/>
                <a:gd name="connsiteY111" fmla="*/ 652462 h 2390775"/>
                <a:gd name="connsiteX112" fmla="*/ 1650207 w 1969294"/>
                <a:gd name="connsiteY112" fmla="*/ 664368 h 2390775"/>
                <a:gd name="connsiteX113" fmla="*/ 1807369 w 1969294"/>
                <a:gd name="connsiteY113" fmla="*/ 716756 h 2390775"/>
                <a:gd name="connsiteX114" fmla="*/ 1812132 w 1969294"/>
                <a:gd name="connsiteY114" fmla="*/ 628650 h 2390775"/>
                <a:gd name="connsiteX115" fmla="*/ 1905000 w 1969294"/>
                <a:gd name="connsiteY115" fmla="*/ 640556 h 2390775"/>
                <a:gd name="connsiteX116" fmla="*/ 1912144 w 1969294"/>
                <a:gd name="connsiteY116" fmla="*/ 607218 h 2390775"/>
                <a:gd name="connsiteX117" fmla="*/ 1943100 w 1969294"/>
                <a:gd name="connsiteY117" fmla="*/ 597693 h 2390775"/>
                <a:gd name="connsiteX118" fmla="*/ 1966913 w 1969294"/>
                <a:gd name="connsiteY118" fmla="*/ 557212 h 2390775"/>
                <a:gd name="connsiteX119" fmla="*/ 1943100 w 1969294"/>
                <a:gd name="connsiteY119" fmla="*/ 521493 h 2390775"/>
                <a:gd name="connsiteX120" fmla="*/ 1969294 w 1969294"/>
                <a:gd name="connsiteY120" fmla="*/ 554831 h 2390775"/>
                <a:gd name="connsiteX121" fmla="*/ 1938338 w 1969294"/>
                <a:gd name="connsiteY121" fmla="*/ 602456 h 2390775"/>
                <a:gd name="connsiteX122" fmla="*/ 1878807 w 1969294"/>
                <a:gd name="connsiteY122" fmla="*/ 597693 h 2390775"/>
                <a:gd name="connsiteX123" fmla="*/ 1833563 w 1969294"/>
                <a:gd name="connsiteY123" fmla="*/ 552450 h 2390775"/>
                <a:gd name="connsiteX124" fmla="*/ 1824038 w 1969294"/>
                <a:gd name="connsiteY124" fmla="*/ 526256 h 2390775"/>
                <a:gd name="connsiteX125" fmla="*/ 1790700 w 1969294"/>
                <a:gd name="connsiteY125" fmla="*/ 504825 h 2390775"/>
                <a:gd name="connsiteX126" fmla="*/ 1790700 w 1969294"/>
                <a:gd name="connsiteY126" fmla="*/ 461962 h 2390775"/>
                <a:gd name="connsiteX127" fmla="*/ 1771650 w 1969294"/>
                <a:gd name="connsiteY127" fmla="*/ 450056 h 2390775"/>
                <a:gd name="connsiteX128" fmla="*/ 1754982 w 1969294"/>
                <a:gd name="connsiteY128" fmla="*/ 509587 h 2390775"/>
                <a:gd name="connsiteX129" fmla="*/ 1657350 w 1969294"/>
                <a:gd name="connsiteY129" fmla="*/ 502443 h 2390775"/>
                <a:gd name="connsiteX130" fmla="*/ 1616869 w 1969294"/>
                <a:gd name="connsiteY130" fmla="*/ 528637 h 2390775"/>
                <a:gd name="connsiteX131" fmla="*/ 1574007 w 1969294"/>
                <a:gd name="connsiteY131" fmla="*/ 509587 h 2390775"/>
                <a:gd name="connsiteX132" fmla="*/ 1528763 w 1969294"/>
                <a:gd name="connsiteY132" fmla="*/ 521493 h 2390775"/>
                <a:gd name="connsiteX133" fmla="*/ 1504950 w 1969294"/>
                <a:gd name="connsiteY133" fmla="*/ 504825 h 2390775"/>
                <a:gd name="connsiteX134" fmla="*/ 1466850 w 1969294"/>
                <a:gd name="connsiteY134" fmla="*/ 561975 h 2390775"/>
                <a:gd name="connsiteX135" fmla="*/ 1440657 w 1969294"/>
                <a:gd name="connsiteY135" fmla="*/ 528637 h 2390775"/>
                <a:gd name="connsiteX136" fmla="*/ 1409700 w 1969294"/>
                <a:gd name="connsiteY136" fmla="*/ 554831 h 2390775"/>
                <a:gd name="connsiteX137" fmla="*/ 1354932 w 1969294"/>
                <a:gd name="connsiteY137" fmla="*/ 516731 h 2390775"/>
                <a:gd name="connsiteX138" fmla="*/ 1354932 w 1969294"/>
                <a:gd name="connsiteY138" fmla="*/ 490537 h 2390775"/>
                <a:gd name="connsiteX139" fmla="*/ 1390650 w 1969294"/>
                <a:gd name="connsiteY139" fmla="*/ 483393 h 2390775"/>
                <a:gd name="connsiteX140" fmla="*/ 1412082 w 1969294"/>
                <a:gd name="connsiteY140" fmla="*/ 404812 h 2390775"/>
                <a:gd name="connsiteX141" fmla="*/ 1362075 w 1969294"/>
                <a:gd name="connsiteY141" fmla="*/ 402431 h 2390775"/>
                <a:gd name="connsiteX142" fmla="*/ 1359694 w 1969294"/>
                <a:gd name="connsiteY142" fmla="*/ 321468 h 2390775"/>
                <a:gd name="connsiteX143" fmla="*/ 1269207 w 1969294"/>
                <a:gd name="connsiteY143" fmla="*/ 326231 h 2390775"/>
                <a:gd name="connsiteX144" fmla="*/ 1262063 w 1969294"/>
                <a:gd name="connsiteY144" fmla="*/ 259556 h 2390775"/>
                <a:gd name="connsiteX145" fmla="*/ 1193007 w 1969294"/>
                <a:gd name="connsiteY145" fmla="*/ 254793 h 2390775"/>
                <a:gd name="connsiteX146" fmla="*/ 1123950 w 1969294"/>
                <a:gd name="connsiteY146" fmla="*/ 219075 h 2390775"/>
                <a:gd name="connsiteX147" fmla="*/ 1114425 w 1969294"/>
                <a:gd name="connsiteY147" fmla="*/ 328612 h 2390775"/>
                <a:gd name="connsiteX148" fmla="*/ 1033463 w 1969294"/>
                <a:gd name="connsiteY148" fmla="*/ 309562 h 2390775"/>
                <a:gd name="connsiteX149" fmla="*/ 959644 w 1969294"/>
                <a:gd name="connsiteY149" fmla="*/ 247650 h 2390775"/>
                <a:gd name="connsiteX150" fmla="*/ 919163 w 1969294"/>
                <a:gd name="connsiteY150" fmla="*/ 266700 h 2390775"/>
                <a:gd name="connsiteX151" fmla="*/ 857250 w 1969294"/>
                <a:gd name="connsiteY151" fmla="*/ 219075 h 2390775"/>
                <a:gd name="connsiteX152" fmla="*/ 900113 w 1969294"/>
                <a:gd name="connsiteY152" fmla="*/ 130968 h 2390775"/>
                <a:gd name="connsiteX153" fmla="*/ 897732 w 1969294"/>
                <a:gd name="connsiteY153" fmla="*/ 100012 h 2390775"/>
                <a:gd name="connsiteX154" fmla="*/ 921544 w 1969294"/>
                <a:gd name="connsiteY154" fmla="*/ 73818 h 2390775"/>
                <a:gd name="connsiteX155" fmla="*/ 969169 w 1969294"/>
                <a:gd name="connsiteY155" fmla="*/ 42862 h 2390775"/>
                <a:gd name="connsiteX156" fmla="*/ 873919 w 1969294"/>
                <a:gd name="connsiteY156" fmla="*/ 0 h 2390775"/>
                <a:gd name="connsiteX157" fmla="*/ 819150 w 1969294"/>
                <a:gd name="connsiteY157" fmla="*/ 14287 h 2390775"/>
                <a:gd name="connsiteX158" fmla="*/ 838200 w 1969294"/>
                <a:gd name="connsiteY158" fmla="*/ 54768 h 2390775"/>
                <a:gd name="connsiteX159" fmla="*/ 831057 w 1969294"/>
                <a:gd name="connsiteY159" fmla="*/ 80962 h 2390775"/>
                <a:gd name="connsiteX160" fmla="*/ 776288 w 1969294"/>
                <a:gd name="connsiteY160" fmla="*/ 52387 h 2390775"/>
                <a:gd name="connsiteX161" fmla="*/ 723900 w 1969294"/>
                <a:gd name="connsiteY161" fmla="*/ 76200 h 2390775"/>
                <a:gd name="connsiteX162" fmla="*/ 659607 w 1969294"/>
                <a:gd name="connsiteY162" fmla="*/ 61912 h 2390775"/>
                <a:gd name="connsiteX163" fmla="*/ 626269 w 1969294"/>
                <a:gd name="connsiteY163" fmla="*/ 116681 h 2390775"/>
                <a:gd name="connsiteX164" fmla="*/ 652463 w 1969294"/>
                <a:gd name="connsiteY164" fmla="*/ 192881 h 2390775"/>
                <a:gd name="connsiteX165" fmla="*/ 578644 w 1969294"/>
                <a:gd name="connsiteY165" fmla="*/ 204787 h 2390775"/>
                <a:gd name="connsiteX166" fmla="*/ 516732 w 1969294"/>
                <a:gd name="connsiteY166" fmla="*/ 216693 h 2390775"/>
                <a:gd name="connsiteX167" fmla="*/ 564357 w 1969294"/>
                <a:gd name="connsiteY167" fmla="*/ 157162 h 2390775"/>
                <a:gd name="connsiteX168" fmla="*/ 571500 w 1969294"/>
                <a:gd name="connsiteY168" fmla="*/ 80962 h 2390775"/>
                <a:gd name="connsiteX169" fmla="*/ 461963 w 1969294"/>
                <a:gd name="connsiteY169" fmla="*/ 33337 h 2390775"/>
                <a:gd name="connsiteX170" fmla="*/ 371475 w 1969294"/>
                <a:gd name="connsiteY170" fmla="*/ 83343 h 2390775"/>
                <a:gd name="connsiteX171" fmla="*/ 300038 w 1969294"/>
                <a:gd name="connsiteY171" fmla="*/ 85725 h 2390775"/>
                <a:gd name="connsiteX172" fmla="*/ 242888 w 1969294"/>
                <a:gd name="connsiteY172" fmla="*/ 154781 h 2390775"/>
                <a:gd name="connsiteX173" fmla="*/ 257175 w 1969294"/>
                <a:gd name="connsiteY173" fmla="*/ 233362 h 2390775"/>
                <a:gd name="connsiteX174" fmla="*/ 185738 w 1969294"/>
                <a:gd name="connsiteY174" fmla="*/ 288131 h 239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</a:cxnLst>
              <a:rect l="l" t="t" r="r" b="b"/>
              <a:pathLst>
                <a:path w="1969294" h="2390775">
                  <a:moveTo>
                    <a:pt x="185738" y="288131"/>
                  </a:moveTo>
                  <a:lnTo>
                    <a:pt x="207169" y="371475"/>
                  </a:lnTo>
                  <a:lnTo>
                    <a:pt x="214313" y="495300"/>
                  </a:lnTo>
                  <a:lnTo>
                    <a:pt x="171450" y="585787"/>
                  </a:lnTo>
                  <a:lnTo>
                    <a:pt x="214313" y="631031"/>
                  </a:lnTo>
                  <a:lnTo>
                    <a:pt x="197644" y="683418"/>
                  </a:lnTo>
                  <a:lnTo>
                    <a:pt x="157163" y="731043"/>
                  </a:lnTo>
                  <a:lnTo>
                    <a:pt x="161925" y="752475"/>
                  </a:lnTo>
                  <a:lnTo>
                    <a:pt x="173832" y="785812"/>
                  </a:lnTo>
                  <a:lnTo>
                    <a:pt x="221457" y="790575"/>
                  </a:lnTo>
                  <a:lnTo>
                    <a:pt x="223838" y="821531"/>
                  </a:lnTo>
                  <a:lnTo>
                    <a:pt x="216694" y="847725"/>
                  </a:lnTo>
                  <a:lnTo>
                    <a:pt x="214313" y="892968"/>
                  </a:lnTo>
                  <a:lnTo>
                    <a:pt x="192882" y="926306"/>
                  </a:lnTo>
                  <a:lnTo>
                    <a:pt x="228600" y="942975"/>
                  </a:lnTo>
                  <a:lnTo>
                    <a:pt x="254794" y="959643"/>
                  </a:lnTo>
                  <a:lnTo>
                    <a:pt x="338138" y="971550"/>
                  </a:lnTo>
                  <a:lnTo>
                    <a:pt x="338138" y="1045368"/>
                  </a:lnTo>
                  <a:lnTo>
                    <a:pt x="342900" y="1083468"/>
                  </a:lnTo>
                  <a:lnTo>
                    <a:pt x="300038" y="1135856"/>
                  </a:lnTo>
                  <a:lnTo>
                    <a:pt x="192882" y="1123950"/>
                  </a:lnTo>
                  <a:lnTo>
                    <a:pt x="159544" y="1243012"/>
                  </a:lnTo>
                  <a:lnTo>
                    <a:pt x="152400" y="1293018"/>
                  </a:lnTo>
                  <a:lnTo>
                    <a:pt x="95250" y="1371600"/>
                  </a:lnTo>
                  <a:lnTo>
                    <a:pt x="90488" y="1421606"/>
                  </a:lnTo>
                  <a:lnTo>
                    <a:pt x="9525" y="1426368"/>
                  </a:lnTo>
                  <a:lnTo>
                    <a:pt x="0" y="1533525"/>
                  </a:lnTo>
                  <a:lnTo>
                    <a:pt x="119063" y="1685925"/>
                  </a:lnTo>
                  <a:lnTo>
                    <a:pt x="135732" y="1612106"/>
                  </a:lnTo>
                  <a:lnTo>
                    <a:pt x="197644" y="1533525"/>
                  </a:lnTo>
                  <a:lnTo>
                    <a:pt x="238125" y="1543050"/>
                  </a:lnTo>
                  <a:lnTo>
                    <a:pt x="240507" y="1559718"/>
                  </a:lnTo>
                  <a:lnTo>
                    <a:pt x="228600" y="1600200"/>
                  </a:lnTo>
                  <a:lnTo>
                    <a:pt x="266700" y="1609725"/>
                  </a:lnTo>
                  <a:lnTo>
                    <a:pt x="292894" y="1654968"/>
                  </a:lnTo>
                  <a:lnTo>
                    <a:pt x="326232" y="1659731"/>
                  </a:lnTo>
                  <a:cubicBezTo>
                    <a:pt x="327026" y="1677987"/>
                    <a:pt x="327819" y="1696244"/>
                    <a:pt x="328613" y="1714500"/>
                  </a:cubicBezTo>
                  <a:lnTo>
                    <a:pt x="266700" y="1714500"/>
                  </a:lnTo>
                  <a:lnTo>
                    <a:pt x="271463" y="1743075"/>
                  </a:lnTo>
                  <a:lnTo>
                    <a:pt x="216694" y="1802606"/>
                  </a:lnTo>
                  <a:lnTo>
                    <a:pt x="228600" y="1835943"/>
                  </a:lnTo>
                  <a:lnTo>
                    <a:pt x="307182" y="1838325"/>
                  </a:lnTo>
                  <a:lnTo>
                    <a:pt x="311944" y="1893093"/>
                  </a:lnTo>
                  <a:lnTo>
                    <a:pt x="345282" y="1895475"/>
                  </a:lnTo>
                  <a:lnTo>
                    <a:pt x="376238" y="1943100"/>
                  </a:lnTo>
                  <a:lnTo>
                    <a:pt x="466725" y="1928812"/>
                  </a:lnTo>
                  <a:lnTo>
                    <a:pt x="531019" y="1897856"/>
                  </a:lnTo>
                  <a:lnTo>
                    <a:pt x="552450" y="1921668"/>
                  </a:lnTo>
                  <a:lnTo>
                    <a:pt x="576263" y="1881187"/>
                  </a:lnTo>
                  <a:lnTo>
                    <a:pt x="650082" y="1840706"/>
                  </a:lnTo>
                  <a:lnTo>
                    <a:pt x="666750" y="1857375"/>
                  </a:lnTo>
                  <a:lnTo>
                    <a:pt x="754857" y="1969293"/>
                  </a:lnTo>
                  <a:lnTo>
                    <a:pt x="816769" y="1969293"/>
                  </a:lnTo>
                  <a:lnTo>
                    <a:pt x="871538" y="1909762"/>
                  </a:lnTo>
                  <a:lnTo>
                    <a:pt x="928688" y="1945481"/>
                  </a:lnTo>
                  <a:lnTo>
                    <a:pt x="881063" y="2005012"/>
                  </a:lnTo>
                  <a:lnTo>
                    <a:pt x="881063" y="2043112"/>
                  </a:lnTo>
                  <a:lnTo>
                    <a:pt x="864394" y="2074068"/>
                  </a:lnTo>
                  <a:lnTo>
                    <a:pt x="904875" y="2112168"/>
                  </a:lnTo>
                  <a:lnTo>
                    <a:pt x="957263" y="2114550"/>
                  </a:lnTo>
                  <a:lnTo>
                    <a:pt x="992982" y="2159793"/>
                  </a:lnTo>
                  <a:lnTo>
                    <a:pt x="1033463" y="2119312"/>
                  </a:lnTo>
                  <a:lnTo>
                    <a:pt x="1100138" y="2095500"/>
                  </a:lnTo>
                  <a:lnTo>
                    <a:pt x="1100138" y="2040731"/>
                  </a:lnTo>
                  <a:lnTo>
                    <a:pt x="1135857" y="2028825"/>
                  </a:lnTo>
                  <a:lnTo>
                    <a:pt x="1145382" y="2000250"/>
                  </a:lnTo>
                  <a:lnTo>
                    <a:pt x="1152525" y="2000250"/>
                  </a:lnTo>
                  <a:lnTo>
                    <a:pt x="1159669" y="1974056"/>
                  </a:lnTo>
                  <a:lnTo>
                    <a:pt x="1262063" y="1997868"/>
                  </a:lnTo>
                  <a:lnTo>
                    <a:pt x="1285875" y="2019300"/>
                  </a:lnTo>
                  <a:lnTo>
                    <a:pt x="1266825" y="2055018"/>
                  </a:lnTo>
                  <a:lnTo>
                    <a:pt x="1254919" y="2093118"/>
                  </a:lnTo>
                  <a:lnTo>
                    <a:pt x="1254919" y="2093118"/>
                  </a:lnTo>
                  <a:lnTo>
                    <a:pt x="1264444" y="2159793"/>
                  </a:lnTo>
                  <a:lnTo>
                    <a:pt x="1252538" y="2205037"/>
                  </a:lnTo>
                  <a:lnTo>
                    <a:pt x="1247775" y="2266950"/>
                  </a:lnTo>
                  <a:lnTo>
                    <a:pt x="1388269" y="2266950"/>
                  </a:lnTo>
                  <a:lnTo>
                    <a:pt x="1426369" y="2328862"/>
                  </a:lnTo>
                  <a:lnTo>
                    <a:pt x="1419225" y="2366962"/>
                  </a:lnTo>
                  <a:lnTo>
                    <a:pt x="1481138" y="2390775"/>
                  </a:lnTo>
                  <a:lnTo>
                    <a:pt x="1574007" y="2381250"/>
                  </a:lnTo>
                  <a:lnTo>
                    <a:pt x="1650207" y="2388393"/>
                  </a:lnTo>
                  <a:lnTo>
                    <a:pt x="1731169" y="2121693"/>
                  </a:lnTo>
                  <a:lnTo>
                    <a:pt x="1626394" y="2095500"/>
                  </a:lnTo>
                  <a:lnTo>
                    <a:pt x="1614488" y="2035968"/>
                  </a:lnTo>
                  <a:lnTo>
                    <a:pt x="1566863" y="2035968"/>
                  </a:lnTo>
                  <a:lnTo>
                    <a:pt x="1566863" y="1997868"/>
                  </a:lnTo>
                  <a:lnTo>
                    <a:pt x="1597819" y="1959768"/>
                  </a:lnTo>
                  <a:lnTo>
                    <a:pt x="1607344" y="1833562"/>
                  </a:lnTo>
                  <a:lnTo>
                    <a:pt x="1688307" y="1847850"/>
                  </a:lnTo>
                  <a:lnTo>
                    <a:pt x="1721644" y="1866900"/>
                  </a:lnTo>
                  <a:lnTo>
                    <a:pt x="1759744" y="1869281"/>
                  </a:lnTo>
                  <a:lnTo>
                    <a:pt x="1764507" y="1835943"/>
                  </a:lnTo>
                  <a:lnTo>
                    <a:pt x="1814513" y="1838325"/>
                  </a:lnTo>
                  <a:lnTo>
                    <a:pt x="1888332" y="1778793"/>
                  </a:lnTo>
                  <a:lnTo>
                    <a:pt x="1897857" y="1683543"/>
                  </a:lnTo>
                  <a:lnTo>
                    <a:pt x="1766888" y="1647825"/>
                  </a:lnTo>
                  <a:lnTo>
                    <a:pt x="1719263" y="1540668"/>
                  </a:lnTo>
                  <a:lnTo>
                    <a:pt x="1678782" y="1578768"/>
                  </a:lnTo>
                  <a:lnTo>
                    <a:pt x="1559719" y="1588293"/>
                  </a:lnTo>
                  <a:lnTo>
                    <a:pt x="1638300" y="1502568"/>
                  </a:lnTo>
                  <a:cubicBezTo>
                    <a:pt x="1637506" y="1386681"/>
                    <a:pt x="1636713" y="1270793"/>
                    <a:pt x="1635919" y="1154906"/>
                  </a:cubicBezTo>
                  <a:lnTo>
                    <a:pt x="1731169" y="1154906"/>
                  </a:lnTo>
                  <a:lnTo>
                    <a:pt x="1731169" y="1012031"/>
                  </a:lnTo>
                  <a:lnTo>
                    <a:pt x="1800225" y="995362"/>
                  </a:lnTo>
                  <a:lnTo>
                    <a:pt x="1795463" y="964406"/>
                  </a:lnTo>
                  <a:lnTo>
                    <a:pt x="1735932" y="966787"/>
                  </a:lnTo>
                  <a:lnTo>
                    <a:pt x="1685925" y="909637"/>
                  </a:lnTo>
                  <a:lnTo>
                    <a:pt x="1633538" y="909637"/>
                  </a:lnTo>
                  <a:lnTo>
                    <a:pt x="1624013" y="728662"/>
                  </a:lnTo>
                  <a:lnTo>
                    <a:pt x="1512094" y="702468"/>
                  </a:lnTo>
                  <a:lnTo>
                    <a:pt x="1495425" y="652462"/>
                  </a:lnTo>
                  <a:lnTo>
                    <a:pt x="1650207" y="664368"/>
                  </a:lnTo>
                  <a:lnTo>
                    <a:pt x="1807369" y="716756"/>
                  </a:lnTo>
                  <a:lnTo>
                    <a:pt x="1812132" y="628650"/>
                  </a:lnTo>
                  <a:lnTo>
                    <a:pt x="1905000" y="640556"/>
                  </a:lnTo>
                  <a:lnTo>
                    <a:pt x="1912144" y="607218"/>
                  </a:lnTo>
                  <a:lnTo>
                    <a:pt x="1943100" y="597693"/>
                  </a:lnTo>
                  <a:lnTo>
                    <a:pt x="1966913" y="557212"/>
                  </a:lnTo>
                  <a:lnTo>
                    <a:pt x="1943100" y="521493"/>
                  </a:lnTo>
                  <a:lnTo>
                    <a:pt x="1969294" y="554831"/>
                  </a:lnTo>
                  <a:lnTo>
                    <a:pt x="1938338" y="602456"/>
                  </a:lnTo>
                  <a:lnTo>
                    <a:pt x="1878807" y="597693"/>
                  </a:lnTo>
                  <a:lnTo>
                    <a:pt x="1833563" y="552450"/>
                  </a:lnTo>
                  <a:lnTo>
                    <a:pt x="1824038" y="526256"/>
                  </a:lnTo>
                  <a:lnTo>
                    <a:pt x="1790700" y="504825"/>
                  </a:lnTo>
                  <a:lnTo>
                    <a:pt x="1790700" y="461962"/>
                  </a:lnTo>
                  <a:lnTo>
                    <a:pt x="1771650" y="450056"/>
                  </a:lnTo>
                  <a:lnTo>
                    <a:pt x="1754982" y="509587"/>
                  </a:lnTo>
                  <a:lnTo>
                    <a:pt x="1657350" y="502443"/>
                  </a:lnTo>
                  <a:lnTo>
                    <a:pt x="1616869" y="528637"/>
                  </a:lnTo>
                  <a:lnTo>
                    <a:pt x="1574007" y="509587"/>
                  </a:lnTo>
                  <a:lnTo>
                    <a:pt x="1528763" y="521493"/>
                  </a:lnTo>
                  <a:lnTo>
                    <a:pt x="1504950" y="504825"/>
                  </a:lnTo>
                  <a:lnTo>
                    <a:pt x="1466850" y="561975"/>
                  </a:lnTo>
                  <a:lnTo>
                    <a:pt x="1440657" y="528637"/>
                  </a:lnTo>
                  <a:lnTo>
                    <a:pt x="1409700" y="554831"/>
                  </a:lnTo>
                  <a:lnTo>
                    <a:pt x="1354932" y="516731"/>
                  </a:lnTo>
                  <a:lnTo>
                    <a:pt x="1354932" y="490537"/>
                  </a:lnTo>
                  <a:lnTo>
                    <a:pt x="1390650" y="483393"/>
                  </a:lnTo>
                  <a:lnTo>
                    <a:pt x="1412082" y="404812"/>
                  </a:lnTo>
                  <a:lnTo>
                    <a:pt x="1362075" y="402431"/>
                  </a:lnTo>
                  <a:cubicBezTo>
                    <a:pt x="1361281" y="375443"/>
                    <a:pt x="1360488" y="348456"/>
                    <a:pt x="1359694" y="321468"/>
                  </a:cubicBezTo>
                  <a:lnTo>
                    <a:pt x="1269207" y="326231"/>
                  </a:lnTo>
                  <a:lnTo>
                    <a:pt x="1262063" y="259556"/>
                  </a:lnTo>
                  <a:lnTo>
                    <a:pt x="1193007" y="254793"/>
                  </a:lnTo>
                  <a:lnTo>
                    <a:pt x="1123950" y="219075"/>
                  </a:lnTo>
                  <a:lnTo>
                    <a:pt x="1114425" y="328612"/>
                  </a:lnTo>
                  <a:lnTo>
                    <a:pt x="1033463" y="309562"/>
                  </a:lnTo>
                  <a:lnTo>
                    <a:pt x="959644" y="247650"/>
                  </a:lnTo>
                  <a:lnTo>
                    <a:pt x="919163" y="266700"/>
                  </a:lnTo>
                  <a:lnTo>
                    <a:pt x="857250" y="219075"/>
                  </a:lnTo>
                  <a:lnTo>
                    <a:pt x="900113" y="130968"/>
                  </a:lnTo>
                  <a:lnTo>
                    <a:pt x="897732" y="100012"/>
                  </a:lnTo>
                  <a:lnTo>
                    <a:pt x="921544" y="73818"/>
                  </a:lnTo>
                  <a:lnTo>
                    <a:pt x="969169" y="42862"/>
                  </a:lnTo>
                  <a:lnTo>
                    <a:pt x="873919" y="0"/>
                  </a:lnTo>
                  <a:lnTo>
                    <a:pt x="819150" y="14287"/>
                  </a:lnTo>
                  <a:lnTo>
                    <a:pt x="838200" y="54768"/>
                  </a:lnTo>
                  <a:lnTo>
                    <a:pt x="831057" y="80962"/>
                  </a:lnTo>
                  <a:lnTo>
                    <a:pt x="776288" y="52387"/>
                  </a:lnTo>
                  <a:lnTo>
                    <a:pt x="723900" y="76200"/>
                  </a:lnTo>
                  <a:lnTo>
                    <a:pt x="659607" y="61912"/>
                  </a:lnTo>
                  <a:lnTo>
                    <a:pt x="626269" y="116681"/>
                  </a:lnTo>
                  <a:lnTo>
                    <a:pt x="652463" y="192881"/>
                  </a:lnTo>
                  <a:lnTo>
                    <a:pt x="578644" y="204787"/>
                  </a:lnTo>
                  <a:lnTo>
                    <a:pt x="516732" y="216693"/>
                  </a:lnTo>
                  <a:lnTo>
                    <a:pt x="564357" y="157162"/>
                  </a:lnTo>
                  <a:lnTo>
                    <a:pt x="571500" y="80962"/>
                  </a:lnTo>
                  <a:lnTo>
                    <a:pt x="461963" y="33337"/>
                  </a:lnTo>
                  <a:lnTo>
                    <a:pt x="371475" y="83343"/>
                  </a:lnTo>
                  <a:lnTo>
                    <a:pt x="300038" y="85725"/>
                  </a:lnTo>
                  <a:lnTo>
                    <a:pt x="242888" y="154781"/>
                  </a:lnTo>
                  <a:lnTo>
                    <a:pt x="257175" y="233362"/>
                  </a:lnTo>
                  <a:lnTo>
                    <a:pt x="185738" y="288131"/>
                  </a:lnTo>
                  <a:close/>
                </a:path>
              </a:pathLst>
            </a:custGeom>
            <a:solidFill>
              <a:srgbClr val="5B9BD5">
                <a:lumMod val="20000"/>
                <a:lumOff val="8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97" charset="-128"/>
                <a:cs typeface="Calibri" panose="020F0502020204030204" pitchFamily="34" charset="0"/>
              </a:endParaRPr>
            </a:p>
          </p:txBody>
        </p:sp>
        <p:sp>
          <p:nvSpPr>
            <p:cNvPr id="11" name="Freeform: Shape 371">
              <a:extLst>
                <a:ext uri="{FF2B5EF4-FFF2-40B4-BE49-F238E27FC236}">
                  <a16:creationId xmlns:a16="http://schemas.microsoft.com/office/drawing/2014/main" xmlns="" id="{CE46DE24-76E9-442F-9BA2-59FDFEF47F4A}"/>
                </a:ext>
              </a:extLst>
            </p:cNvPr>
            <p:cNvSpPr/>
            <p:nvPr/>
          </p:nvSpPr>
          <p:spPr>
            <a:xfrm>
              <a:off x="8163963" y="1944600"/>
              <a:ext cx="2109545" cy="2104322"/>
            </a:xfrm>
            <a:custGeom>
              <a:avLst/>
              <a:gdLst>
                <a:gd name="connsiteX0" fmla="*/ 1806575 w 2286000"/>
                <a:gd name="connsiteY0" fmla="*/ 273050 h 1974850"/>
                <a:gd name="connsiteX1" fmla="*/ 1863725 w 2286000"/>
                <a:gd name="connsiteY1" fmla="*/ 317500 h 1974850"/>
                <a:gd name="connsiteX2" fmla="*/ 1917700 w 2286000"/>
                <a:gd name="connsiteY2" fmla="*/ 317500 h 1974850"/>
                <a:gd name="connsiteX3" fmla="*/ 1917700 w 2286000"/>
                <a:gd name="connsiteY3" fmla="*/ 374650 h 1974850"/>
                <a:gd name="connsiteX4" fmla="*/ 1876425 w 2286000"/>
                <a:gd name="connsiteY4" fmla="*/ 396875 h 1974850"/>
                <a:gd name="connsiteX5" fmla="*/ 1812925 w 2286000"/>
                <a:gd name="connsiteY5" fmla="*/ 492125 h 1974850"/>
                <a:gd name="connsiteX6" fmla="*/ 1822450 w 2286000"/>
                <a:gd name="connsiteY6" fmla="*/ 536575 h 1974850"/>
                <a:gd name="connsiteX7" fmla="*/ 1860550 w 2286000"/>
                <a:gd name="connsiteY7" fmla="*/ 546100 h 1974850"/>
                <a:gd name="connsiteX8" fmla="*/ 1831975 w 2286000"/>
                <a:gd name="connsiteY8" fmla="*/ 676275 h 1974850"/>
                <a:gd name="connsiteX9" fmla="*/ 1851025 w 2286000"/>
                <a:gd name="connsiteY9" fmla="*/ 733425 h 1974850"/>
                <a:gd name="connsiteX10" fmla="*/ 1879600 w 2286000"/>
                <a:gd name="connsiteY10" fmla="*/ 733425 h 1974850"/>
                <a:gd name="connsiteX11" fmla="*/ 1895475 w 2286000"/>
                <a:gd name="connsiteY11" fmla="*/ 787400 h 1974850"/>
                <a:gd name="connsiteX12" fmla="*/ 1974850 w 2286000"/>
                <a:gd name="connsiteY12" fmla="*/ 781050 h 1974850"/>
                <a:gd name="connsiteX13" fmla="*/ 2044700 w 2286000"/>
                <a:gd name="connsiteY13" fmla="*/ 806450 h 1974850"/>
                <a:gd name="connsiteX14" fmla="*/ 2143125 w 2286000"/>
                <a:gd name="connsiteY14" fmla="*/ 736600 h 1974850"/>
                <a:gd name="connsiteX15" fmla="*/ 2190750 w 2286000"/>
                <a:gd name="connsiteY15" fmla="*/ 771525 h 1974850"/>
                <a:gd name="connsiteX16" fmla="*/ 2184400 w 2286000"/>
                <a:gd name="connsiteY16" fmla="*/ 892175 h 1974850"/>
                <a:gd name="connsiteX17" fmla="*/ 2212975 w 2286000"/>
                <a:gd name="connsiteY17" fmla="*/ 942975 h 1974850"/>
                <a:gd name="connsiteX18" fmla="*/ 2178050 w 2286000"/>
                <a:gd name="connsiteY18" fmla="*/ 962025 h 1974850"/>
                <a:gd name="connsiteX19" fmla="*/ 2247900 w 2286000"/>
                <a:gd name="connsiteY19" fmla="*/ 1028700 h 1974850"/>
                <a:gd name="connsiteX20" fmla="*/ 2251075 w 2286000"/>
                <a:gd name="connsiteY20" fmla="*/ 1092200 h 1974850"/>
                <a:gd name="connsiteX21" fmla="*/ 2286000 w 2286000"/>
                <a:gd name="connsiteY21" fmla="*/ 1158875 h 1974850"/>
                <a:gd name="connsiteX22" fmla="*/ 2276475 w 2286000"/>
                <a:gd name="connsiteY22" fmla="*/ 1263650 h 1974850"/>
                <a:gd name="connsiteX23" fmla="*/ 2238375 w 2286000"/>
                <a:gd name="connsiteY23" fmla="*/ 1270000 h 1974850"/>
                <a:gd name="connsiteX24" fmla="*/ 2238375 w 2286000"/>
                <a:gd name="connsiteY24" fmla="*/ 1327150 h 1974850"/>
                <a:gd name="connsiteX25" fmla="*/ 2117725 w 2286000"/>
                <a:gd name="connsiteY25" fmla="*/ 1311275 h 1974850"/>
                <a:gd name="connsiteX26" fmla="*/ 2108200 w 2286000"/>
                <a:gd name="connsiteY26" fmla="*/ 1365250 h 1974850"/>
                <a:gd name="connsiteX27" fmla="*/ 2171700 w 2286000"/>
                <a:gd name="connsiteY27" fmla="*/ 1400175 h 1974850"/>
                <a:gd name="connsiteX28" fmla="*/ 2159000 w 2286000"/>
                <a:gd name="connsiteY28" fmla="*/ 1466850 h 1974850"/>
                <a:gd name="connsiteX29" fmla="*/ 2066925 w 2286000"/>
                <a:gd name="connsiteY29" fmla="*/ 1495425 h 1974850"/>
                <a:gd name="connsiteX30" fmla="*/ 2028825 w 2286000"/>
                <a:gd name="connsiteY30" fmla="*/ 1492250 h 1974850"/>
                <a:gd name="connsiteX31" fmla="*/ 1997075 w 2286000"/>
                <a:gd name="connsiteY31" fmla="*/ 1568450 h 1974850"/>
                <a:gd name="connsiteX32" fmla="*/ 1914525 w 2286000"/>
                <a:gd name="connsiteY32" fmla="*/ 1549400 h 1974850"/>
                <a:gd name="connsiteX33" fmla="*/ 1882775 w 2286000"/>
                <a:gd name="connsiteY33" fmla="*/ 1549400 h 1974850"/>
                <a:gd name="connsiteX34" fmla="*/ 1851025 w 2286000"/>
                <a:gd name="connsiteY34" fmla="*/ 1590675 h 1974850"/>
                <a:gd name="connsiteX35" fmla="*/ 1844675 w 2286000"/>
                <a:gd name="connsiteY35" fmla="*/ 1635125 h 1974850"/>
                <a:gd name="connsiteX36" fmla="*/ 1866900 w 2286000"/>
                <a:gd name="connsiteY36" fmla="*/ 1666875 h 1974850"/>
                <a:gd name="connsiteX37" fmla="*/ 1784350 w 2286000"/>
                <a:gd name="connsiteY37" fmla="*/ 1809750 h 1974850"/>
                <a:gd name="connsiteX38" fmla="*/ 1708150 w 2286000"/>
                <a:gd name="connsiteY38" fmla="*/ 1797050 h 1974850"/>
                <a:gd name="connsiteX39" fmla="*/ 1625600 w 2286000"/>
                <a:gd name="connsiteY39" fmla="*/ 1844675 h 1974850"/>
                <a:gd name="connsiteX40" fmla="*/ 1593850 w 2286000"/>
                <a:gd name="connsiteY40" fmla="*/ 1930400 h 1974850"/>
                <a:gd name="connsiteX41" fmla="*/ 1549400 w 2286000"/>
                <a:gd name="connsiteY41" fmla="*/ 1939925 h 1974850"/>
                <a:gd name="connsiteX42" fmla="*/ 1473200 w 2286000"/>
                <a:gd name="connsiteY42" fmla="*/ 1927225 h 1974850"/>
                <a:gd name="connsiteX43" fmla="*/ 1352550 w 2286000"/>
                <a:gd name="connsiteY43" fmla="*/ 1927225 h 1974850"/>
                <a:gd name="connsiteX44" fmla="*/ 1266825 w 2286000"/>
                <a:gd name="connsiteY44" fmla="*/ 1955800 h 1974850"/>
                <a:gd name="connsiteX45" fmla="*/ 1162050 w 2286000"/>
                <a:gd name="connsiteY45" fmla="*/ 1946275 h 1974850"/>
                <a:gd name="connsiteX46" fmla="*/ 1108075 w 2286000"/>
                <a:gd name="connsiteY46" fmla="*/ 1974850 h 1974850"/>
                <a:gd name="connsiteX47" fmla="*/ 1063625 w 2286000"/>
                <a:gd name="connsiteY47" fmla="*/ 1968500 h 1974850"/>
                <a:gd name="connsiteX48" fmla="*/ 977900 w 2286000"/>
                <a:gd name="connsiteY48" fmla="*/ 1936750 h 1974850"/>
                <a:gd name="connsiteX49" fmla="*/ 739775 w 2286000"/>
                <a:gd name="connsiteY49" fmla="*/ 1860550 h 1974850"/>
                <a:gd name="connsiteX50" fmla="*/ 603250 w 2286000"/>
                <a:gd name="connsiteY50" fmla="*/ 1803400 h 1974850"/>
                <a:gd name="connsiteX51" fmla="*/ 565150 w 2286000"/>
                <a:gd name="connsiteY51" fmla="*/ 1762125 h 1974850"/>
                <a:gd name="connsiteX52" fmla="*/ 492125 w 2286000"/>
                <a:gd name="connsiteY52" fmla="*/ 1724025 h 1974850"/>
                <a:gd name="connsiteX53" fmla="*/ 409575 w 2286000"/>
                <a:gd name="connsiteY53" fmla="*/ 1555750 h 1974850"/>
                <a:gd name="connsiteX54" fmla="*/ 415925 w 2286000"/>
                <a:gd name="connsiteY54" fmla="*/ 1492250 h 1974850"/>
                <a:gd name="connsiteX55" fmla="*/ 393700 w 2286000"/>
                <a:gd name="connsiteY55" fmla="*/ 1463675 h 1974850"/>
                <a:gd name="connsiteX56" fmla="*/ 307975 w 2286000"/>
                <a:gd name="connsiteY56" fmla="*/ 1463675 h 1974850"/>
                <a:gd name="connsiteX57" fmla="*/ 209550 w 2286000"/>
                <a:gd name="connsiteY57" fmla="*/ 1425575 h 1974850"/>
                <a:gd name="connsiteX58" fmla="*/ 114300 w 2286000"/>
                <a:gd name="connsiteY58" fmla="*/ 1447800 h 1974850"/>
                <a:gd name="connsiteX59" fmla="*/ 69850 w 2286000"/>
                <a:gd name="connsiteY59" fmla="*/ 1444625 h 1974850"/>
                <a:gd name="connsiteX60" fmla="*/ 69850 w 2286000"/>
                <a:gd name="connsiteY60" fmla="*/ 1295400 h 1974850"/>
                <a:gd name="connsiteX61" fmla="*/ 76200 w 2286000"/>
                <a:gd name="connsiteY61" fmla="*/ 1139825 h 1974850"/>
                <a:gd name="connsiteX62" fmla="*/ 31750 w 2286000"/>
                <a:gd name="connsiteY62" fmla="*/ 1098550 h 1974850"/>
                <a:gd name="connsiteX63" fmla="*/ 63500 w 2286000"/>
                <a:gd name="connsiteY63" fmla="*/ 1009650 h 1974850"/>
                <a:gd name="connsiteX64" fmla="*/ 104775 w 2286000"/>
                <a:gd name="connsiteY64" fmla="*/ 946150 h 1974850"/>
                <a:gd name="connsiteX65" fmla="*/ 95250 w 2286000"/>
                <a:gd name="connsiteY65" fmla="*/ 866775 h 1974850"/>
                <a:gd name="connsiteX66" fmla="*/ 69850 w 2286000"/>
                <a:gd name="connsiteY66" fmla="*/ 774700 h 1974850"/>
                <a:gd name="connsiteX67" fmla="*/ 69850 w 2286000"/>
                <a:gd name="connsiteY67" fmla="*/ 714375 h 1974850"/>
                <a:gd name="connsiteX68" fmla="*/ 0 w 2286000"/>
                <a:gd name="connsiteY68" fmla="*/ 663575 h 1974850"/>
                <a:gd name="connsiteX69" fmla="*/ 63500 w 2286000"/>
                <a:gd name="connsiteY69" fmla="*/ 577850 h 1974850"/>
                <a:gd name="connsiteX70" fmla="*/ 44450 w 2286000"/>
                <a:gd name="connsiteY70" fmla="*/ 527050 h 1974850"/>
                <a:gd name="connsiteX71" fmla="*/ 44450 w 2286000"/>
                <a:gd name="connsiteY71" fmla="*/ 488950 h 1974850"/>
                <a:gd name="connsiteX72" fmla="*/ 92075 w 2286000"/>
                <a:gd name="connsiteY72" fmla="*/ 428625 h 1974850"/>
                <a:gd name="connsiteX73" fmla="*/ 92075 w 2286000"/>
                <a:gd name="connsiteY73" fmla="*/ 307975 h 1974850"/>
                <a:gd name="connsiteX74" fmla="*/ 136525 w 2286000"/>
                <a:gd name="connsiteY74" fmla="*/ 222250 h 1974850"/>
                <a:gd name="connsiteX75" fmla="*/ 273050 w 2286000"/>
                <a:gd name="connsiteY75" fmla="*/ 123825 h 1974850"/>
                <a:gd name="connsiteX76" fmla="*/ 314325 w 2286000"/>
                <a:gd name="connsiteY76" fmla="*/ 101600 h 1974850"/>
                <a:gd name="connsiteX77" fmla="*/ 479425 w 2286000"/>
                <a:gd name="connsiteY77" fmla="*/ 111125 h 1974850"/>
                <a:gd name="connsiteX78" fmla="*/ 517525 w 2286000"/>
                <a:gd name="connsiteY78" fmla="*/ 76200 h 1974850"/>
                <a:gd name="connsiteX79" fmla="*/ 596900 w 2286000"/>
                <a:gd name="connsiteY79" fmla="*/ 25400 h 1974850"/>
                <a:gd name="connsiteX80" fmla="*/ 742950 w 2286000"/>
                <a:gd name="connsiteY80" fmla="*/ 34925 h 1974850"/>
                <a:gd name="connsiteX81" fmla="*/ 882650 w 2286000"/>
                <a:gd name="connsiteY81" fmla="*/ 12700 h 1974850"/>
                <a:gd name="connsiteX82" fmla="*/ 981075 w 2286000"/>
                <a:gd name="connsiteY82" fmla="*/ 0 h 1974850"/>
                <a:gd name="connsiteX83" fmla="*/ 1057275 w 2286000"/>
                <a:gd name="connsiteY83" fmla="*/ 44450 h 1974850"/>
                <a:gd name="connsiteX84" fmla="*/ 1139825 w 2286000"/>
                <a:gd name="connsiteY84" fmla="*/ 66675 h 1974850"/>
                <a:gd name="connsiteX85" fmla="*/ 1222375 w 2286000"/>
                <a:gd name="connsiteY85" fmla="*/ 57150 h 1974850"/>
                <a:gd name="connsiteX86" fmla="*/ 1323975 w 2286000"/>
                <a:gd name="connsiteY86" fmla="*/ 92075 h 1974850"/>
                <a:gd name="connsiteX87" fmla="*/ 1352550 w 2286000"/>
                <a:gd name="connsiteY87" fmla="*/ 155575 h 1974850"/>
                <a:gd name="connsiteX88" fmla="*/ 1463675 w 2286000"/>
                <a:gd name="connsiteY88" fmla="*/ 146050 h 1974850"/>
                <a:gd name="connsiteX89" fmla="*/ 1546225 w 2286000"/>
                <a:gd name="connsiteY89" fmla="*/ 161925 h 1974850"/>
                <a:gd name="connsiteX90" fmla="*/ 1597025 w 2286000"/>
                <a:gd name="connsiteY90" fmla="*/ 200025 h 1974850"/>
                <a:gd name="connsiteX91" fmla="*/ 1673225 w 2286000"/>
                <a:gd name="connsiteY91" fmla="*/ 228600 h 1974850"/>
                <a:gd name="connsiteX92" fmla="*/ 1692275 w 2286000"/>
                <a:gd name="connsiteY92" fmla="*/ 288925 h 1974850"/>
                <a:gd name="connsiteX93" fmla="*/ 1806575 w 2286000"/>
                <a:gd name="connsiteY93" fmla="*/ 273050 h 197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86000" h="1974850">
                  <a:moveTo>
                    <a:pt x="1806575" y="273050"/>
                  </a:moveTo>
                  <a:lnTo>
                    <a:pt x="1863725" y="317500"/>
                  </a:lnTo>
                  <a:lnTo>
                    <a:pt x="1917700" y="317500"/>
                  </a:lnTo>
                  <a:lnTo>
                    <a:pt x="1917700" y="374650"/>
                  </a:lnTo>
                  <a:lnTo>
                    <a:pt x="1876425" y="396875"/>
                  </a:lnTo>
                  <a:lnTo>
                    <a:pt x="1812925" y="492125"/>
                  </a:lnTo>
                  <a:lnTo>
                    <a:pt x="1822450" y="536575"/>
                  </a:lnTo>
                  <a:lnTo>
                    <a:pt x="1860550" y="546100"/>
                  </a:lnTo>
                  <a:lnTo>
                    <a:pt x="1831975" y="676275"/>
                  </a:lnTo>
                  <a:lnTo>
                    <a:pt x="1851025" y="733425"/>
                  </a:lnTo>
                  <a:lnTo>
                    <a:pt x="1879600" y="733425"/>
                  </a:lnTo>
                  <a:lnTo>
                    <a:pt x="1895475" y="787400"/>
                  </a:lnTo>
                  <a:lnTo>
                    <a:pt x="1974850" y="781050"/>
                  </a:lnTo>
                  <a:lnTo>
                    <a:pt x="2044700" y="806450"/>
                  </a:lnTo>
                  <a:lnTo>
                    <a:pt x="2143125" y="736600"/>
                  </a:lnTo>
                  <a:lnTo>
                    <a:pt x="2190750" y="771525"/>
                  </a:lnTo>
                  <a:lnTo>
                    <a:pt x="2184400" y="892175"/>
                  </a:lnTo>
                  <a:lnTo>
                    <a:pt x="2212975" y="942975"/>
                  </a:lnTo>
                  <a:lnTo>
                    <a:pt x="2178050" y="962025"/>
                  </a:lnTo>
                  <a:lnTo>
                    <a:pt x="2247900" y="1028700"/>
                  </a:lnTo>
                  <a:lnTo>
                    <a:pt x="2251075" y="1092200"/>
                  </a:lnTo>
                  <a:lnTo>
                    <a:pt x="2286000" y="1158875"/>
                  </a:lnTo>
                  <a:lnTo>
                    <a:pt x="2276475" y="1263650"/>
                  </a:lnTo>
                  <a:lnTo>
                    <a:pt x="2238375" y="1270000"/>
                  </a:lnTo>
                  <a:lnTo>
                    <a:pt x="2238375" y="1327150"/>
                  </a:lnTo>
                  <a:lnTo>
                    <a:pt x="2117725" y="1311275"/>
                  </a:lnTo>
                  <a:lnTo>
                    <a:pt x="2108200" y="1365250"/>
                  </a:lnTo>
                  <a:lnTo>
                    <a:pt x="2171700" y="1400175"/>
                  </a:lnTo>
                  <a:lnTo>
                    <a:pt x="2159000" y="1466850"/>
                  </a:lnTo>
                  <a:lnTo>
                    <a:pt x="2066925" y="1495425"/>
                  </a:lnTo>
                  <a:lnTo>
                    <a:pt x="2028825" y="1492250"/>
                  </a:lnTo>
                  <a:lnTo>
                    <a:pt x="1997075" y="1568450"/>
                  </a:lnTo>
                  <a:lnTo>
                    <a:pt x="1914525" y="1549400"/>
                  </a:lnTo>
                  <a:lnTo>
                    <a:pt x="1882775" y="1549400"/>
                  </a:lnTo>
                  <a:lnTo>
                    <a:pt x="1851025" y="1590675"/>
                  </a:lnTo>
                  <a:lnTo>
                    <a:pt x="1844675" y="1635125"/>
                  </a:lnTo>
                  <a:lnTo>
                    <a:pt x="1866900" y="1666875"/>
                  </a:lnTo>
                  <a:lnTo>
                    <a:pt x="1784350" y="1809750"/>
                  </a:lnTo>
                  <a:lnTo>
                    <a:pt x="1708150" y="1797050"/>
                  </a:lnTo>
                  <a:lnTo>
                    <a:pt x="1625600" y="1844675"/>
                  </a:lnTo>
                  <a:lnTo>
                    <a:pt x="1593850" y="1930400"/>
                  </a:lnTo>
                  <a:lnTo>
                    <a:pt x="1549400" y="1939925"/>
                  </a:lnTo>
                  <a:lnTo>
                    <a:pt x="1473200" y="1927225"/>
                  </a:lnTo>
                  <a:lnTo>
                    <a:pt x="1352550" y="1927225"/>
                  </a:lnTo>
                  <a:lnTo>
                    <a:pt x="1266825" y="1955800"/>
                  </a:lnTo>
                  <a:lnTo>
                    <a:pt x="1162050" y="1946275"/>
                  </a:lnTo>
                  <a:lnTo>
                    <a:pt x="1108075" y="1974850"/>
                  </a:lnTo>
                  <a:lnTo>
                    <a:pt x="1063625" y="1968500"/>
                  </a:lnTo>
                  <a:lnTo>
                    <a:pt x="977900" y="1936750"/>
                  </a:lnTo>
                  <a:lnTo>
                    <a:pt x="739775" y="1860550"/>
                  </a:lnTo>
                  <a:lnTo>
                    <a:pt x="603250" y="1803400"/>
                  </a:lnTo>
                  <a:lnTo>
                    <a:pt x="565150" y="1762125"/>
                  </a:lnTo>
                  <a:lnTo>
                    <a:pt x="492125" y="1724025"/>
                  </a:lnTo>
                  <a:lnTo>
                    <a:pt x="409575" y="1555750"/>
                  </a:lnTo>
                  <a:lnTo>
                    <a:pt x="415925" y="1492250"/>
                  </a:lnTo>
                  <a:lnTo>
                    <a:pt x="393700" y="1463675"/>
                  </a:lnTo>
                  <a:lnTo>
                    <a:pt x="307975" y="1463675"/>
                  </a:lnTo>
                  <a:lnTo>
                    <a:pt x="209550" y="1425575"/>
                  </a:lnTo>
                  <a:lnTo>
                    <a:pt x="114300" y="1447800"/>
                  </a:lnTo>
                  <a:lnTo>
                    <a:pt x="69850" y="1444625"/>
                  </a:lnTo>
                  <a:lnTo>
                    <a:pt x="69850" y="1295400"/>
                  </a:lnTo>
                  <a:lnTo>
                    <a:pt x="76200" y="1139825"/>
                  </a:lnTo>
                  <a:lnTo>
                    <a:pt x="31750" y="1098550"/>
                  </a:lnTo>
                  <a:lnTo>
                    <a:pt x="63500" y="1009650"/>
                  </a:lnTo>
                  <a:lnTo>
                    <a:pt x="104775" y="946150"/>
                  </a:lnTo>
                  <a:lnTo>
                    <a:pt x="95250" y="866775"/>
                  </a:lnTo>
                  <a:lnTo>
                    <a:pt x="69850" y="774700"/>
                  </a:lnTo>
                  <a:lnTo>
                    <a:pt x="69850" y="714375"/>
                  </a:lnTo>
                  <a:lnTo>
                    <a:pt x="0" y="663575"/>
                  </a:lnTo>
                  <a:lnTo>
                    <a:pt x="63500" y="577850"/>
                  </a:lnTo>
                  <a:lnTo>
                    <a:pt x="44450" y="527050"/>
                  </a:lnTo>
                  <a:lnTo>
                    <a:pt x="44450" y="488950"/>
                  </a:lnTo>
                  <a:lnTo>
                    <a:pt x="92075" y="428625"/>
                  </a:lnTo>
                  <a:lnTo>
                    <a:pt x="92075" y="307975"/>
                  </a:lnTo>
                  <a:lnTo>
                    <a:pt x="136525" y="222250"/>
                  </a:lnTo>
                  <a:lnTo>
                    <a:pt x="273050" y="123825"/>
                  </a:lnTo>
                  <a:lnTo>
                    <a:pt x="314325" y="101600"/>
                  </a:lnTo>
                  <a:lnTo>
                    <a:pt x="479425" y="111125"/>
                  </a:lnTo>
                  <a:lnTo>
                    <a:pt x="517525" y="76200"/>
                  </a:lnTo>
                  <a:lnTo>
                    <a:pt x="596900" y="25400"/>
                  </a:lnTo>
                  <a:lnTo>
                    <a:pt x="742950" y="34925"/>
                  </a:lnTo>
                  <a:lnTo>
                    <a:pt x="882650" y="12700"/>
                  </a:lnTo>
                  <a:lnTo>
                    <a:pt x="981075" y="0"/>
                  </a:lnTo>
                  <a:lnTo>
                    <a:pt x="1057275" y="44450"/>
                  </a:lnTo>
                  <a:lnTo>
                    <a:pt x="1139825" y="66675"/>
                  </a:lnTo>
                  <a:lnTo>
                    <a:pt x="1222375" y="57150"/>
                  </a:lnTo>
                  <a:lnTo>
                    <a:pt x="1323975" y="92075"/>
                  </a:lnTo>
                  <a:lnTo>
                    <a:pt x="1352550" y="155575"/>
                  </a:lnTo>
                  <a:lnTo>
                    <a:pt x="1463675" y="146050"/>
                  </a:lnTo>
                  <a:lnTo>
                    <a:pt x="1546225" y="161925"/>
                  </a:lnTo>
                  <a:lnTo>
                    <a:pt x="1597025" y="200025"/>
                  </a:lnTo>
                  <a:lnTo>
                    <a:pt x="1673225" y="228600"/>
                  </a:lnTo>
                  <a:lnTo>
                    <a:pt x="1692275" y="288925"/>
                  </a:lnTo>
                  <a:lnTo>
                    <a:pt x="1806575" y="273050"/>
                  </a:lnTo>
                  <a:close/>
                </a:path>
              </a:pathLst>
            </a:custGeom>
            <a:gradFill>
              <a:gsLst>
                <a:gs pos="0">
                  <a:srgbClr val="6AD5E0"/>
                </a:gs>
                <a:gs pos="99000">
                  <a:srgbClr val="0CC3D1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" name="Freeform: Shape 366">
              <a:extLst>
                <a:ext uri="{FF2B5EF4-FFF2-40B4-BE49-F238E27FC236}">
                  <a16:creationId xmlns:a16="http://schemas.microsoft.com/office/drawing/2014/main" xmlns="" id="{8DA261D7-33F4-4C92-8A19-DF350B40DD3D}"/>
                </a:ext>
              </a:extLst>
            </p:cNvPr>
            <p:cNvSpPr/>
            <p:nvPr/>
          </p:nvSpPr>
          <p:spPr>
            <a:xfrm>
              <a:off x="7798899" y="924558"/>
              <a:ext cx="2177463" cy="2063444"/>
            </a:xfrm>
            <a:custGeom>
              <a:avLst/>
              <a:gdLst>
                <a:gd name="connsiteX0" fmla="*/ 1076325 w 2595562"/>
                <a:gd name="connsiteY0" fmla="*/ 600075 h 2343150"/>
                <a:gd name="connsiteX1" fmla="*/ 1166812 w 2595562"/>
                <a:gd name="connsiteY1" fmla="*/ 619125 h 2343150"/>
                <a:gd name="connsiteX2" fmla="*/ 1243012 w 2595562"/>
                <a:gd name="connsiteY2" fmla="*/ 628650 h 2343150"/>
                <a:gd name="connsiteX3" fmla="*/ 1290637 w 2595562"/>
                <a:gd name="connsiteY3" fmla="*/ 547688 h 2343150"/>
                <a:gd name="connsiteX4" fmla="*/ 1319212 w 2595562"/>
                <a:gd name="connsiteY4" fmla="*/ 490538 h 2343150"/>
                <a:gd name="connsiteX5" fmla="*/ 1319212 w 2595562"/>
                <a:gd name="connsiteY5" fmla="*/ 433388 h 2343150"/>
                <a:gd name="connsiteX6" fmla="*/ 1352550 w 2595562"/>
                <a:gd name="connsiteY6" fmla="*/ 333375 h 2343150"/>
                <a:gd name="connsiteX7" fmla="*/ 1366837 w 2595562"/>
                <a:gd name="connsiteY7" fmla="*/ 247650 h 2343150"/>
                <a:gd name="connsiteX8" fmla="*/ 1423987 w 2595562"/>
                <a:gd name="connsiteY8" fmla="*/ 257175 h 2343150"/>
                <a:gd name="connsiteX9" fmla="*/ 1452562 w 2595562"/>
                <a:gd name="connsiteY9" fmla="*/ 185738 h 2343150"/>
                <a:gd name="connsiteX10" fmla="*/ 1462087 w 2595562"/>
                <a:gd name="connsiteY10" fmla="*/ 133350 h 2343150"/>
                <a:gd name="connsiteX11" fmla="*/ 1462087 w 2595562"/>
                <a:gd name="connsiteY11" fmla="*/ 100013 h 2343150"/>
                <a:gd name="connsiteX12" fmla="*/ 1490662 w 2595562"/>
                <a:gd name="connsiteY12" fmla="*/ 85725 h 2343150"/>
                <a:gd name="connsiteX13" fmla="*/ 1495425 w 2595562"/>
                <a:gd name="connsiteY13" fmla="*/ 14288 h 2343150"/>
                <a:gd name="connsiteX14" fmla="*/ 1562100 w 2595562"/>
                <a:gd name="connsiteY14" fmla="*/ 0 h 2343150"/>
                <a:gd name="connsiteX15" fmla="*/ 1614487 w 2595562"/>
                <a:gd name="connsiteY15" fmla="*/ 23813 h 2343150"/>
                <a:gd name="connsiteX16" fmla="*/ 1643062 w 2595562"/>
                <a:gd name="connsiteY16" fmla="*/ 133350 h 2343150"/>
                <a:gd name="connsiteX17" fmla="*/ 1704975 w 2595562"/>
                <a:gd name="connsiteY17" fmla="*/ 138113 h 2343150"/>
                <a:gd name="connsiteX18" fmla="*/ 1804987 w 2595562"/>
                <a:gd name="connsiteY18" fmla="*/ 138113 h 2343150"/>
                <a:gd name="connsiteX19" fmla="*/ 1866900 w 2595562"/>
                <a:gd name="connsiteY19" fmla="*/ 152400 h 2343150"/>
                <a:gd name="connsiteX20" fmla="*/ 1914525 w 2595562"/>
                <a:gd name="connsiteY20" fmla="*/ 119063 h 2343150"/>
                <a:gd name="connsiteX21" fmla="*/ 2043112 w 2595562"/>
                <a:gd name="connsiteY21" fmla="*/ 133350 h 2343150"/>
                <a:gd name="connsiteX22" fmla="*/ 2085975 w 2595562"/>
                <a:gd name="connsiteY22" fmla="*/ 166688 h 2343150"/>
                <a:gd name="connsiteX23" fmla="*/ 2171700 w 2595562"/>
                <a:gd name="connsiteY23" fmla="*/ 161925 h 2343150"/>
                <a:gd name="connsiteX24" fmla="*/ 2305050 w 2595562"/>
                <a:gd name="connsiteY24" fmla="*/ 228600 h 2343150"/>
                <a:gd name="connsiteX25" fmla="*/ 2428875 w 2595562"/>
                <a:gd name="connsiteY25" fmla="*/ 404813 h 2343150"/>
                <a:gd name="connsiteX26" fmla="*/ 2390775 w 2595562"/>
                <a:gd name="connsiteY26" fmla="*/ 509588 h 2343150"/>
                <a:gd name="connsiteX27" fmla="*/ 2447925 w 2595562"/>
                <a:gd name="connsiteY27" fmla="*/ 538163 h 2343150"/>
                <a:gd name="connsiteX28" fmla="*/ 2595562 w 2595562"/>
                <a:gd name="connsiteY28" fmla="*/ 538163 h 2343150"/>
                <a:gd name="connsiteX29" fmla="*/ 2495550 w 2595562"/>
                <a:gd name="connsiteY29" fmla="*/ 785813 h 2343150"/>
                <a:gd name="connsiteX30" fmla="*/ 2543175 w 2595562"/>
                <a:gd name="connsiteY30" fmla="*/ 819150 h 2343150"/>
                <a:gd name="connsiteX31" fmla="*/ 2524125 w 2595562"/>
                <a:gd name="connsiteY31" fmla="*/ 871538 h 2343150"/>
                <a:gd name="connsiteX32" fmla="*/ 2481262 w 2595562"/>
                <a:gd name="connsiteY32" fmla="*/ 928688 h 2343150"/>
                <a:gd name="connsiteX33" fmla="*/ 2443162 w 2595562"/>
                <a:gd name="connsiteY33" fmla="*/ 962025 h 2343150"/>
                <a:gd name="connsiteX34" fmla="*/ 2457450 w 2595562"/>
                <a:gd name="connsiteY34" fmla="*/ 1023938 h 2343150"/>
                <a:gd name="connsiteX35" fmla="*/ 2419350 w 2595562"/>
                <a:gd name="connsiteY35" fmla="*/ 1462088 h 2343150"/>
                <a:gd name="connsiteX36" fmla="*/ 2319337 w 2595562"/>
                <a:gd name="connsiteY36" fmla="*/ 1471613 h 2343150"/>
                <a:gd name="connsiteX37" fmla="*/ 2286000 w 2595562"/>
                <a:gd name="connsiteY37" fmla="*/ 1419225 h 2343150"/>
                <a:gd name="connsiteX38" fmla="*/ 2219325 w 2595562"/>
                <a:gd name="connsiteY38" fmla="*/ 1514475 h 2343150"/>
                <a:gd name="connsiteX39" fmla="*/ 2152650 w 2595562"/>
                <a:gd name="connsiteY39" fmla="*/ 1476375 h 2343150"/>
                <a:gd name="connsiteX40" fmla="*/ 2062162 w 2595562"/>
                <a:gd name="connsiteY40" fmla="*/ 1462088 h 2343150"/>
                <a:gd name="connsiteX41" fmla="*/ 2028825 w 2595562"/>
                <a:gd name="connsiteY41" fmla="*/ 1524000 h 2343150"/>
                <a:gd name="connsiteX42" fmla="*/ 1981200 w 2595562"/>
                <a:gd name="connsiteY42" fmla="*/ 1476375 h 2343150"/>
                <a:gd name="connsiteX43" fmla="*/ 1733550 w 2595562"/>
                <a:gd name="connsiteY43" fmla="*/ 1481138 h 2343150"/>
                <a:gd name="connsiteX44" fmla="*/ 1724025 w 2595562"/>
                <a:gd name="connsiteY44" fmla="*/ 1447800 h 2343150"/>
                <a:gd name="connsiteX45" fmla="*/ 1681162 w 2595562"/>
                <a:gd name="connsiteY45" fmla="*/ 1447800 h 2343150"/>
                <a:gd name="connsiteX46" fmla="*/ 1600200 w 2595562"/>
                <a:gd name="connsiteY46" fmla="*/ 1381125 h 2343150"/>
                <a:gd name="connsiteX47" fmla="*/ 1376362 w 2595562"/>
                <a:gd name="connsiteY47" fmla="*/ 1395413 h 2343150"/>
                <a:gd name="connsiteX48" fmla="*/ 1304925 w 2595562"/>
                <a:gd name="connsiteY48" fmla="*/ 1495425 h 2343150"/>
                <a:gd name="connsiteX49" fmla="*/ 1233487 w 2595562"/>
                <a:gd name="connsiteY49" fmla="*/ 1452563 h 2343150"/>
                <a:gd name="connsiteX50" fmla="*/ 1062037 w 2595562"/>
                <a:gd name="connsiteY50" fmla="*/ 1504950 h 2343150"/>
                <a:gd name="connsiteX51" fmla="*/ 1195387 w 2595562"/>
                <a:gd name="connsiteY51" fmla="*/ 1752600 h 2343150"/>
                <a:gd name="connsiteX52" fmla="*/ 1238250 w 2595562"/>
                <a:gd name="connsiteY52" fmla="*/ 1866900 h 2343150"/>
                <a:gd name="connsiteX53" fmla="*/ 1195387 w 2595562"/>
                <a:gd name="connsiteY53" fmla="*/ 1766888 h 2343150"/>
                <a:gd name="connsiteX54" fmla="*/ 1033462 w 2595562"/>
                <a:gd name="connsiteY54" fmla="*/ 1676400 h 2343150"/>
                <a:gd name="connsiteX55" fmla="*/ 971550 w 2595562"/>
                <a:gd name="connsiteY55" fmla="*/ 1728788 h 2343150"/>
                <a:gd name="connsiteX56" fmla="*/ 890587 w 2595562"/>
                <a:gd name="connsiteY56" fmla="*/ 1714500 h 2343150"/>
                <a:gd name="connsiteX57" fmla="*/ 852487 w 2595562"/>
                <a:gd name="connsiteY57" fmla="*/ 1781175 h 2343150"/>
                <a:gd name="connsiteX58" fmla="*/ 814387 w 2595562"/>
                <a:gd name="connsiteY58" fmla="*/ 1785938 h 2343150"/>
                <a:gd name="connsiteX59" fmla="*/ 771525 w 2595562"/>
                <a:gd name="connsiteY59" fmla="*/ 1824038 h 2343150"/>
                <a:gd name="connsiteX60" fmla="*/ 771525 w 2595562"/>
                <a:gd name="connsiteY60" fmla="*/ 1905000 h 2343150"/>
                <a:gd name="connsiteX61" fmla="*/ 714375 w 2595562"/>
                <a:gd name="connsiteY61" fmla="*/ 1909763 h 2343150"/>
                <a:gd name="connsiteX62" fmla="*/ 714375 w 2595562"/>
                <a:gd name="connsiteY62" fmla="*/ 1947863 h 2343150"/>
                <a:gd name="connsiteX63" fmla="*/ 685800 w 2595562"/>
                <a:gd name="connsiteY63" fmla="*/ 1966913 h 2343150"/>
                <a:gd name="connsiteX64" fmla="*/ 719137 w 2595562"/>
                <a:gd name="connsiteY64" fmla="*/ 2057400 h 2343150"/>
                <a:gd name="connsiteX65" fmla="*/ 700087 w 2595562"/>
                <a:gd name="connsiteY65" fmla="*/ 2066925 h 2343150"/>
                <a:gd name="connsiteX66" fmla="*/ 719137 w 2595562"/>
                <a:gd name="connsiteY66" fmla="*/ 2109788 h 2343150"/>
                <a:gd name="connsiteX67" fmla="*/ 709612 w 2595562"/>
                <a:gd name="connsiteY67" fmla="*/ 2128838 h 2343150"/>
                <a:gd name="connsiteX68" fmla="*/ 657225 w 2595562"/>
                <a:gd name="connsiteY68" fmla="*/ 2100263 h 2343150"/>
                <a:gd name="connsiteX69" fmla="*/ 600075 w 2595562"/>
                <a:gd name="connsiteY69" fmla="*/ 2128838 h 2343150"/>
                <a:gd name="connsiteX70" fmla="*/ 542925 w 2595562"/>
                <a:gd name="connsiteY70" fmla="*/ 2114550 h 2343150"/>
                <a:gd name="connsiteX71" fmla="*/ 504825 w 2595562"/>
                <a:gd name="connsiteY71" fmla="*/ 2176463 h 2343150"/>
                <a:gd name="connsiteX72" fmla="*/ 528637 w 2595562"/>
                <a:gd name="connsiteY72" fmla="*/ 2243138 h 2343150"/>
                <a:gd name="connsiteX73" fmla="*/ 481012 w 2595562"/>
                <a:gd name="connsiteY73" fmla="*/ 2252663 h 2343150"/>
                <a:gd name="connsiteX74" fmla="*/ 442912 w 2595562"/>
                <a:gd name="connsiteY74" fmla="*/ 2252663 h 2343150"/>
                <a:gd name="connsiteX75" fmla="*/ 404812 w 2595562"/>
                <a:gd name="connsiteY75" fmla="*/ 2262188 h 2343150"/>
                <a:gd name="connsiteX76" fmla="*/ 447675 w 2595562"/>
                <a:gd name="connsiteY76" fmla="*/ 2214563 h 2343150"/>
                <a:gd name="connsiteX77" fmla="*/ 461962 w 2595562"/>
                <a:gd name="connsiteY77" fmla="*/ 2143125 h 2343150"/>
                <a:gd name="connsiteX78" fmla="*/ 342900 w 2595562"/>
                <a:gd name="connsiteY78" fmla="*/ 2085975 h 2343150"/>
                <a:gd name="connsiteX79" fmla="*/ 261937 w 2595562"/>
                <a:gd name="connsiteY79" fmla="*/ 2133600 h 2343150"/>
                <a:gd name="connsiteX80" fmla="*/ 180975 w 2595562"/>
                <a:gd name="connsiteY80" fmla="*/ 2133600 h 2343150"/>
                <a:gd name="connsiteX81" fmla="*/ 128587 w 2595562"/>
                <a:gd name="connsiteY81" fmla="*/ 2214563 h 2343150"/>
                <a:gd name="connsiteX82" fmla="*/ 142875 w 2595562"/>
                <a:gd name="connsiteY82" fmla="*/ 2286000 h 2343150"/>
                <a:gd name="connsiteX83" fmla="*/ 61912 w 2595562"/>
                <a:gd name="connsiteY83" fmla="*/ 2343150 h 2343150"/>
                <a:gd name="connsiteX84" fmla="*/ 0 w 2595562"/>
                <a:gd name="connsiteY84" fmla="*/ 2286000 h 2343150"/>
                <a:gd name="connsiteX85" fmla="*/ 28575 w 2595562"/>
                <a:gd name="connsiteY85" fmla="*/ 2205038 h 2343150"/>
                <a:gd name="connsiteX86" fmla="*/ 33337 w 2595562"/>
                <a:gd name="connsiteY86" fmla="*/ 2162175 h 2343150"/>
                <a:gd name="connsiteX87" fmla="*/ 76200 w 2595562"/>
                <a:gd name="connsiteY87" fmla="*/ 2105025 h 2343150"/>
                <a:gd name="connsiteX88" fmla="*/ 85725 w 2595562"/>
                <a:gd name="connsiteY88" fmla="*/ 1995488 h 2343150"/>
                <a:gd name="connsiteX89" fmla="*/ 47625 w 2595562"/>
                <a:gd name="connsiteY89" fmla="*/ 1976438 h 2343150"/>
                <a:gd name="connsiteX90" fmla="*/ 138112 w 2595562"/>
                <a:gd name="connsiteY90" fmla="*/ 1819275 h 2343150"/>
                <a:gd name="connsiteX91" fmla="*/ 152400 w 2595562"/>
                <a:gd name="connsiteY91" fmla="*/ 1657350 h 2343150"/>
                <a:gd name="connsiteX92" fmla="*/ 109537 w 2595562"/>
                <a:gd name="connsiteY92" fmla="*/ 1643063 h 2343150"/>
                <a:gd name="connsiteX93" fmla="*/ 180975 w 2595562"/>
                <a:gd name="connsiteY93" fmla="*/ 1495425 h 2343150"/>
                <a:gd name="connsiteX94" fmla="*/ 142875 w 2595562"/>
                <a:gd name="connsiteY94" fmla="*/ 1443038 h 2343150"/>
                <a:gd name="connsiteX95" fmla="*/ 147637 w 2595562"/>
                <a:gd name="connsiteY95" fmla="*/ 1381125 h 2343150"/>
                <a:gd name="connsiteX96" fmla="*/ 290512 w 2595562"/>
                <a:gd name="connsiteY96" fmla="*/ 1433513 h 2343150"/>
                <a:gd name="connsiteX97" fmla="*/ 328612 w 2595562"/>
                <a:gd name="connsiteY97" fmla="*/ 1414463 h 2343150"/>
                <a:gd name="connsiteX98" fmla="*/ 328612 w 2595562"/>
                <a:gd name="connsiteY98" fmla="*/ 1300163 h 2343150"/>
                <a:gd name="connsiteX99" fmla="*/ 314325 w 2595562"/>
                <a:gd name="connsiteY99" fmla="*/ 1228725 h 2343150"/>
                <a:gd name="connsiteX100" fmla="*/ 347662 w 2595562"/>
                <a:gd name="connsiteY100" fmla="*/ 1166813 h 2343150"/>
                <a:gd name="connsiteX101" fmla="*/ 338137 w 2595562"/>
                <a:gd name="connsiteY101" fmla="*/ 1033463 h 2343150"/>
                <a:gd name="connsiteX102" fmla="*/ 414337 w 2595562"/>
                <a:gd name="connsiteY102" fmla="*/ 1033463 h 2343150"/>
                <a:gd name="connsiteX103" fmla="*/ 447675 w 2595562"/>
                <a:gd name="connsiteY103" fmla="*/ 1047750 h 2343150"/>
                <a:gd name="connsiteX104" fmla="*/ 552450 w 2595562"/>
                <a:gd name="connsiteY104" fmla="*/ 952500 h 2343150"/>
                <a:gd name="connsiteX105" fmla="*/ 695325 w 2595562"/>
                <a:gd name="connsiteY105" fmla="*/ 1023938 h 2343150"/>
                <a:gd name="connsiteX106" fmla="*/ 709612 w 2595562"/>
                <a:gd name="connsiteY106" fmla="*/ 928688 h 2343150"/>
                <a:gd name="connsiteX107" fmla="*/ 766762 w 2595562"/>
                <a:gd name="connsiteY107" fmla="*/ 909638 h 2343150"/>
                <a:gd name="connsiteX108" fmla="*/ 809625 w 2595562"/>
                <a:gd name="connsiteY108" fmla="*/ 866775 h 2343150"/>
                <a:gd name="connsiteX109" fmla="*/ 862012 w 2595562"/>
                <a:gd name="connsiteY109" fmla="*/ 890588 h 2343150"/>
                <a:gd name="connsiteX110" fmla="*/ 914400 w 2595562"/>
                <a:gd name="connsiteY110" fmla="*/ 866775 h 2343150"/>
                <a:gd name="connsiteX111" fmla="*/ 985837 w 2595562"/>
                <a:gd name="connsiteY111" fmla="*/ 881063 h 2343150"/>
                <a:gd name="connsiteX112" fmla="*/ 1076325 w 2595562"/>
                <a:gd name="connsiteY112" fmla="*/ 600075 h 2343150"/>
                <a:gd name="connsiteX0" fmla="*/ 1076325 w 2595562"/>
                <a:gd name="connsiteY0" fmla="*/ 600075 h 2343150"/>
                <a:gd name="connsiteX1" fmla="*/ 1166812 w 2595562"/>
                <a:gd name="connsiteY1" fmla="*/ 619125 h 2343150"/>
                <a:gd name="connsiteX2" fmla="*/ 1243012 w 2595562"/>
                <a:gd name="connsiteY2" fmla="*/ 628650 h 2343150"/>
                <a:gd name="connsiteX3" fmla="*/ 1290637 w 2595562"/>
                <a:gd name="connsiteY3" fmla="*/ 547688 h 2343150"/>
                <a:gd name="connsiteX4" fmla="*/ 1319212 w 2595562"/>
                <a:gd name="connsiteY4" fmla="*/ 490538 h 2343150"/>
                <a:gd name="connsiteX5" fmla="*/ 1319212 w 2595562"/>
                <a:gd name="connsiteY5" fmla="*/ 433388 h 2343150"/>
                <a:gd name="connsiteX6" fmla="*/ 1352550 w 2595562"/>
                <a:gd name="connsiteY6" fmla="*/ 333375 h 2343150"/>
                <a:gd name="connsiteX7" fmla="*/ 1366837 w 2595562"/>
                <a:gd name="connsiteY7" fmla="*/ 247650 h 2343150"/>
                <a:gd name="connsiteX8" fmla="*/ 1423987 w 2595562"/>
                <a:gd name="connsiteY8" fmla="*/ 257175 h 2343150"/>
                <a:gd name="connsiteX9" fmla="*/ 1452562 w 2595562"/>
                <a:gd name="connsiteY9" fmla="*/ 185738 h 2343150"/>
                <a:gd name="connsiteX10" fmla="*/ 1462087 w 2595562"/>
                <a:gd name="connsiteY10" fmla="*/ 133350 h 2343150"/>
                <a:gd name="connsiteX11" fmla="*/ 1462087 w 2595562"/>
                <a:gd name="connsiteY11" fmla="*/ 100013 h 2343150"/>
                <a:gd name="connsiteX12" fmla="*/ 1490662 w 2595562"/>
                <a:gd name="connsiteY12" fmla="*/ 85725 h 2343150"/>
                <a:gd name="connsiteX13" fmla="*/ 1495425 w 2595562"/>
                <a:gd name="connsiteY13" fmla="*/ 14288 h 2343150"/>
                <a:gd name="connsiteX14" fmla="*/ 1562100 w 2595562"/>
                <a:gd name="connsiteY14" fmla="*/ 0 h 2343150"/>
                <a:gd name="connsiteX15" fmla="*/ 1614487 w 2595562"/>
                <a:gd name="connsiteY15" fmla="*/ 23813 h 2343150"/>
                <a:gd name="connsiteX16" fmla="*/ 1643062 w 2595562"/>
                <a:gd name="connsiteY16" fmla="*/ 133350 h 2343150"/>
                <a:gd name="connsiteX17" fmla="*/ 1704975 w 2595562"/>
                <a:gd name="connsiteY17" fmla="*/ 138113 h 2343150"/>
                <a:gd name="connsiteX18" fmla="*/ 1804987 w 2595562"/>
                <a:gd name="connsiteY18" fmla="*/ 138113 h 2343150"/>
                <a:gd name="connsiteX19" fmla="*/ 1866900 w 2595562"/>
                <a:gd name="connsiteY19" fmla="*/ 152400 h 2343150"/>
                <a:gd name="connsiteX20" fmla="*/ 1914525 w 2595562"/>
                <a:gd name="connsiteY20" fmla="*/ 119063 h 2343150"/>
                <a:gd name="connsiteX21" fmla="*/ 2043112 w 2595562"/>
                <a:gd name="connsiteY21" fmla="*/ 133350 h 2343150"/>
                <a:gd name="connsiteX22" fmla="*/ 2085975 w 2595562"/>
                <a:gd name="connsiteY22" fmla="*/ 166688 h 2343150"/>
                <a:gd name="connsiteX23" fmla="*/ 2171700 w 2595562"/>
                <a:gd name="connsiteY23" fmla="*/ 161925 h 2343150"/>
                <a:gd name="connsiteX24" fmla="*/ 2305050 w 2595562"/>
                <a:gd name="connsiteY24" fmla="*/ 228600 h 2343150"/>
                <a:gd name="connsiteX25" fmla="*/ 2428875 w 2595562"/>
                <a:gd name="connsiteY25" fmla="*/ 404813 h 2343150"/>
                <a:gd name="connsiteX26" fmla="*/ 2390775 w 2595562"/>
                <a:gd name="connsiteY26" fmla="*/ 509588 h 2343150"/>
                <a:gd name="connsiteX27" fmla="*/ 2447925 w 2595562"/>
                <a:gd name="connsiteY27" fmla="*/ 538163 h 2343150"/>
                <a:gd name="connsiteX28" fmla="*/ 2595562 w 2595562"/>
                <a:gd name="connsiteY28" fmla="*/ 538163 h 2343150"/>
                <a:gd name="connsiteX29" fmla="*/ 2495550 w 2595562"/>
                <a:gd name="connsiteY29" fmla="*/ 785813 h 2343150"/>
                <a:gd name="connsiteX30" fmla="*/ 2543175 w 2595562"/>
                <a:gd name="connsiteY30" fmla="*/ 819150 h 2343150"/>
                <a:gd name="connsiteX31" fmla="*/ 2524125 w 2595562"/>
                <a:gd name="connsiteY31" fmla="*/ 871538 h 2343150"/>
                <a:gd name="connsiteX32" fmla="*/ 2481262 w 2595562"/>
                <a:gd name="connsiteY32" fmla="*/ 928688 h 2343150"/>
                <a:gd name="connsiteX33" fmla="*/ 2443162 w 2595562"/>
                <a:gd name="connsiteY33" fmla="*/ 962025 h 2343150"/>
                <a:gd name="connsiteX34" fmla="*/ 2457450 w 2595562"/>
                <a:gd name="connsiteY34" fmla="*/ 1023938 h 2343150"/>
                <a:gd name="connsiteX35" fmla="*/ 2419350 w 2595562"/>
                <a:gd name="connsiteY35" fmla="*/ 1462088 h 2343150"/>
                <a:gd name="connsiteX36" fmla="*/ 2319337 w 2595562"/>
                <a:gd name="connsiteY36" fmla="*/ 1471613 h 2343150"/>
                <a:gd name="connsiteX37" fmla="*/ 2286000 w 2595562"/>
                <a:gd name="connsiteY37" fmla="*/ 1419225 h 2343150"/>
                <a:gd name="connsiteX38" fmla="*/ 2219325 w 2595562"/>
                <a:gd name="connsiteY38" fmla="*/ 1514475 h 2343150"/>
                <a:gd name="connsiteX39" fmla="*/ 2152650 w 2595562"/>
                <a:gd name="connsiteY39" fmla="*/ 1476375 h 2343150"/>
                <a:gd name="connsiteX40" fmla="*/ 2062162 w 2595562"/>
                <a:gd name="connsiteY40" fmla="*/ 1462088 h 2343150"/>
                <a:gd name="connsiteX41" fmla="*/ 2028825 w 2595562"/>
                <a:gd name="connsiteY41" fmla="*/ 1524000 h 2343150"/>
                <a:gd name="connsiteX42" fmla="*/ 1981200 w 2595562"/>
                <a:gd name="connsiteY42" fmla="*/ 1476375 h 2343150"/>
                <a:gd name="connsiteX43" fmla="*/ 1733550 w 2595562"/>
                <a:gd name="connsiteY43" fmla="*/ 1481138 h 2343150"/>
                <a:gd name="connsiteX44" fmla="*/ 1724025 w 2595562"/>
                <a:gd name="connsiteY44" fmla="*/ 1447800 h 2343150"/>
                <a:gd name="connsiteX45" fmla="*/ 1681162 w 2595562"/>
                <a:gd name="connsiteY45" fmla="*/ 1447800 h 2343150"/>
                <a:gd name="connsiteX46" fmla="*/ 1600200 w 2595562"/>
                <a:gd name="connsiteY46" fmla="*/ 1381125 h 2343150"/>
                <a:gd name="connsiteX47" fmla="*/ 1376362 w 2595562"/>
                <a:gd name="connsiteY47" fmla="*/ 1395413 h 2343150"/>
                <a:gd name="connsiteX48" fmla="*/ 1304925 w 2595562"/>
                <a:gd name="connsiteY48" fmla="*/ 1495425 h 2343150"/>
                <a:gd name="connsiteX49" fmla="*/ 1233487 w 2595562"/>
                <a:gd name="connsiteY49" fmla="*/ 1452563 h 2343150"/>
                <a:gd name="connsiteX50" fmla="*/ 1062037 w 2595562"/>
                <a:gd name="connsiteY50" fmla="*/ 1504950 h 2343150"/>
                <a:gd name="connsiteX51" fmla="*/ 1195387 w 2595562"/>
                <a:gd name="connsiteY51" fmla="*/ 1752600 h 2343150"/>
                <a:gd name="connsiteX52" fmla="*/ 1195387 w 2595562"/>
                <a:gd name="connsiteY52" fmla="*/ 1766888 h 2343150"/>
                <a:gd name="connsiteX53" fmla="*/ 1033462 w 2595562"/>
                <a:gd name="connsiteY53" fmla="*/ 1676400 h 2343150"/>
                <a:gd name="connsiteX54" fmla="*/ 971550 w 2595562"/>
                <a:gd name="connsiteY54" fmla="*/ 1728788 h 2343150"/>
                <a:gd name="connsiteX55" fmla="*/ 890587 w 2595562"/>
                <a:gd name="connsiteY55" fmla="*/ 1714500 h 2343150"/>
                <a:gd name="connsiteX56" fmla="*/ 852487 w 2595562"/>
                <a:gd name="connsiteY56" fmla="*/ 1781175 h 2343150"/>
                <a:gd name="connsiteX57" fmla="*/ 814387 w 2595562"/>
                <a:gd name="connsiteY57" fmla="*/ 1785938 h 2343150"/>
                <a:gd name="connsiteX58" fmla="*/ 771525 w 2595562"/>
                <a:gd name="connsiteY58" fmla="*/ 1824038 h 2343150"/>
                <a:gd name="connsiteX59" fmla="*/ 771525 w 2595562"/>
                <a:gd name="connsiteY59" fmla="*/ 1905000 h 2343150"/>
                <a:gd name="connsiteX60" fmla="*/ 714375 w 2595562"/>
                <a:gd name="connsiteY60" fmla="*/ 1909763 h 2343150"/>
                <a:gd name="connsiteX61" fmla="*/ 714375 w 2595562"/>
                <a:gd name="connsiteY61" fmla="*/ 1947863 h 2343150"/>
                <a:gd name="connsiteX62" fmla="*/ 685800 w 2595562"/>
                <a:gd name="connsiteY62" fmla="*/ 1966913 h 2343150"/>
                <a:gd name="connsiteX63" fmla="*/ 719137 w 2595562"/>
                <a:gd name="connsiteY63" fmla="*/ 2057400 h 2343150"/>
                <a:gd name="connsiteX64" fmla="*/ 700087 w 2595562"/>
                <a:gd name="connsiteY64" fmla="*/ 2066925 h 2343150"/>
                <a:gd name="connsiteX65" fmla="*/ 719137 w 2595562"/>
                <a:gd name="connsiteY65" fmla="*/ 2109788 h 2343150"/>
                <a:gd name="connsiteX66" fmla="*/ 709612 w 2595562"/>
                <a:gd name="connsiteY66" fmla="*/ 2128838 h 2343150"/>
                <a:gd name="connsiteX67" fmla="*/ 657225 w 2595562"/>
                <a:gd name="connsiteY67" fmla="*/ 2100263 h 2343150"/>
                <a:gd name="connsiteX68" fmla="*/ 600075 w 2595562"/>
                <a:gd name="connsiteY68" fmla="*/ 2128838 h 2343150"/>
                <a:gd name="connsiteX69" fmla="*/ 542925 w 2595562"/>
                <a:gd name="connsiteY69" fmla="*/ 2114550 h 2343150"/>
                <a:gd name="connsiteX70" fmla="*/ 504825 w 2595562"/>
                <a:gd name="connsiteY70" fmla="*/ 2176463 h 2343150"/>
                <a:gd name="connsiteX71" fmla="*/ 528637 w 2595562"/>
                <a:gd name="connsiteY71" fmla="*/ 2243138 h 2343150"/>
                <a:gd name="connsiteX72" fmla="*/ 481012 w 2595562"/>
                <a:gd name="connsiteY72" fmla="*/ 2252663 h 2343150"/>
                <a:gd name="connsiteX73" fmla="*/ 442912 w 2595562"/>
                <a:gd name="connsiteY73" fmla="*/ 2252663 h 2343150"/>
                <a:gd name="connsiteX74" fmla="*/ 404812 w 2595562"/>
                <a:gd name="connsiteY74" fmla="*/ 2262188 h 2343150"/>
                <a:gd name="connsiteX75" fmla="*/ 447675 w 2595562"/>
                <a:gd name="connsiteY75" fmla="*/ 2214563 h 2343150"/>
                <a:gd name="connsiteX76" fmla="*/ 461962 w 2595562"/>
                <a:gd name="connsiteY76" fmla="*/ 2143125 h 2343150"/>
                <a:gd name="connsiteX77" fmla="*/ 342900 w 2595562"/>
                <a:gd name="connsiteY77" fmla="*/ 2085975 h 2343150"/>
                <a:gd name="connsiteX78" fmla="*/ 261937 w 2595562"/>
                <a:gd name="connsiteY78" fmla="*/ 2133600 h 2343150"/>
                <a:gd name="connsiteX79" fmla="*/ 180975 w 2595562"/>
                <a:gd name="connsiteY79" fmla="*/ 2133600 h 2343150"/>
                <a:gd name="connsiteX80" fmla="*/ 128587 w 2595562"/>
                <a:gd name="connsiteY80" fmla="*/ 2214563 h 2343150"/>
                <a:gd name="connsiteX81" fmla="*/ 142875 w 2595562"/>
                <a:gd name="connsiteY81" fmla="*/ 2286000 h 2343150"/>
                <a:gd name="connsiteX82" fmla="*/ 61912 w 2595562"/>
                <a:gd name="connsiteY82" fmla="*/ 2343150 h 2343150"/>
                <a:gd name="connsiteX83" fmla="*/ 0 w 2595562"/>
                <a:gd name="connsiteY83" fmla="*/ 2286000 h 2343150"/>
                <a:gd name="connsiteX84" fmla="*/ 28575 w 2595562"/>
                <a:gd name="connsiteY84" fmla="*/ 2205038 h 2343150"/>
                <a:gd name="connsiteX85" fmla="*/ 33337 w 2595562"/>
                <a:gd name="connsiteY85" fmla="*/ 2162175 h 2343150"/>
                <a:gd name="connsiteX86" fmla="*/ 76200 w 2595562"/>
                <a:gd name="connsiteY86" fmla="*/ 2105025 h 2343150"/>
                <a:gd name="connsiteX87" fmla="*/ 85725 w 2595562"/>
                <a:gd name="connsiteY87" fmla="*/ 1995488 h 2343150"/>
                <a:gd name="connsiteX88" fmla="*/ 47625 w 2595562"/>
                <a:gd name="connsiteY88" fmla="*/ 1976438 h 2343150"/>
                <a:gd name="connsiteX89" fmla="*/ 138112 w 2595562"/>
                <a:gd name="connsiteY89" fmla="*/ 1819275 h 2343150"/>
                <a:gd name="connsiteX90" fmla="*/ 152400 w 2595562"/>
                <a:gd name="connsiteY90" fmla="*/ 1657350 h 2343150"/>
                <a:gd name="connsiteX91" fmla="*/ 109537 w 2595562"/>
                <a:gd name="connsiteY91" fmla="*/ 1643063 h 2343150"/>
                <a:gd name="connsiteX92" fmla="*/ 180975 w 2595562"/>
                <a:gd name="connsiteY92" fmla="*/ 1495425 h 2343150"/>
                <a:gd name="connsiteX93" fmla="*/ 142875 w 2595562"/>
                <a:gd name="connsiteY93" fmla="*/ 1443038 h 2343150"/>
                <a:gd name="connsiteX94" fmla="*/ 147637 w 2595562"/>
                <a:gd name="connsiteY94" fmla="*/ 1381125 h 2343150"/>
                <a:gd name="connsiteX95" fmla="*/ 290512 w 2595562"/>
                <a:gd name="connsiteY95" fmla="*/ 1433513 h 2343150"/>
                <a:gd name="connsiteX96" fmla="*/ 328612 w 2595562"/>
                <a:gd name="connsiteY96" fmla="*/ 1414463 h 2343150"/>
                <a:gd name="connsiteX97" fmla="*/ 328612 w 2595562"/>
                <a:gd name="connsiteY97" fmla="*/ 1300163 h 2343150"/>
                <a:gd name="connsiteX98" fmla="*/ 314325 w 2595562"/>
                <a:gd name="connsiteY98" fmla="*/ 1228725 h 2343150"/>
                <a:gd name="connsiteX99" fmla="*/ 347662 w 2595562"/>
                <a:gd name="connsiteY99" fmla="*/ 1166813 h 2343150"/>
                <a:gd name="connsiteX100" fmla="*/ 338137 w 2595562"/>
                <a:gd name="connsiteY100" fmla="*/ 1033463 h 2343150"/>
                <a:gd name="connsiteX101" fmla="*/ 414337 w 2595562"/>
                <a:gd name="connsiteY101" fmla="*/ 1033463 h 2343150"/>
                <a:gd name="connsiteX102" fmla="*/ 447675 w 2595562"/>
                <a:gd name="connsiteY102" fmla="*/ 1047750 h 2343150"/>
                <a:gd name="connsiteX103" fmla="*/ 552450 w 2595562"/>
                <a:gd name="connsiteY103" fmla="*/ 952500 h 2343150"/>
                <a:gd name="connsiteX104" fmla="*/ 695325 w 2595562"/>
                <a:gd name="connsiteY104" fmla="*/ 1023938 h 2343150"/>
                <a:gd name="connsiteX105" fmla="*/ 709612 w 2595562"/>
                <a:gd name="connsiteY105" fmla="*/ 928688 h 2343150"/>
                <a:gd name="connsiteX106" fmla="*/ 766762 w 2595562"/>
                <a:gd name="connsiteY106" fmla="*/ 909638 h 2343150"/>
                <a:gd name="connsiteX107" fmla="*/ 809625 w 2595562"/>
                <a:gd name="connsiteY107" fmla="*/ 866775 h 2343150"/>
                <a:gd name="connsiteX108" fmla="*/ 862012 w 2595562"/>
                <a:gd name="connsiteY108" fmla="*/ 890588 h 2343150"/>
                <a:gd name="connsiteX109" fmla="*/ 914400 w 2595562"/>
                <a:gd name="connsiteY109" fmla="*/ 866775 h 2343150"/>
                <a:gd name="connsiteX110" fmla="*/ 985837 w 2595562"/>
                <a:gd name="connsiteY110" fmla="*/ 881063 h 2343150"/>
                <a:gd name="connsiteX111" fmla="*/ 1076325 w 2595562"/>
                <a:gd name="connsiteY111" fmla="*/ 600075 h 234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2595562" h="2343150">
                  <a:moveTo>
                    <a:pt x="1076325" y="600075"/>
                  </a:moveTo>
                  <a:lnTo>
                    <a:pt x="1166812" y="619125"/>
                  </a:lnTo>
                  <a:lnTo>
                    <a:pt x="1243012" y="628650"/>
                  </a:lnTo>
                  <a:lnTo>
                    <a:pt x="1290637" y="547688"/>
                  </a:lnTo>
                  <a:lnTo>
                    <a:pt x="1319212" y="490538"/>
                  </a:lnTo>
                  <a:lnTo>
                    <a:pt x="1319212" y="433388"/>
                  </a:lnTo>
                  <a:lnTo>
                    <a:pt x="1352550" y="333375"/>
                  </a:lnTo>
                  <a:lnTo>
                    <a:pt x="1366837" y="247650"/>
                  </a:lnTo>
                  <a:lnTo>
                    <a:pt x="1423987" y="257175"/>
                  </a:lnTo>
                  <a:lnTo>
                    <a:pt x="1452562" y="185738"/>
                  </a:lnTo>
                  <a:lnTo>
                    <a:pt x="1462087" y="133350"/>
                  </a:lnTo>
                  <a:lnTo>
                    <a:pt x="1462087" y="100013"/>
                  </a:lnTo>
                  <a:lnTo>
                    <a:pt x="1490662" y="85725"/>
                  </a:lnTo>
                  <a:lnTo>
                    <a:pt x="1495425" y="14288"/>
                  </a:lnTo>
                  <a:lnTo>
                    <a:pt x="1562100" y="0"/>
                  </a:lnTo>
                  <a:lnTo>
                    <a:pt x="1614487" y="23813"/>
                  </a:lnTo>
                  <a:lnTo>
                    <a:pt x="1643062" y="133350"/>
                  </a:lnTo>
                  <a:lnTo>
                    <a:pt x="1704975" y="138113"/>
                  </a:lnTo>
                  <a:lnTo>
                    <a:pt x="1804987" y="138113"/>
                  </a:lnTo>
                  <a:lnTo>
                    <a:pt x="1866900" y="152400"/>
                  </a:lnTo>
                  <a:lnTo>
                    <a:pt x="1914525" y="119063"/>
                  </a:lnTo>
                  <a:lnTo>
                    <a:pt x="2043112" y="133350"/>
                  </a:lnTo>
                  <a:lnTo>
                    <a:pt x="2085975" y="166688"/>
                  </a:lnTo>
                  <a:lnTo>
                    <a:pt x="2171700" y="161925"/>
                  </a:lnTo>
                  <a:lnTo>
                    <a:pt x="2305050" y="228600"/>
                  </a:lnTo>
                  <a:lnTo>
                    <a:pt x="2428875" y="404813"/>
                  </a:lnTo>
                  <a:lnTo>
                    <a:pt x="2390775" y="509588"/>
                  </a:lnTo>
                  <a:lnTo>
                    <a:pt x="2447925" y="538163"/>
                  </a:lnTo>
                  <a:lnTo>
                    <a:pt x="2595562" y="538163"/>
                  </a:lnTo>
                  <a:lnTo>
                    <a:pt x="2495550" y="785813"/>
                  </a:lnTo>
                  <a:lnTo>
                    <a:pt x="2543175" y="819150"/>
                  </a:lnTo>
                  <a:lnTo>
                    <a:pt x="2524125" y="871538"/>
                  </a:lnTo>
                  <a:lnTo>
                    <a:pt x="2481262" y="928688"/>
                  </a:lnTo>
                  <a:lnTo>
                    <a:pt x="2443162" y="962025"/>
                  </a:lnTo>
                  <a:lnTo>
                    <a:pt x="2457450" y="1023938"/>
                  </a:lnTo>
                  <a:lnTo>
                    <a:pt x="2419350" y="1462088"/>
                  </a:lnTo>
                  <a:lnTo>
                    <a:pt x="2319337" y="1471613"/>
                  </a:lnTo>
                  <a:lnTo>
                    <a:pt x="2286000" y="1419225"/>
                  </a:lnTo>
                  <a:lnTo>
                    <a:pt x="2219325" y="1514475"/>
                  </a:lnTo>
                  <a:lnTo>
                    <a:pt x="2152650" y="1476375"/>
                  </a:lnTo>
                  <a:lnTo>
                    <a:pt x="2062162" y="1462088"/>
                  </a:lnTo>
                  <a:lnTo>
                    <a:pt x="2028825" y="1524000"/>
                  </a:lnTo>
                  <a:lnTo>
                    <a:pt x="1981200" y="1476375"/>
                  </a:lnTo>
                  <a:lnTo>
                    <a:pt x="1733550" y="1481138"/>
                  </a:lnTo>
                  <a:lnTo>
                    <a:pt x="1724025" y="1447800"/>
                  </a:lnTo>
                  <a:lnTo>
                    <a:pt x="1681162" y="1447800"/>
                  </a:lnTo>
                  <a:lnTo>
                    <a:pt x="1600200" y="1381125"/>
                  </a:lnTo>
                  <a:lnTo>
                    <a:pt x="1376362" y="1395413"/>
                  </a:lnTo>
                  <a:lnTo>
                    <a:pt x="1304925" y="1495425"/>
                  </a:lnTo>
                  <a:lnTo>
                    <a:pt x="1233487" y="1452563"/>
                  </a:lnTo>
                  <a:lnTo>
                    <a:pt x="1062037" y="1504950"/>
                  </a:lnTo>
                  <a:lnTo>
                    <a:pt x="1195387" y="1752600"/>
                  </a:lnTo>
                  <a:lnTo>
                    <a:pt x="1195387" y="1766888"/>
                  </a:lnTo>
                  <a:lnTo>
                    <a:pt x="1033462" y="1676400"/>
                  </a:lnTo>
                  <a:lnTo>
                    <a:pt x="971550" y="1728788"/>
                  </a:lnTo>
                  <a:lnTo>
                    <a:pt x="890587" y="1714500"/>
                  </a:lnTo>
                  <a:lnTo>
                    <a:pt x="852487" y="1781175"/>
                  </a:lnTo>
                  <a:lnTo>
                    <a:pt x="814387" y="1785938"/>
                  </a:lnTo>
                  <a:lnTo>
                    <a:pt x="771525" y="1824038"/>
                  </a:lnTo>
                  <a:lnTo>
                    <a:pt x="771525" y="1905000"/>
                  </a:lnTo>
                  <a:lnTo>
                    <a:pt x="714375" y="1909763"/>
                  </a:lnTo>
                  <a:lnTo>
                    <a:pt x="714375" y="1947863"/>
                  </a:lnTo>
                  <a:lnTo>
                    <a:pt x="685800" y="1966913"/>
                  </a:lnTo>
                  <a:lnTo>
                    <a:pt x="719137" y="2057400"/>
                  </a:lnTo>
                  <a:lnTo>
                    <a:pt x="700087" y="2066925"/>
                  </a:lnTo>
                  <a:lnTo>
                    <a:pt x="719137" y="2109788"/>
                  </a:lnTo>
                  <a:lnTo>
                    <a:pt x="709612" y="2128838"/>
                  </a:lnTo>
                  <a:lnTo>
                    <a:pt x="657225" y="2100263"/>
                  </a:lnTo>
                  <a:lnTo>
                    <a:pt x="600075" y="2128838"/>
                  </a:lnTo>
                  <a:lnTo>
                    <a:pt x="542925" y="2114550"/>
                  </a:lnTo>
                  <a:lnTo>
                    <a:pt x="504825" y="2176463"/>
                  </a:lnTo>
                  <a:lnTo>
                    <a:pt x="528637" y="2243138"/>
                  </a:lnTo>
                  <a:lnTo>
                    <a:pt x="481012" y="2252663"/>
                  </a:lnTo>
                  <a:lnTo>
                    <a:pt x="442912" y="2252663"/>
                  </a:lnTo>
                  <a:lnTo>
                    <a:pt x="404812" y="2262188"/>
                  </a:lnTo>
                  <a:lnTo>
                    <a:pt x="447675" y="2214563"/>
                  </a:lnTo>
                  <a:lnTo>
                    <a:pt x="461962" y="2143125"/>
                  </a:lnTo>
                  <a:lnTo>
                    <a:pt x="342900" y="2085975"/>
                  </a:lnTo>
                  <a:lnTo>
                    <a:pt x="261937" y="2133600"/>
                  </a:lnTo>
                  <a:lnTo>
                    <a:pt x="180975" y="2133600"/>
                  </a:lnTo>
                  <a:lnTo>
                    <a:pt x="128587" y="2214563"/>
                  </a:lnTo>
                  <a:lnTo>
                    <a:pt x="142875" y="2286000"/>
                  </a:lnTo>
                  <a:lnTo>
                    <a:pt x="61912" y="2343150"/>
                  </a:lnTo>
                  <a:lnTo>
                    <a:pt x="0" y="2286000"/>
                  </a:lnTo>
                  <a:lnTo>
                    <a:pt x="28575" y="2205038"/>
                  </a:lnTo>
                  <a:lnTo>
                    <a:pt x="33337" y="2162175"/>
                  </a:lnTo>
                  <a:lnTo>
                    <a:pt x="76200" y="2105025"/>
                  </a:lnTo>
                  <a:lnTo>
                    <a:pt x="85725" y="1995488"/>
                  </a:lnTo>
                  <a:lnTo>
                    <a:pt x="47625" y="1976438"/>
                  </a:lnTo>
                  <a:lnTo>
                    <a:pt x="138112" y="1819275"/>
                  </a:lnTo>
                  <a:lnTo>
                    <a:pt x="152400" y="1657350"/>
                  </a:lnTo>
                  <a:lnTo>
                    <a:pt x="109537" y="1643063"/>
                  </a:lnTo>
                  <a:lnTo>
                    <a:pt x="180975" y="1495425"/>
                  </a:lnTo>
                  <a:lnTo>
                    <a:pt x="142875" y="1443038"/>
                  </a:lnTo>
                  <a:lnTo>
                    <a:pt x="147637" y="1381125"/>
                  </a:lnTo>
                  <a:lnTo>
                    <a:pt x="290512" y="1433513"/>
                  </a:lnTo>
                  <a:lnTo>
                    <a:pt x="328612" y="1414463"/>
                  </a:lnTo>
                  <a:lnTo>
                    <a:pt x="328612" y="1300163"/>
                  </a:lnTo>
                  <a:lnTo>
                    <a:pt x="314325" y="1228725"/>
                  </a:lnTo>
                  <a:lnTo>
                    <a:pt x="347662" y="1166813"/>
                  </a:lnTo>
                  <a:lnTo>
                    <a:pt x="338137" y="1033463"/>
                  </a:lnTo>
                  <a:lnTo>
                    <a:pt x="414337" y="1033463"/>
                  </a:lnTo>
                  <a:lnTo>
                    <a:pt x="447675" y="1047750"/>
                  </a:lnTo>
                  <a:lnTo>
                    <a:pt x="552450" y="952500"/>
                  </a:lnTo>
                  <a:lnTo>
                    <a:pt x="695325" y="1023938"/>
                  </a:lnTo>
                  <a:lnTo>
                    <a:pt x="709612" y="928688"/>
                  </a:lnTo>
                  <a:lnTo>
                    <a:pt x="766762" y="909638"/>
                  </a:lnTo>
                  <a:lnTo>
                    <a:pt x="809625" y="866775"/>
                  </a:lnTo>
                  <a:lnTo>
                    <a:pt x="862012" y="890588"/>
                  </a:lnTo>
                  <a:lnTo>
                    <a:pt x="914400" y="866775"/>
                  </a:lnTo>
                  <a:lnTo>
                    <a:pt x="985837" y="881063"/>
                  </a:lnTo>
                  <a:lnTo>
                    <a:pt x="1076325" y="600075"/>
                  </a:lnTo>
                  <a:close/>
                </a:path>
              </a:pathLst>
            </a:custGeom>
            <a:solidFill>
              <a:srgbClr val="70AD47">
                <a:lumMod val="40000"/>
                <a:lumOff val="60000"/>
                <a:alpha val="92000"/>
              </a:srgbClr>
            </a:solidFill>
            <a:ln w="12700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7ABF177F-DE47-4648-AB8C-C20B6D61834A}"/>
                </a:ext>
              </a:extLst>
            </p:cNvPr>
            <p:cNvSpPr txBox="1"/>
            <p:nvPr/>
          </p:nvSpPr>
          <p:spPr>
            <a:xfrm>
              <a:off x="10547340" y="2889608"/>
              <a:ext cx="1457935" cy="327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WHITEFIELD &amp; BROOKEFIELD</a:t>
              </a:r>
              <a:endParaRPr kumimoji="0" lang="en-IN" sz="500" b="1" i="0" u="none" strike="noStrike" kern="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0196D48B-30E8-4C54-97DC-F2F26093C094}"/>
                </a:ext>
              </a:extLst>
            </p:cNvPr>
            <p:cNvSpPr txBox="1"/>
            <p:nvPr/>
          </p:nvSpPr>
          <p:spPr>
            <a:xfrm>
              <a:off x="8491668" y="1535789"/>
              <a:ext cx="1370827" cy="225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NORTH BENGALURU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B66A3844-2D70-4A9E-ABCE-EA7915E5A88B}"/>
                </a:ext>
              </a:extLst>
            </p:cNvPr>
            <p:cNvSpPr txBox="1"/>
            <p:nvPr/>
          </p:nvSpPr>
          <p:spPr>
            <a:xfrm>
              <a:off x="7796481" y="3619648"/>
              <a:ext cx="1151507" cy="225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PBD WEST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DD596675-9EA7-47B6-B1E3-F67DE37AC37D}"/>
                </a:ext>
              </a:extLst>
            </p:cNvPr>
            <p:cNvSpPr txBox="1"/>
            <p:nvPr/>
          </p:nvSpPr>
          <p:spPr>
            <a:xfrm>
              <a:off x="9238582" y="3928786"/>
              <a:ext cx="1384367" cy="225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SOUTH BENGALURU</a:t>
              </a:r>
              <a:endParaRPr kumimoji="0" lang="en-IN" sz="500" b="1" i="0" u="none" strike="noStrike" kern="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xmlns="" id="{BEBB693E-4418-4DEE-8AA3-0447EDBD5B99}"/>
                </a:ext>
              </a:extLst>
            </p:cNvPr>
            <p:cNvGrpSpPr/>
            <p:nvPr/>
          </p:nvGrpSpPr>
          <p:grpSpPr>
            <a:xfrm rot="21005348">
              <a:off x="9279854" y="1889816"/>
              <a:ext cx="1238558" cy="2108320"/>
              <a:chOff x="2536031" y="2076450"/>
              <a:chExt cx="1476375" cy="1885950"/>
            </a:xfrm>
            <a:solidFill>
              <a:srgbClr val="FFC000">
                <a:lumMod val="20000"/>
                <a:lumOff val="80000"/>
              </a:srgbClr>
            </a:solidFill>
          </p:grpSpPr>
          <p:sp>
            <p:nvSpPr>
              <p:cNvPr id="18" name="Freeform: Shape 462">
                <a:extLst>
                  <a:ext uri="{FF2B5EF4-FFF2-40B4-BE49-F238E27FC236}">
                    <a16:creationId xmlns:a16="http://schemas.microsoft.com/office/drawing/2014/main" xmlns="" id="{E055C06A-5C04-426A-B2B2-8C7FAAE76C9E}"/>
                  </a:ext>
                </a:extLst>
              </p:cNvPr>
              <p:cNvSpPr/>
              <p:nvPr/>
            </p:nvSpPr>
            <p:spPr>
              <a:xfrm>
                <a:off x="3481388" y="2738438"/>
                <a:ext cx="531018" cy="716756"/>
              </a:xfrm>
              <a:custGeom>
                <a:avLst/>
                <a:gdLst>
                  <a:gd name="connsiteX0" fmla="*/ 0 w 531018"/>
                  <a:gd name="connsiteY0" fmla="*/ 142875 h 716756"/>
                  <a:gd name="connsiteX1" fmla="*/ 71437 w 531018"/>
                  <a:gd name="connsiteY1" fmla="*/ 92868 h 716756"/>
                  <a:gd name="connsiteX2" fmla="*/ 278606 w 531018"/>
                  <a:gd name="connsiteY2" fmla="*/ 0 h 716756"/>
                  <a:gd name="connsiteX3" fmla="*/ 350043 w 531018"/>
                  <a:gd name="connsiteY3" fmla="*/ 30956 h 716756"/>
                  <a:gd name="connsiteX4" fmla="*/ 511968 w 531018"/>
                  <a:gd name="connsiteY4" fmla="*/ 495300 h 716756"/>
                  <a:gd name="connsiteX5" fmla="*/ 531018 w 531018"/>
                  <a:gd name="connsiteY5" fmla="*/ 671512 h 716756"/>
                  <a:gd name="connsiteX6" fmla="*/ 288131 w 531018"/>
                  <a:gd name="connsiteY6" fmla="*/ 716756 h 716756"/>
                  <a:gd name="connsiteX7" fmla="*/ 71437 w 531018"/>
                  <a:gd name="connsiteY7" fmla="*/ 666750 h 716756"/>
                  <a:gd name="connsiteX8" fmla="*/ 73818 w 531018"/>
                  <a:gd name="connsiteY8" fmla="*/ 640556 h 716756"/>
                  <a:gd name="connsiteX9" fmla="*/ 111918 w 531018"/>
                  <a:gd name="connsiteY9" fmla="*/ 631031 h 716756"/>
                  <a:gd name="connsiteX10" fmla="*/ 121443 w 531018"/>
                  <a:gd name="connsiteY10" fmla="*/ 540543 h 716756"/>
                  <a:gd name="connsiteX11" fmla="*/ 80962 w 531018"/>
                  <a:gd name="connsiteY11" fmla="*/ 469106 h 716756"/>
                  <a:gd name="connsiteX12" fmla="*/ 83343 w 531018"/>
                  <a:gd name="connsiteY12" fmla="*/ 404812 h 716756"/>
                  <a:gd name="connsiteX13" fmla="*/ 11906 w 531018"/>
                  <a:gd name="connsiteY13" fmla="*/ 342900 h 716756"/>
                  <a:gd name="connsiteX14" fmla="*/ 50006 w 531018"/>
                  <a:gd name="connsiteY14" fmla="*/ 319087 h 716756"/>
                  <a:gd name="connsiteX15" fmla="*/ 16668 w 531018"/>
                  <a:gd name="connsiteY15" fmla="*/ 266700 h 716756"/>
                  <a:gd name="connsiteX16" fmla="*/ 0 w 531018"/>
                  <a:gd name="connsiteY16" fmla="*/ 142875 h 716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1018" h="716756">
                    <a:moveTo>
                      <a:pt x="0" y="142875"/>
                    </a:moveTo>
                    <a:lnTo>
                      <a:pt x="71437" y="92868"/>
                    </a:lnTo>
                    <a:lnTo>
                      <a:pt x="278606" y="0"/>
                    </a:lnTo>
                    <a:lnTo>
                      <a:pt x="350043" y="30956"/>
                    </a:lnTo>
                    <a:lnTo>
                      <a:pt x="511968" y="495300"/>
                    </a:lnTo>
                    <a:lnTo>
                      <a:pt x="531018" y="671512"/>
                    </a:lnTo>
                    <a:lnTo>
                      <a:pt x="288131" y="716756"/>
                    </a:lnTo>
                    <a:lnTo>
                      <a:pt x="71437" y="666750"/>
                    </a:lnTo>
                    <a:lnTo>
                      <a:pt x="73818" y="640556"/>
                    </a:lnTo>
                    <a:lnTo>
                      <a:pt x="111918" y="631031"/>
                    </a:lnTo>
                    <a:lnTo>
                      <a:pt x="121443" y="540543"/>
                    </a:lnTo>
                    <a:lnTo>
                      <a:pt x="80962" y="469106"/>
                    </a:lnTo>
                    <a:cubicBezTo>
                      <a:pt x="81756" y="447675"/>
                      <a:pt x="82549" y="426243"/>
                      <a:pt x="83343" y="404812"/>
                    </a:cubicBezTo>
                    <a:lnTo>
                      <a:pt x="11906" y="342900"/>
                    </a:lnTo>
                    <a:lnTo>
                      <a:pt x="50006" y="319087"/>
                    </a:lnTo>
                    <a:lnTo>
                      <a:pt x="16668" y="266700"/>
                    </a:lnTo>
                    <a:lnTo>
                      <a:pt x="0" y="142875"/>
                    </a:lnTo>
                    <a:close/>
                  </a:path>
                </a:pathLst>
              </a:custGeom>
              <a:grpFill/>
              <a:ln w="38100" cap="flat" cmpd="dbl" algn="ctr">
                <a:solidFill>
                  <a:srgbClr val="FFDD7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9" name="Freeform: Shape 463">
                <a:extLst>
                  <a:ext uri="{FF2B5EF4-FFF2-40B4-BE49-F238E27FC236}">
                    <a16:creationId xmlns:a16="http://schemas.microsoft.com/office/drawing/2014/main" xmlns="" id="{6C05F27C-7568-4765-BA75-7717DD0C72E9}"/>
                  </a:ext>
                </a:extLst>
              </p:cNvPr>
              <p:cNvSpPr/>
              <p:nvPr/>
            </p:nvSpPr>
            <p:spPr>
              <a:xfrm>
                <a:off x="3169444" y="3412331"/>
                <a:ext cx="842962" cy="550069"/>
              </a:xfrm>
              <a:custGeom>
                <a:avLst/>
                <a:gdLst>
                  <a:gd name="connsiteX0" fmla="*/ 385762 w 842962"/>
                  <a:gd name="connsiteY0" fmla="*/ 4763 h 550069"/>
                  <a:gd name="connsiteX1" fmla="*/ 388144 w 842962"/>
                  <a:gd name="connsiteY1" fmla="*/ 28575 h 550069"/>
                  <a:gd name="connsiteX2" fmla="*/ 261937 w 842962"/>
                  <a:gd name="connsiteY2" fmla="*/ 11907 h 550069"/>
                  <a:gd name="connsiteX3" fmla="*/ 254794 w 842962"/>
                  <a:gd name="connsiteY3" fmla="*/ 76200 h 550069"/>
                  <a:gd name="connsiteX4" fmla="*/ 319087 w 842962"/>
                  <a:gd name="connsiteY4" fmla="*/ 119063 h 550069"/>
                  <a:gd name="connsiteX5" fmla="*/ 302419 w 842962"/>
                  <a:gd name="connsiteY5" fmla="*/ 164307 h 550069"/>
                  <a:gd name="connsiteX6" fmla="*/ 221456 w 842962"/>
                  <a:gd name="connsiteY6" fmla="*/ 192882 h 550069"/>
                  <a:gd name="connsiteX7" fmla="*/ 176212 w 842962"/>
                  <a:gd name="connsiteY7" fmla="*/ 195263 h 550069"/>
                  <a:gd name="connsiteX8" fmla="*/ 142875 w 842962"/>
                  <a:gd name="connsiteY8" fmla="*/ 269082 h 550069"/>
                  <a:gd name="connsiteX9" fmla="*/ 35719 w 842962"/>
                  <a:gd name="connsiteY9" fmla="*/ 250032 h 550069"/>
                  <a:gd name="connsiteX10" fmla="*/ 0 w 842962"/>
                  <a:gd name="connsiteY10" fmla="*/ 309563 h 550069"/>
                  <a:gd name="connsiteX11" fmla="*/ 295275 w 842962"/>
                  <a:gd name="connsiteY11" fmla="*/ 502444 h 550069"/>
                  <a:gd name="connsiteX12" fmla="*/ 288131 w 842962"/>
                  <a:gd name="connsiteY12" fmla="*/ 531019 h 550069"/>
                  <a:gd name="connsiteX13" fmla="*/ 390525 w 842962"/>
                  <a:gd name="connsiteY13" fmla="*/ 550069 h 550069"/>
                  <a:gd name="connsiteX14" fmla="*/ 583406 w 842962"/>
                  <a:gd name="connsiteY14" fmla="*/ 485775 h 550069"/>
                  <a:gd name="connsiteX15" fmla="*/ 647700 w 842962"/>
                  <a:gd name="connsiteY15" fmla="*/ 395288 h 550069"/>
                  <a:gd name="connsiteX16" fmla="*/ 757237 w 842962"/>
                  <a:gd name="connsiteY16" fmla="*/ 295275 h 550069"/>
                  <a:gd name="connsiteX17" fmla="*/ 802481 w 842962"/>
                  <a:gd name="connsiteY17" fmla="*/ 211932 h 550069"/>
                  <a:gd name="connsiteX18" fmla="*/ 842962 w 842962"/>
                  <a:gd name="connsiteY18" fmla="*/ 28575 h 550069"/>
                  <a:gd name="connsiteX19" fmla="*/ 842962 w 842962"/>
                  <a:gd name="connsiteY19" fmla="*/ 0 h 550069"/>
                  <a:gd name="connsiteX20" fmla="*/ 604837 w 842962"/>
                  <a:gd name="connsiteY20" fmla="*/ 45244 h 550069"/>
                  <a:gd name="connsiteX21" fmla="*/ 385762 w 842962"/>
                  <a:gd name="connsiteY21" fmla="*/ 4763 h 550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42962" h="550069">
                    <a:moveTo>
                      <a:pt x="385762" y="4763"/>
                    </a:moveTo>
                    <a:lnTo>
                      <a:pt x="388144" y="28575"/>
                    </a:lnTo>
                    <a:lnTo>
                      <a:pt x="261937" y="11907"/>
                    </a:lnTo>
                    <a:lnTo>
                      <a:pt x="254794" y="76200"/>
                    </a:lnTo>
                    <a:lnTo>
                      <a:pt x="319087" y="119063"/>
                    </a:lnTo>
                    <a:lnTo>
                      <a:pt x="302419" y="164307"/>
                    </a:lnTo>
                    <a:lnTo>
                      <a:pt x="221456" y="192882"/>
                    </a:lnTo>
                    <a:lnTo>
                      <a:pt x="176212" y="195263"/>
                    </a:lnTo>
                    <a:lnTo>
                      <a:pt x="142875" y="269082"/>
                    </a:lnTo>
                    <a:lnTo>
                      <a:pt x="35719" y="250032"/>
                    </a:lnTo>
                    <a:lnTo>
                      <a:pt x="0" y="309563"/>
                    </a:lnTo>
                    <a:lnTo>
                      <a:pt x="295275" y="502444"/>
                    </a:lnTo>
                    <a:lnTo>
                      <a:pt x="288131" y="531019"/>
                    </a:lnTo>
                    <a:lnTo>
                      <a:pt x="390525" y="550069"/>
                    </a:lnTo>
                    <a:lnTo>
                      <a:pt x="583406" y="485775"/>
                    </a:lnTo>
                    <a:lnTo>
                      <a:pt x="647700" y="395288"/>
                    </a:lnTo>
                    <a:lnTo>
                      <a:pt x="757237" y="295275"/>
                    </a:lnTo>
                    <a:lnTo>
                      <a:pt x="802481" y="211932"/>
                    </a:lnTo>
                    <a:lnTo>
                      <a:pt x="842962" y="28575"/>
                    </a:lnTo>
                    <a:lnTo>
                      <a:pt x="842962" y="0"/>
                    </a:lnTo>
                    <a:lnTo>
                      <a:pt x="604837" y="45244"/>
                    </a:lnTo>
                    <a:lnTo>
                      <a:pt x="385762" y="4763"/>
                    </a:lnTo>
                    <a:close/>
                  </a:path>
                </a:pathLst>
              </a:custGeom>
              <a:grpFill/>
              <a:ln w="38100" cap="flat" cmpd="dbl" algn="ctr">
                <a:solidFill>
                  <a:srgbClr val="FFDD7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0" name="Freeform: Shape 464">
                <a:extLst>
                  <a:ext uri="{FF2B5EF4-FFF2-40B4-BE49-F238E27FC236}">
                    <a16:creationId xmlns:a16="http://schemas.microsoft.com/office/drawing/2014/main" xmlns="" id="{2C5C04FE-C34F-4C13-9118-F8FF8A801C25}"/>
                  </a:ext>
                </a:extLst>
              </p:cNvPr>
              <p:cNvSpPr/>
              <p:nvPr/>
            </p:nvSpPr>
            <p:spPr>
              <a:xfrm>
                <a:off x="2536031" y="2076450"/>
                <a:ext cx="1012032" cy="850106"/>
              </a:xfrm>
              <a:custGeom>
                <a:avLst/>
                <a:gdLst>
                  <a:gd name="connsiteX0" fmla="*/ 21432 w 1012032"/>
                  <a:gd name="connsiteY0" fmla="*/ 23813 h 850106"/>
                  <a:gd name="connsiteX1" fmla="*/ 0 w 1012032"/>
                  <a:gd name="connsiteY1" fmla="*/ 111919 h 850106"/>
                  <a:gd name="connsiteX2" fmla="*/ 40482 w 1012032"/>
                  <a:gd name="connsiteY2" fmla="*/ 123825 h 850106"/>
                  <a:gd name="connsiteX3" fmla="*/ 109538 w 1012032"/>
                  <a:gd name="connsiteY3" fmla="*/ 142875 h 850106"/>
                  <a:gd name="connsiteX4" fmla="*/ 130969 w 1012032"/>
                  <a:gd name="connsiteY4" fmla="*/ 207169 h 850106"/>
                  <a:gd name="connsiteX5" fmla="*/ 252413 w 1012032"/>
                  <a:gd name="connsiteY5" fmla="*/ 192881 h 850106"/>
                  <a:gd name="connsiteX6" fmla="*/ 333375 w 1012032"/>
                  <a:gd name="connsiteY6" fmla="*/ 207169 h 850106"/>
                  <a:gd name="connsiteX7" fmla="*/ 371475 w 1012032"/>
                  <a:gd name="connsiteY7" fmla="*/ 252413 h 850106"/>
                  <a:gd name="connsiteX8" fmla="*/ 459582 w 1012032"/>
                  <a:gd name="connsiteY8" fmla="*/ 276225 h 850106"/>
                  <a:gd name="connsiteX9" fmla="*/ 481013 w 1012032"/>
                  <a:gd name="connsiteY9" fmla="*/ 330994 h 850106"/>
                  <a:gd name="connsiteX10" fmla="*/ 592932 w 1012032"/>
                  <a:gd name="connsiteY10" fmla="*/ 316706 h 850106"/>
                  <a:gd name="connsiteX11" fmla="*/ 647700 w 1012032"/>
                  <a:gd name="connsiteY11" fmla="*/ 371475 h 850106"/>
                  <a:gd name="connsiteX12" fmla="*/ 695325 w 1012032"/>
                  <a:gd name="connsiteY12" fmla="*/ 373856 h 850106"/>
                  <a:gd name="connsiteX13" fmla="*/ 692944 w 1012032"/>
                  <a:gd name="connsiteY13" fmla="*/ 419100 h 850106"/>
                  <a:gd name="connsiteX14" fmla="*/ 645319 w 1012032"/>
                  <a:gd name="connsiteY14" fmla="*/ 440531 h 850106"/>
                  <a:gd name="connsiteX15" fmla="*/ 590550 w 1012032"/>
                  <a:gd name="connsiteY15" fmla="*/ 540544 h 850106"/>
                  <a:gd name="connsiteX16" fmla="*/ 600075 w 1012032"/>
                  <a:gd name="connsiteY16" fmla="*/ 583406 h 850106"/>
                  <a:gd name="connsiteX17" fmla="*/ 645319 w 1012032"/>
                  <a:gd name="connsiteY17" fmla="*/ 604838 h 850106"/>
                  <a:gd name="connsiteX18" fmla="*/ 609600 w 1012032"/>
                  <a:gd name="connsiteY18" fmla="*/ 719138 h 850106"/>
                  <a:gd name="connsiteX19" fmla="*/ 626269 w 1012032"/>
                  <a:gd name="connsiteY19" fmla="*/ 785813 h 850106"/>
                  <a:gd name="connsiteX20" fmla="*/ 659607 w 1012032"/>
                  <a:gd name="connsiteY20" fmla="*/ 781050 h 850106"/>
                  <a:gd name="connsiteX21" fmla="*/ 676275 w 1012032"/>
                  <a:gd name="connsiteY21" fmla="*/ 847725 h 850106"/>
                  <a:gd name="connsiteX22" fmla="*/ 778669 w 1012032"/>
                  <a:gd name="connsiteY22" fmla="*/ 835819 h 850106"/>
                  <a:gd name="connsiteX23" fmla="*/ 816769 w 1012032"/>
                  <a:gd name="connsiteY23" fmla="*/ 850106 h 850106"/>
                  <a:gd name="connsiteX24" fmla="*/ 1012032 w 1012032"/>
                  <a:gd name="connsiteY24" fmla="*/ 757238 h 850106"/>
                  <a:gd name="connsiteX25" fmla="*/ 959644 w 1012032"/>
                  <a:gd name="connsiteY25" fmla="*/ 421481 h 850106"/>
                  <a:gd name="connsiteX26" fmla="*/ 588169 w 1012032"/>
                  <a:gd name="connsiteY26" fmla="*/ 221456 h 850106"/>
                  <a:gd name="connsiteX27" fmla="*/ 516732 w 1012032"/>
                  <a:gd name="connsiteY27" fmla="*/ 42863 h 850106"/>
                  <a:gd name="connsiteX28" fmla="*/ 404813 w 1012032"/>
                  <a:gd name="connsiteY28" fmla="*/ 23813 h 850106"/>
                  <a:gd name="connsiteX29" fmla="*/ 130969 w 1012032"/>
                  <a:gd name="connsiteY29" fmla="*/ 0 h 850106"/>
                  <a:gd name="connsiteX30" fmla="*/ 97632 w 1012032"/>
                  <a:gd name="connsiteY30" fmla="*/ 35719 h 850106"/>
                  <a:gd name="connsiteX31" fmla="*/ 21432 w 1012032"/>
                  <a:gd name="connsiteY31" fmla="*/ 23813 h 850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12032" h="850106">
                    <a:moveTo>
                      <a:pt x="21432" y="23813"/>
                    </a:moveTo>
                    <a:lnTo>
                      <a:pt x="0" y="111919"/>
                    </a:lnTo>
                    <a:lnTo>
                      <a:pt x="40482" y="123825"/>
                    </a:lnTo>
                    <a:lnTo>
                      <a:pt x="109538" y="142875"/>
                    </a:lnTo>
                    <a:lnTo>
                      <a:pt x="130969" y="207169"/>
                    </a:lnTo>
                    <a:lnTo>
                      <a:pt x="252413" y="192881"/>
                    </a:lnTo>
                    <a:lnTo>
                      <a:pt x="333375" y="207169"/>
                    </a:lnTo>
                    <a:lnTo>
                      <a:pt x="371475" y="252413"/>
                    </a:lnTo>
                    <a:lnTo>
                      <a:pt x="459582" y="276225"/>
                    </a:lnTo>
                    <a:lnTo>
                      <a:pt x="481013" y="330994"/>
                    </a:lnTo>
                    <a:lnTo>
                      <a:pt x="592932" y="316706"/>
                    </a:lnTo>
                    <a:lnTo>
                      <a:pt x="647700" y="371475"/>
                    </a:lnTo>
                    <a:lnTo>
                      <a:pt x="695325" y="373856"/>
                    </a:lnTo>
                    <a:lnTo>
                      <a:pt x="692944" y="419100"/>
                    </a:lnTo>
                    <a:lnTo>
                      <a:pt x="645319" y="440531"/>
                    </a:lnTo>
                    <a:lnTo>
                      <a:pt x="590550" y="540544"/>
                    </a:lnTo>
                    <a:lnTo>
                      <a:pt x="600075" y="583406"/>
                    </a:lnTo>
                    <a:lnTo>
                      <a:pt x="645319" y="604838"/>
                    </a:lnTo>
                    <a:lnTo>
                      <a:pt x="609600" y="719138"/>
                    </a:lnTo>
                    <a:lnTo>
                      <a:pt x="626269" y="785813"/>
                    </a:lnTo>
                    <a:lnTo>
                      <a:pt x="659607" y="781050"/>
                    </a:lnTo>
                    <a:lnTo>
                      <a:pt x="676275" y="847725"/>
                    </a:lnTo>
                    <a:lnTo>
                      <a:pt x="778669" y="835819"/>
                    </a:lnTo>
                    <a:lnTo>
                      <a:pt x="816769" y="850106"/>
                    </a:lnTo>
                    <a:lnTo>
                      <a:pt x="1012032" y="757238"/>
                    </a:lnTo>
                    <a:lnTo>
                      <a:pt x="959644" y="421481"/>
                    </a:lnTo>
                    <a:lnTo>
                      <a:pt x="588169" y="221456"/>
                    </a:lnTo>
                    <a:lnTo>
                      <a:pt x="516732" y="42863"/>
                    </a:lnTo>
                    <a:lnTo>
                      <a:pt x="404813" y="23813"/>
                    </a:lnTo>
                    <a:lnTo>
                      <a:pt x="130969" y="0"/>
                    </a:lnTo>
                    <a:lnTo>
                      <a:pt x="97632" y="35719"/>
                    </a:lnTo>
                    <a:lnTo>
                      <a:pt x="21432" y="23813"/>
                    </a:lnTo>
                    <a:close/>
                  </a:path>
                </a:pathLst>
              </a:custGeom>
              <a:grpFill/>
              <a:ln w="38100" cap="flat" cmpd="dbl" algn="ctr">
                <a:solidFill>
                  <a:srgbClr val="FFDD7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CBCEB85A-93A8-4D0C-85F0-3A357F0BBC62}"/>
                </a:ext>
              </a:extLst>
            </p:cNvPr>
            <p:cNvSpPr txBox="1"/>
            <p:nvPr/>
          </p:nvSpPr>
          <p:spPr>
            <a:xfrm>
              <a:off x="9663634" y="3265408"/>
              <a:ext cx="1151507" cy="225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ORR Z1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285861A3-D776-42A7-8F44-41CF7B6A4652}"/>
                </a:ext>
              </a:extLst>
            </p:cNvPr>
            <p:cNvSpPr txBox="1"/>
            <p:nvPr/>
          </p:nvSpPr>
          <p:spPr>
            <a:xfrm>
              <a:off x="9775794" y="2768570"/>
              <a:ext cx="1151507" cy="225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ORR Z2</a:t>
              </a:r>
            </a:p>
          </p:txBody>
        </p:sp>
        <p:sp>
          <p:nvSpPr>
            <p:cNvPr id="23" name="Freeform: Shape 372">
              <a:extLst>
                <a:ext uri="{FF2B5EF4-FFF2-40B4-BE49-F238E27FC236}">
                  <a16:creationId xmlns:a16="http://schemas.microsoft.com/office/drawing/2014/main" xmlns="" id="{A2A66574-7DBE-4111-9889-3A5CDC961387}"/>
                </a:ext>
              </a:extLst>
            </p:cNvPr>
            <p:cNvSpPr/>
            <p:nvPr/>
          </p:nvSpPr>
          <p:spPr>
            <a:xfrm>
              <a:off x="8500081" y="2604324"/>
              <a:ext cx="1286502" cy="1113506"/>
            </a:xfrm>
            <a:custGeom>
              <a:avLst/>
              <a:gdLst>
                <a:gd name="connsiteX0" fmla="*/ 504825 w 1533525"/>
                <a:gd name="connsiteY0" fmla="*/ 383382 h 1264444"/>
                <a:gd name="connsiteX1" fmla="*/ 347663 w 1533525"/>
                <a:gd name="connsiteY1" fmla="*/ 292894 h 1264444"/>
                <a:gd name="connsiteX2" fmla="*/ 288132 w 1533525"/>
                <a:gd name="connsiteY2" fmla="*/ 347663 h 1264444"/>
                <a:gd name="connsiteX3" fmla="*/ 209550 w 1533525"/>
                <a:gd name="connsiteY3" fmla="*/ 326232 h 1264444"/>
                <a:gd name="connsiteX4" fmla="*/ 173832 w 1533525"/>
                <a:gd name="connsiteY4" fmla="*/ 392907 h 1264444"/>
                <a:gd name="connsiteX5" fmla="*/ 130969 w 1533525"/>
                <a:gd name="connsiteY5" fmla="*/ 400050 h 1264444"/>
                <a:gd name="connsiteX6" fmla="*/ 85725 w 1533525"/>
                <a:gd name="connsiteY6" fmla="*/ 438150 h 1264444"/>
                <a:gd name="connsiteX7" fmla="*/ 90488 w 1533525"/>
                <a:gd name="connsiteY7" fmla="*/ 526257 h 1264444"/>
                <a:gd name="connsiteX8" fmla="*/ 33338 w 1533525"/>
                <a:gd name="connsiteY8" fmla="*/ 526257 h 1264444"/>
                <a:gd name="connsiteX9" fmla="*/ 28575 w 1533525"/>
                <a:gd name="connsiteY9" fmla="*/ 569119 h 1264444"/>
                <a:gd name="connsiteX10" fmla="*/ 0 w 1533525"/>
                <a:gd name="connsiteY10" fmla="*/ 583407 h 1264444"/>
                <a:gd name="connsiteX11" fmla="*/ 38100 w 1533525"/>
                <a:gd name="connsiteY11" fmla="*/ 671513 h 1264444"/>
                <a:gd name="connsiteX12" fmla="*/ 21432 w 1533525"/>
                <a:gd name="connsiteY12" fmla="*/ 685800 h 1264444"/>
                <a:gd name="connsiteX13" fmla="*/ 71438 w 1533525"/>
                <a:gd name="connsiteY13" fmla="*/ 666750 h 1264444"/>
                <a:gd name="connsiteX14" fmla="*/ 171450 w 1533525"/>
                <a:gd name="connsiteY14" fmla="*/ 723900 h 1264444"/>
                <a:gd name="connsiteX15" fmla="*/ 128588 w 1533525"/>
                <a:gd name="connsiteY15" fmla="*/ 747713 h 1264444"/>
                <a:gd name="connsiteX16" fmla="*/ 95250 w 1533525"/>
                <a:gd name="connsiteY16" fmla="*/ 785813 h 1264444"/>
                <a:gd name="connsiteX17" fmla="*/ 100013 w 1533525"/>
                <a:gd name="connsiteY17" fmla="*/ 802482 h 1264444"/>
                <a:gd name="connsiteX18" fmla="*/ 54769 w 1533525"/>
                <a:gd name="connsiteY18" fmla="*/ 888207 h 1264444"/>
                <a:gd name="connsiteX19" fmla="*/ 111919 w 1533525"/>
                <a:gd name="connsiteY19" fmla="*/ 928688 h 1264444"/>
                <a:gd name="connsiteX20" fmla="*/ 157163 w 1533525"/>
                <a:gd name="connsiteY20" fmla="*/ 912019 h 1264444"/>
                <a:gd name="connsiteX21" fmla="*/ 238125 w 1533525"/>
                <a:gd name="connsiteY21" fmla="*/ 976313 h 1264444"/>
                <a:gd name="connsiteX22" fmla="*/ 314325 w 1533525"/>
                <a:gd name="connsiteY22" fmla="*/ 995363 h 1264444"/>
                <a:gd name="connsiteX23" fmla="*/ 323850 w 1533525"/>
                <a:gd name="connsiteY23" fmla="*/ 885825 h 1264444"/>
                <a:gd name="connsiteX24" fmla="*/ 402432 w 1533525"/>
                <a:gd name="connsiteY24" fmla="*/ 923925 h 1264444"/>
                <a:gd name="connsiteX25" fmla="*/ 466725 w 1533525"/>
                <a:gd name="connsiteY25" fmla="*/ 928688 h 1264444"/>
                <a:gd name="connsiteX26" fmla="*/ 471488 w 1533525"/>
                <a:gd name="connsiteY26" fmla="*/ 995363 h 1264444"/>
                <a:gd name="connsiteX27" fmla="*/ 557213 w 1533525"/>
                <a:gd name="connsiteY27" fmla="*/ 997744 h 1264444"/>
                <a:gd name="connsiteX28" fmla="*/ 564357 w 1533525"/>
                <a:gd name="connsiteY28" fmla="*/ 1071563 h 1264444"/>
                <a:gd name="connsiteX29" fmla="*/ 614363 w 1533525"/>
                <a:gd name="connsiteY29" fmla="*/ 1078707 h 1264444"/>
                <a:gd name="connsiteX30" fmla="*/ 590550 w 1533525"/>
                <a:gd name="connsiteY30" fmla="*/ 1154907 h 1264444"/>
                <a:gd name="connsiteX31" fmla="*/ 561975 w 1533525"/>
                <a:gd name="connsiteY31" fmla="*/ 1164432 h 1264444"/>
                <a:gd name="connsiteX32" fmla="*/ 552450 w 1533525"/>
                <a:gd name="connsiteY32" fmla="*/ 1185863 h 1264444"/>
                <a:gd name="connsiteX33" fmla="*/ 602457 w 1533525"/>
                <a:gd name="connsiteY33" fmla="*/ 1209675 h 1264444"/>
                <a:gd name="connsiteX34" fmla="*/ 611982 w 1533525"/>
                <a:gd name="connsiteY34" fmla="*/ 1216819 h 1264444"/>
                <a:gd name="connsiteX35" fmla="*/ 645319 w 1533525"/>
                <a:gd name="connsiteY35" fmla="*/ 1200150 h 1264444"/>
                <a:gd name="connsiteX36" fmla="*/ 669132 w 1533525"/>
                <a:gd name="connsiteY36" fmla="*/ 1231107 h 1264444"/>
                <a:gd name="connsiteX37" fmla="*/ 709613 w 1533525"/>
                <a:gd name="connsiteY37" fmla="*/ 1176338 h 1264444"/>
                <a:gd name="connsiteX38" fmla="*/ 731044 w 1533525"/>
                <a:gd name="connsiteY38" fmla="*/ 1185863 h 1264444"/>
                <a:gd name="connsiteX39" fmla="*/ 766763 w 1533525"/>
                <a:gd name="connsiteY39" fmla="*/ 1176338 h 1264444"/>
                <a:gd name="connsiteX40" fmla="*/ 809625 w 1533525"/>
                <a:gd name="connsiteY40" fmla="*/ 1193007 h 1264444"/>
                <a:gd name="connsiteX41" fmla="*/ 854869 w 1533525"/>
                <a:gd name="connsiteY41" fmla="*/ 1173957 h 1264444"/>
                <a:gd name="connsiteX42" fmla="*/ 909638 w 1533525"/>
                <a:gd name="connsiteY42" fmla="*/ 1183482 h 1264444"/>
                <a:gd name="connsiteX43" fmla="*/ 954882 w 1533525"/>
                <a:gd name="connsiteY43" fmla="*/ 1176338 h 1264444"/>
                <a:gd name="connsiteX44" fmla="*/ 969169 w 1533525"/>
                <a:gd name="connsiteY44" fmla="*/ 1119188 h 1264444"/>
                <a:gd name="connsiteX45" fmla="*/ 990600 w 1533525"/>
                <a:gd name="connsiteY45" fmla="*/ 1131094 h 1264444"/>
                <a:gd name="connsiteX46" fmla="*/ 990600 w 1533525"/>
                <a:gd name="connsiteY46" fmla="*/ 1173957 h 1264444"/>
                <a:gd name="connsiteX47" fmla="*/ 1023938 w 1533525"/>
                <a:gd name="connsiteY47" fmla="*/ 1197769 h 1264444"/>
                <a:gd name="connsiteX48" fmla="*/ 1038225 w 1533525"/>
                <a:gd name="connsiteY48" fmla="*/ 1223963 h 1264444"/>
                <a:gd name="connsiteX49" fmla="*/ 1085850 w 1533525"/>
                <a:gd name="connsiteY49" fmla="*/ 1264444 h 1264444"/>
                <a:gd name="connsiteX50" fmla="*/ 1138238 w 1533525"/>
                <a:gd name="connsiteY50" fmla="*/ 1264444 h 1264444"/>
                <a:gd name="connsiteX51" fmla="*/ 1166813 w 1533525"/>
                <a:gd name="connsiteY51" fmla="*/ 1221582 h 1264444"/>
                <a:gd name="connsiteX52" fmla="*/ 1138238 w 1533525"/>
                <a:gd name="connsiteY52" fmla="*/ 1190625 h 1264444"/>
                <a:gd name="connsiteX53" fmla="*/ 1126332 w 1533525"/>
                <a:gd name="connsiteY53" fmla="*/ 1100138 h 1264444"/>
                <a:gd name="connsiteX54" fmla="*/ 1209675 w 1533525"/>
                <a:gd name="connsiteY54" fmla="*/ 1040607 h 1264444"/>
                <a:gd name="connsiteX55" fmla="*/ 1178719 w 1533525"/>
                <a:gd name="connsiteY55" fmla="*/ 983457 h 1264444"/>
                <a:gd name="connsiteX56" fmla="*/ 1421607 w 1533525"/>
                <a:gd name="connsiteY56" fmla="*/ 1059657 h 1264444"/>
                <a:gd name="connsiteX57" fmla="*/ 1443038 w 1533525"/>
                <a:gd name="connsiteY57" fmla="*/ 954882 h 1264444"/>
                <a:gd name="connsiteX58" fmla="*/ 1393032 w 1533525"/>
                <a:gd name="connsiteY58" fmla="*/ 938213 h 1264444"/>
                <a:gd name="connsiteX59" fmla="*/ 1459707 w 1533525"/>
                <a:gd name="connsiteY59" fmla="*/ 864394 h 1264444"/>
                <a:gd name="connsiteX60" fmla="*/ 1500188 w 1533525"/>
                <a:gd name="connsiteY60" fmla="*/ 866775 h 1264444"/>
                <a:gd name="connsiteX61" fmla="*/ 1512094 w 1533525"/>
                <a:gd name="connsiteY61" fmla="*/ 852488 h 1264444"/>
                <a:gd name="connsiteX62" fmla="*/ 1459707 w 1533525"/>
                <a:gd name="connsiteY62" fmla="*/ 745332 h 1264444"/>
                <a:gd name="connsiteX63" fmla="*/ 1512094 w 1533525"/>
                <a:gd name="connsiteY63" fmla="*/ 683419 h 1264444"/>
                <a:gd name="connsiteX64" fmla="*/ 1488282 w 1533525"/>
                <a:gd name="connsiteY64" fmla="*/ 650082 h 1264444"/>
                <a:gd name="connsiteX65" fmla="*/ 1533525 w 1533525"/>
                <a:gd name="connsiteY65" fmla="*/ 564357 h 1264444"/>
                <a:gd name="connsiteX66" fmla="*/ 1438275 w 1533525"/>
                <a:gd name="connsiteY66" fmla="*/ 533400 h 1264444"/>
                <a:gd name="connsiteX67" fmla="*/ 1488282 w 1533525"/>
                <a:gd name="connsiteY67" fmla="*/ 400050 h 1264444"/>
                <a:gd name="connsiteX68" fmla="*/ 1402557 w 1533525"/>
                <a:gd name="connsiteY68" fmla="*/ 400050 h 1264444"/>
                <a:gd name="connsiteX69" fmla="*/ 1397794 w 1533525"/>
                <a:gd name="connsiteY69" fmla="*/ 326232 h 1264444"/>
                <a:gd name="connsiteX70" fmla="*/ 1435894 w 1533525"/>
                <a:gd name="connsiteY70" fmla="*/ 280988 h 1264444"/>
                <a:gd name="connsiteX71" fmla="*/ 1335882 w 1533525"/>
                <a:gd name="connsiteY71" fmla="*/ 130969 h 1264444"/>
                <a:gd name="connsiteX72" fmla="*/ 1295400 w 1533525"/>
                <a:gd name="connsiteY72" fmla="*/ 90488 h 1264444"/>
                <a:gd name="connsiteX73" fmla="*/ 1045369 w 1533525"/>
                <a:gd name="connsiteY73" fmla="*/ 97632 h 1264444"/>
                <a:gd name="connsiteX74" fmla="*/ 1040607 w 1533525"/>
                <a:gd name="connsiteY74" fmla="*/ 57150 h 1264444"/>
                <a:gd name="connsiteX75" fmla="*/ 990600 w 1533525"/>
                <a:gd name="connsiteY75" fmla="*/ 64294 h 1264444"/>
                <a:gd name="connsiteX76" fmla="*/ 923925 w 1533525"/>
                <a:gd name="connsiteY76" fmla="*/ 0 h 1264444"/>
                <a:gd name="connsiteX77" fmla="*/ 695325 w 1533525"/>
                <a:gd name="connsiteY77" fmla="*/ 9525 h 1264444"/>
                <a:gd name="connsiteX78" fmla="*/ 623888 w 1533525"/>
                <a:gd name="connsiteY78" fmla="*/ 109538 h 1264444"/>
                <a:gd name="connsiteX79" fmla="*/ 550069 w 1533525"/>
                <a:gd name="connsiteY79" fmla="*/ 69057 h 1264444"/>
                <a:gd name="connsiteX80" fmla="*/ 383382 w 1533525"/>
                <a:gd name="connsiteY80" fmla="*/ 119063 h 1264444"/>
                <a:gd name="connsiteX81" fmla="*/ 504825 w 1533525"/>
                <a:gd name="connsiteY81" fmla="*/ 383382 h 1264444"/>
                <a:gd name="connsiteX0" fmla="*/ 504825 w 1533525"/>
                <a:gd name="connsiteY0" fmla="*/ 383382 h 1264444"/>
                <a:gd name="connsiteX1" fmla="*/ 347663 w 1533525"/>
                <a:gd name="connsiteY1" fmla="*/ 292894 h 1264444"/>
                <a:gd name="connsiteX2" fmla="*/ 288132 w 1533525"/>
                <a:gd name="connsiteY2" fmla="*/ 347663 h 1264444"/>
                <a:gd name="connsiteX3" fmla="*/ 209550 w 1533525"/>
                <a:gd name="connsiteY3" fmla="*/ 326232 h 1264444"/>
                <a:gd name="connsiteX4" fmla="*/ 173832 w 1533525"/>
                <a:gd name="connsiteY4" fmla="*/ 392907 h 1264444"/>
                <a:gd name="connsiteX5" fmla="*/ 130969 w 1533525"/>
                <a:gd name="connsiteY5" fmla="*/ 400050 h 1264444"/>
                <a:gd name="connsiteX6" fmla="*/ 85725 w 1533525"/>
                <a:gd name="connsiteY6" fmla="*/ 438150 h 1264444"/>
                <a:gd name="connsiteX7" fmla="*/ 90488 w 1533525"/>
                <a:gd name="connsiteY7" fmla="*/ 526257 h 1264444"/>
                <a:gd name="connsiteX8" fmla="*/ 33338 w 1533525"/>
                <a:gd name="connsiteY8" fmla="*/ 526257 h 1264444"/>
                <a:gd name="connsiteX9" fmla="*/ 28575 w 1533525"/>
                <a:gd name="connsiteY9" fmla="*/ 569119 h 1264444"/>
                <a:gd name="connsiteX10" fmla="*/ 0 w 1533525"/>
                <a:gd name="connsiteY10" fmla="*/ 583407 h 1264444"/>
                <a:gd name="connsiteX11" fmla="*/ 38100 w 1533525"/>
                <a:gd name="connsiteY11" fmla="*/ 671513 h 1264444"/>
                <a:gd name="connsiteX12" fmla="*/ 21432 w 1533525"/>
                <a:gd name="connsiteY12" fmla="*/ 685800 h 1264444"/>
                <a:gd name="connsiteX13" fmla="*/ 71438 w 1533525"/>
                <a:gd name="connsiteY13" fmla="*/ 666750 h 1264444"/>
                <a:gd name="connsiteX14" fmla="*/ 171450 w 1533525"/>
                <a:gd name="connsiteY14" fmla="*/ 723900 h 1264444"/>
                <a:gd name="connsiteX15" fmla="*/ 128588 w 1533525"/>
                <a:gd name="connsiteY15" fmla="*/ 747713 h 1264444"/>
                <a:gd name="connsiteX16" fmla="*/ 95250 w 1533525"/>
                <a:gd name="connsiteY16" fmla="*/ 785813 h 1264444"/>
                <a:gd name="connsiteX17" fmla="*/ 100013 w 1533525"/>
                <a:gd name="connsiteY17" fmla="*/ 802482 h 1264444"/>
                <a:gd name="connsiteX18" fmla="*/ 54769 w 1533525"/>
                <a:gd name="connsiteY18" fmla="*/ 888207 h 1264444"/>
                <a:gd name="connsiteX19" fmla="*/ 111919 w 1533525"/>
                <a:gd name="connsiteY19" fmla="*/ 928688 h 1264444"/>
                <a:gd name="connsiteX20" fmla="*/ 157163 w 1533525"/>
                <a:gd name="connsiteY20" fmla="*/ 912019 h 1264444"/>
                <a:gd name="connsiteX21" fmla="*/ 238125 w 1533525"/>
                <a:gd name="connsiteY21" fmla="*/ 976313 h 1264444"/>
                <a:gd name="connsiteX22" fmla="*/ 314325 w 1533525"/>
                <a:gd name="connsiteY22" fmla="*/ 995363 h 1264444"/>
                <a:gd name="connsiteX23" fmla="*/ 323850 w 1533525"/>
                <a:gd name="connsiteY23" fmla="*/ 885825 h 1264444"/>
                <a:gd name="connsiteX24" fmla="*/ 402432 w 1533525"/>
                <a:gd name="connsiteY24" fmla="*/ 923925 h 1264444"/>
                <a:gd name="connsiteX25" fmla="*/ 466725 w 1533525"/>
                <a:gd name="connsiteY25" fmla="*/ 928688 h 1264444"/>
                <a:gd name="connsiteX26" fmla="*/ 471488 w 1533525"/>
                <a:gd name="connsiteY26" fmla="*/ 995363 h 1264444"/>
                <a:gd name="connsiteX27" fmla="*/ 557213 w 1533525"/>
                <a:gd name="connsiteY27" fmla="*/ 997744 h 1264444"/>
                <a:gd name="connsiteX28" fmla="*/ 564357 w 1533525"/>
                <a:gd name="connsiteY28" fmla="*/ 1071563 h 1264444"/>
                <a:gd name="connsiteX29" fmla="*/ 614363 w 1533525"/>
                <a:gd name="connsiteY29" fmla="*/ 1078707 h 1264444"/>
                <a:gd name="connsiteX30" fmla="*/ 590550 w 1533525"/>
                <a:gd name="connsiteY30" fmla="*/ 1154907 h 1264444"/>
                <a:gd name="connsiteX31" fmla="*/ 561975 w 1533525"/>
                <a:gd name="connsiteY31" fmla="*/ 1164432 h 1264444"/>
                <a:gd name="connsiteX32" fmla="*/ 552450 w 1533525"/>
                <a:gd name="connsiteY32" fmla="*/ 1185863 h 1264444"/>
                <a:gd name="connsiteX33" fmla="*/ 602457 w 1533525"/>
                <a:gd name="connsiteY33" fmla="*/ 1209675 h 1264444"/>
                <a:gd name="connsiteX34" fmla="*/ 611982 w 1533525"/>
                <a:gd name="connsiteY34" fmla="*/ 1216819 h 1264444"/>
                <a:gd name="connsiteX35" fmla="*/ 645319 w 1533525"/>
                <a:gd name="connsiteY35" fmla="*/ 1200150 h 1264444"/>
                <a:gd name="connsiteX36" fmla="*/ 669132 w 1533525"/>
                <a:gd name="connsiteY36" fmla="*/ 1231107 h 1264444"/>
                <a:gd name="connsiteX37" fmla="*/ 709613 w 1533525"/>
                <a:gd name="connsiteY37" fmla="*/ 1176338 h 1264444"/>
                <a:gd name="connsiteX38" fmla="*/ 731044 w 1533525"/>
                <a:gd name="connsiteY38" fmla="*/ 1185863 h 1264444"/>
                <a:gd name="connsiteX39" fmla="*/ 766763 w 1533525"/>
                <a:gd name="connsiteY39" fmla="*/ 1176338 h 1264444"/>
                <a:gd name="connsiteX40" fmla="*/ 809625 w 1533525"/>
                <a:gd name="connsiteY40" fmla="*/ 1193007 h 1264444"/>
                <a:gd name="connsiteX41" fmla="*/ 854869 w 1533525"/>
                <a:gd name="connsiteY41" fmla="*/ 1173957 h 1264444"/>
                <a:gd name="connsiteX42" fmla="*/ 909638 w 1533525"/>
                <a:gd name="connsiteY42" fmla="*/ 1183482 h 1264444"/>
                <a:gd name="connsiteX43" fmla="*/ 954882 w 1533525"/>
                <a:gd name="connsiteY43" fmla="*/ 1176338 h 1264444"/>
                <a:gd name="connsiteX44" fmla="*/ 969169 w 1533525"/>
                <a:gd name="connsiteY44" fmla="*/ 1119188 h 1264444"/>
                <a:gd name="connsiteX45" fmla="*/ 990600 w 1533525"/>
                <a:gd name="connsiteY45" fmla="*/ 1131094 h 1264444"/>
                <a:gd name="connsiteX46" fmla="*/ 990600 w 1533525"/>
                <a:gd name="connsiteY46" fmla="*/ 1173957 h 1264444"/>
                <a:gd name="connsiteX47" fmla="*/ 1023938 w 1533525"/>
                <a:gd name="connsiteY47" fmla="*/ 1197769 h 1264444"/>
                <a:gd name="connsiteX48" fmla="*/ 1038225 w 1533525"/>
                <a:gd name="connsiteY48" fmla="*/ 1223963 h 1264444"/>
                <a:gd name="connsiteX49" fmla="*/ 1085850 w 1533525"/>
                <a:gd name="connsiteY49" fmla="*/ 1264444 h 1264444"/>
                <a:gd name="connsiteX50" fmla="*/ 1138238 w 1533525"/>
                <a:gd name="connsiteY50" fmla="*/ 1264444 h 1264444"/>
                <a:gd name="connsiteX51" fmla="*/ 1166813 w 1533525"/>
                <a:gd name="connsiteY51" fmla="*/ 1221582 h 1264444"/>
                <a:gd name="connsiteX52" fmla="*/ 1138238 w 1533525"/>
                <a:gd name="connsiteY52" fmla="*/ 1190625 h 1264444"/>
                <a:gd name="connsiteX53" fmla="*/ 1126332 w 1533525"/>
                <a:gd name="connsiteY53" fmla="*/ 1100138 h 1264444"/>
                <a:gd name="connsiteX54" fmla="*/ 1209675 w 1533525"/>
                <a:gd name="connsiteY54" fmla="*/ 1040607 h 1264444"/>
                <a:gd name="connsiteX55" fmla="*/ 1178719 w 1533525"/>
                <a:gd name="connsiteY55" fmla="*/ 983457 h 1264444"/>
                <a:gd name="connsiteX56" fmla="*/ 1421607 w 1533525"/>
                <a:gd name="connsiteY56" fmla="*/ 1059657 h 1264444"/>
                <a:gd name="connsiteX57" fmla="*/ 1443038 w 1533525"/>
                <a:gd name="connsiteY57" fmla="*/ 954882 h 1264444"/>
                <a:gd name="connsiteX58" fmla="*/ 1393032 w 1533525"/>
                <a:gd name="connsiteY58" fmla="*/ 938213 h 1264444"/>
                <a:gd name="connsiteX59" fmla="*/ 1459707 w 1533525"/>
                <a:gd name="connsiteY59" fmla="*/ 864394 h 1264444"/>
                <a:gd name="connsiteX60" fmla="*/ 1500188 w 1533525"/>
                <a:gd name="connsiteY60" fmla="*/ 866775 h 1264444"/>
                <a:gd name="connsiteX61" fmla="*/ 1512094 w 1533525"/>
                <a:gd name="connsiteY61" fmla="*/ 852488 h 1264444"/>
                <a:gd name="connsiteX62" fmla="*/ 1459707 w 1533525"/>
                <a:gd name="connsiteY62" fmla="*/ 745332 h 1264444"/>
                <a:gd name="connsiteX63" fmla="*/ 1512094 w 1533525"/>
                <a:gd name="connsiteY63" fmla="*/ 683419 h 1264444"/>
                <a:gd name="connsiteX64" fmla="*/ 1488282 w 1533525"/>
                <a:gd name="connsiteY64" fmla="*/ 650082 h 1264444"/>
                <a:gd name="connsiteX65" fmla="*/ 1533525 w 1533525"/>
                <a:gd name="connsiteY65" fmla="*/ 564357 h 1264444"/>
                <a:gd name="connsiteX66" fmla="*/ 1438275 w 1533525"/>
                <a:gd name="connsiteY66" fmla="*/ 533400 h 1264444"/>
                <a:gd name="connsiteX67" fmla="*/ 1488282 w 1533525"/>
                <a:gd name="connsiteY67" fmla="*/ 400050 h 1264444"/>
                <a:gd name="connsiteX68" fmla="*/ 1402557 w 1533525"/>
                <a:gd name="connsiteY68" fmla="*/ 400050 h 1264444"/>
                <a:gd name="connsiteX69" fmla="*/ 1397794 w 1533525"/>
                <a:gd name="connsiteY69" fmla="*/ 326232 h 1264444"/>
                <a:gd name="connsiteX70" fmla="*/ 1435894 w 1533525"/>
                <a:gd name="connsiteY70" fmla="*/ 280988 h 1264444"/>
                <a:gd name="connsiteX71" fmla="*/ 1335882 w 1533525"/>
                <a:gd name="connsiteY71" fmla="*/ 130969 h 1264444"/>
                <a:gd name="connsiteX72" fmla="*/ 1295400 w 1533525"/>
                <a:gd name="connsiteY72" fmla="*/ 90488 h 1264444"/>
                <a:gd name="connsiteX73" fmla="*/ 1045369 w 1533525"/>
                <a:gd name="connsiteY73" fmla="*/ 97632 h 1264444"/>
                <a:gd name="connsiteX74" fmla="*/ 1040607 w 1533525"/>
                <a:gd name="connsiteY74" fmla="*/ 57150 h 1264444"/>
                <a:gd name="connsiteX75" fmla="*/ 990600 w 1533525"/>
                <a:gd name="connsiteY75" fmla="*/ 64294 h 1264444"/>
                <a:gd name="connsiteX76" fmla="*/ 923925 w 1533525"/>
                <a:gd name="connsiteY76" fmla="*/ 0 h 1264444"/>
                <a:gd name="connsiteX77" fmla="*/ 695325 w 1533525"/>
                <a:gd name="connsiteY77" fmla="*/ 9525 h 1264444"/>
                <a:gd name="connsiteX78" fmla="*/ 623888 w 1533525"/>
                <a:gd name="connsiteY78" fmla="*/ 109538 h 1264444"/>
                <a:gd name="connsiteX79" fmla="*/ 550069 w 1533525"/>
                <a:gd name="connsiteY79" fmla="*/ 69057 h 1264444"/>
                <a:gd name="connsiteX80" fmla="*/ 383382 w 1533525"/>
                <a:gd name="connsiteY80" fmla="*/ 119063 h 1264444"/>
                <a:gd name="connsiteX81" fmla="*/ 504825 w 1533525"/>
                <a:gd name="connsiteY81" fmla="*/ 383382 h 1264444"/>
                <a:gd name="connsiteX0" fmla="*/ 404812 w 1533525"/>
                <a:gd name="connsiteY0" fmla="*/ 271464 h 1264444"/>
                <a:gd name="connsiteX1" fmla="*/ 347663 w 1533525"/>
                <a:gd name="connsiteY1" fmla="*/ 292894 h 1264444"/>
                <a:gd name="connsiteX2" fmla="*/ 288132 w 1533525"/>
                <a:gd name="connsiteY2" fmla="*/ 347663 h 1264444"/>
                <a:gd name="connsiteX3" fmla="*/ 209550 w 1533525"/>
                <a:gd name="connsiteY3" fmla="*/ 326232 h 1264444"/>
                <a:gd name="connsiteX4" fmla="*/ 173832 w 1533525"/>
                <a:gd name="connsiteY4" fmla="*/ 392907 h 1264444"/>
                <a:gd name="connsiteX5" fmla="*/ 130969 w 1533525"/>
                <a:gd name="connsiteY5" fmla="*/ 400050 h 1264444"/>
                <a:gd name="connsiteX6" fmla="*/ 85725 w 1533525"/>
                <a:gd name="connsiteY6" fmla="*/ 438150 h 1264444"/>
                <a:gd name="connsiteX7" fmla="*/ 90488 w 1533525"/>
                <a:gd name="connsiteY7" fmla="*/ 526257 h 1264444"/>
                <a:gd name="connsiteX8" fmla="*/ 33338 w 1533525"/>
                <a:gd name="connsiteY8" fmla="*/ 526257 h 1264444"/>
                <a:gd name="connsiteX9" fmla="*/ 28575 w 1533525"/>
                <a:gd name="connsiteY9" fmla="*/ 569119 h 1264444"/>
                <a:gd name="connsiteX10" fmla="*/ 0 w 1533525"/>
                <a:gd name="connsiteY10" fmla="*/ 583407 h 1264444"/>
                <a:gd name="connsiteX11" fmla="*/ 38100 w 1533525"/>
                <a:gd name="connsiteY11" fmla="*/ 671513 h 1264444"/>
                <a:gd name="connsiteX12" fmla="*/ 21432 w 1533525"/>
                <a:gd name="connsiteY12" fmla="*/ 685800 h 1264444"/>
                <a:gd name="connsiteX13" fmla="*/ 71438 w 1533525"/>
                <a:gd name="connsiteY13" fmla="*/ 666750 h 1264444"/>
                <a:gd name="connsiteX14" fmla="*/ 171450 w 1533525"/>
                <a:gd name="connsiteY14" fmla="*/ 723900 h 1264444"/>
                <a:gd name="connsiteX15" fmla="*/ 128588 w 1533525"/>
                <a:gd name="connsiteY15" fmla="*/ 747713 h 1264444"/>
                <a:gd name="connsiteX16" fmla="*/ 95250 w 1533525"/>
                <a:gd name="connsiteY16" fmla="*/ 785813 h 1264444"/>
                <a:gd name="connsiteX17" fmla="*/ 100013 w 1533525"/>
                <a:gd name="connsiteY17" fmla="*/ 802482 h 1264444"/>
                <a:gd name="connsiteX18" fmla="*/ 54769 w 1533525"/>
                <a:gd name="connsiteY18" fmla="*/ 888207 h 1264444"/>
                <a:gd name="connsiteX19" fmla="*/ 111919 w 1533525"/>
                <a:gd name="connsiteY19" fmla="*/ 928688 h 1264444"/>
                <a:gd name="connsiteX20" fmla="*/ 157163 w 1533525"/>
                <a:gd name="connsiteY20" fmla="*/ 912019 h 1264444"/>
                <a:gd name="connsiteX21" fmla="*/ 238125 w 1533525"/>
                <a:gd name="connsiteY21" fmla="*/ 976313 h 1264444"/>
                <a:gd name="connsiteX22" fmla="*/ 314325 w 1533525"/>
                <a:gd name="connsiteY22" fmla="*/ 995363 h 1264444"/>
                <a:gd name="connsiteX23" fmla="*/ 323850 w 1533525"/>
                <a:gd name="connsiteY23" fmla="*/ 885825 h 1264444"/>
                <a:gd name="connsiteX24" fmla="*/ 402432 w 1533525"/>
                <a:gd name="connsiteY24" fmla="*/ 923925 h 1264444"/>
                <a:gd name="connsiteX25" fmla="*/ 466725 w 1533525"/>
                <a:gd name="connsiteY25" fmla="*/ 928688 h 1264444"/>
                <a:gd name="connsiteX26" fmla="*/ 471488 w 1533525"/>
                <a:gd name="connsiteY26" fmla="*/ 995363 h 1264444"/>
                <a:gd name="connsiteX27" fmla="*/ 557213 w 1533525"/>
                <a:gd name="connsiteY27" fmla="*/ 997744 h 1264444"/>
                <a:gd name="connsiteX28" fmla="*/ 564357 w 1533525"/>
                <a:gd name="connsiteY28" fmla="*/ 1071563 h 1264444"/>
                <a:gd name="connsiteX29" fmla="*/ 614363 w 1533525"/>
                <a:gd name="connsiteY29" fmla="*/ 1078707 h 1264444"/>
                <a:gd name="connsiteX30" fmla="*/ 590550 w 1533525"/>
                <a:gd name="connsiteY30" fmla="*/ 1154907 h 1264444"/>
                <a:gd name="connsiteX31" fmla="*/ 561975 w 1533525"/>
                <a:gd name="connsiteY31" fmla="*/ 1164432 h 1264444"/>
                <a:gd name="connsiteX32" fmla="*/ 552450 w 1533525"/>
                <a:gd name="connsiteY32" fmla="*/ 1185863 h 1264444"/>
                <a:gd name="connsiteX33" fmla="*/ 602457 w 1533525"/>
                <a:gd name="connsiteY33" fmla="*/ 1209675 h 1264444"/>
                <a:gd name="connsiteX34" fmla="*/ 611982 w 1533525"/>
                <a:gd name="connsiteY34" fmla="*/ 1216819 h 1264444"/>
                <a:gd name="connsiteX35" fmla="*/ 645319 w 1533525"/>
                <a:gd name="connsiteY35" fmla="*/ 1200150 h 1264444"/>
                <a:gd name="connsiteX36" fmla="*/ 669132 w 1533525"/>
                <a:gd name="connsiteY36" fmla="*/ 1231107 h 1264444"/>
                <a:gd name="connsiteX37" fmla="*/ 709613 w 1533525"/>
                <a:gd name="connsiteY37" fmla="*/ 1176338 h 1264444"/>
                <a:gd name="connsiteX38" fmla="*/ 731044 w 1533525"/>
                <a:gd name="connsiteY38" fmla="*/ 1185863 h 1264444"/>
                <a:gd name="connsiteX39" fmla="*/ 766763 w 1533525"/>
                <a:gd name="connsiteY39" fmla="*/ 1176338 h 1264444"/>
                <a:gd name="connsiteX40" fmla="*/ 809625 w 1533525"/>
                <a:gd name="connsiteY40" fmla="*/ 1193007 h 1264444"/>
                <a:gd name="connsiteX41" fmla="*/ 854869 w 1533525"/>
                <a:gd name="connsiteY41" fmla="*/ 1173957 h 1264444"/>
                <a:gd name="connsiteX42" fmla="*/ 909638 w 1533525"/>
                <a:gd name="connsiteY42" fmla="*/ 1183482 h 1264444"/>
                <a:gd name="connsiteX43" fmla="*/ 954882 w 1533525"/>
                <a:gd name="connsiteY43" fmla="*/ 1176338 h 1264444"/>
                <a:gd name="connsiteX44" fmla="*/ 969169 w 1533525"/>
                <a:gd name="connsiteY44" fmla="*/ 1119188 h 1264444"/>
                <a:gd name="connsiteX45" fmla="*/ 990600 w 1533525"/>
                <a:gd name="connsiteY45" fmla="*/ 1131094 h 1264444"/>
                <a:gd name="connsiteX46" fmla="*/ 990600 w 1533525"/>
                <a:gd name="connsiteY46" fmla="*/ 1173957 h 1264444"/>
                <a:gd name="connsiteX47" fmla="*/ 1023938 w 1533525"/>
                <a:gd name="connsiteY47" fmla="*/ 1197769 h 1264444"/>
                <a:gd name="connsiteX48" fmla="*/ 1038225 w 1533525"/>
                <a:gd name="connsiteY48" fmla="*/ 1223963 h 1264444"/>
                <a:gd name="connsiteX49" fmla="*/ 1085850 w 1533525"/>
                <a:gd name="connsiteY49" fmla="*/ 1264444 h 1264444"/>
                <a:gd name="connsiteX50" fmla="*/ 1138238 w 1533525"/>
                <a:gd name="connsiteY50" fmla="*/ 1264444 h 1264444"/>
                <a:gd name="connsiteX51" fmla="*/ 1166813 w 1533525"/>
                <a:gd name="connsiteY51" fmla="*/ 1221582 h 1264444"/>
                <a:gd name="connsiteX52" fmla="*/ 1138238 w 1533525"/>
                <a:gd name="connsiteY52" fmla="*/ 1190625 h 1264444"/>
                <a:gd name="connsiteX53" fmla="*/ 1126332 w 1533525"/>
                <a:gd name="connsiteY53" fmla="*/ 1100138 h 1264444"/>
                <a:gd name="connsiteX54" fmla="*/ 1209675 w 1533525"/>
                <a:gd name="connsiteY54" fmla="*/ 1040607 h 1264444"/>
                <a:gd name="connsiteX55" fmla="*/ 1178719 w 1533525"/>
                <a:gd name="connsiteY55" fmla="*/ 983457 h 1264444"/>
                <a:gd name="connsiteX56" fmla="*/ 1421607 w 1533525"/>
                <a:gd name="connsiteY56" fmla="*/ 1059657 h 1264444"/>
                <a:gd name="connsiteX57" fmla="*/ 1443038 w 1533525"/>
                <a:gd name="connsiteY57" fmla="*/ 954882 h 1264444"/>
                <a:gd name="connsiteX58" fmla="*/ 1393032 w 1533525"/>
                <a:gd name="connsiteY58" fmla="*/ 938213 h 1264444"/>
                <a:gd name="connsiteX59" fmla="*/ 1459707 w 1533525"/>
                <a:gd name="connsiteY59" fmla="*/ 864394 h 1264444"/>
                <a:gd name="connsiteX60" fmla="*/ 1500188 w 1533525"/>
                <a:gd name="connsiteY60" fmla="*/ 866775 h 1264444"/>
                <a:gd name="connsiteX61" fmla="*/ 1512094 w 1533525"/>
                <a:gd name="connsiteY61" fmla="*/ 852488 h 1264444"/>
                <a:gd name="connsiteX62" fmla="*/ 1459707 w 1533525"/>
                <a:gd name="connsiteY62" fmla="*/ 745332 h 1264444"/>
                <a:gd name="connsiteX63" fmla="*/ 1512094 w 1533525"/>
                <a:gd name="connsiteY63" fmla="*/ 683419 h 1264444"/>
                <a:gd name="connsiteX64" fmla="*/ 1488282 w 1533525"/>
                <a:gd name="connsiteY64" fmla="*/ 650082 h 1264444"/>
                <a:gd name="connsiteX65" fmla="*/ 1533525 w 1533525"/>
                <a:gd name="connsiteY65" fmla="*/ 564357 h 1264444"/>
                <a:gd name="connsiteX66" fmla="*/ 1438275 w 1533525"/>
                <a:gd name="connsiteY66" fmla="*/ 533400 h 1264444"/>
                <a:gd name="connsiteX67" fmla="*/ 1488282 w 1533525"/>
                <a:gd name="connsiteY67" fmla="*/ 400050 h 1264444"/>
                <a:gd name="connsiteX68" fmla="*/ 1402557 w 1533525"/>
                <a:gd name="connsiteY68" fmla="*/ 400050 h 1264444"/>
                <a:gd name="connsiteX69" fmla="*/ 1397794 w 1533525"/>
                <a:gd name="connsiteY69" fmla="*/ 326232 h 1264444"/>
                <a:gd name="connsiteX70" fmla="*/ 1435894 w 1533525"/>
                <a:gd name="connsiteY70" fmla="*/ 280988 h 1264444"/>
                <a:gd name="connsiteX71" fmla="*/ 1335882 w 1533525"/>
                <a:gd name="connsiteY71" fmla="*/ 130969 h 1264444"/>
                <a:gd name="connsiteX72" fmla="*/ 1295400 w 1533525"/>
                <a:gd name="connsiteY72" fmla="*/ 90488 h 1264444"/>
                <a:gd name="connsiteX73" fmla="*/ 1045369 w 1533525"/>
                <a:gd name="connsiteY73" fmla="*/ 97632 h 1264444"/>
                <a:gd name="connsiteX74" fmla="*/ 1040607 w 1533525"/>
                <a:gd name="connsiteY74" fmla="*/ 57150 h 1264444"/>
                <a:gd name="connsiteX75" fmla="*/ 990600 w 1533525"/>
                <a:gd name="connsiteY75" fmla="*/ 64294 h 1264444"/>
                <a:gd name="connsiteX76" fmla="*/ 923925 w 1533525"/>
                <a:gd name="connsiteY76" fmla="*/ 0 h 1264444"/>
                <a:gd name="connsiteX77" fmla="*/ 695325 w 1533525"/>
                <a:gd name="connsiteY77" fmla="*/ 9525 h 1264444"/>
                <a:gd name="connsiteX78" fmla="*/ 623888 w 1533525"/>
                <a:gd name="connsiteY78" fmla="*/ 109538 h 1264444"/>
                <a:gd name="connsiteX79" fmla="*/ 550069 w 1533525"/>
                <a:gd name="connsiteY79" fmla="*/ 69057 h 1264444"/>
                <a:gd name="connsiteX80" fmla="*/ 383382 w 1533525"/>
                <a:gd name="connsiteY80" fmla="*/ 119063 h 1264444"/>
                <a:gd name="connsiteX81" fmla="*/ 404812 w 1533525"/>
                <a:gd name="connsiteY81" fmla="*/ 271464 h 12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533525" h="1264444">
                  <a:moveTo>
                    <a:pt x="404812" y="271464"/>
                  </a:moveTo>
                  <a:lnTo>
                    <a:pt x="347663" y="292894"/>
                  </a:lnTo>
                  <a:lnTo>
                    <a:pt x="288132" y="347663"/>
                  </a:lnTo>
                  <a:lnTo>
                    <a:pt x="209550" y="326232"/>
                  </a:lnTo>
                  <a:lnTo>
                    <a:pt x="173832" y="392907"/>
                  </a:lnTo>
                  <a:lnTo>
                    <a:pt x="130969" y="400050"/>
                  </a:lnTo>
                  <a:lnTo>
                    <a:pt x="85725" y="438150"/>
                  </a:lnTo>
                  <a:lnTo>
                    <a:pt x="90488" y="526257"/>
                  </a:lnTo>
                  <a:lnTo>
                    <a:pt x="33338" y="526257"/>
                  </a:lnTo>
                  <a:lnTo>
                    <a:pt x="28575" y="569119"/>
                  </a:lnTo>
                  <a:lnTo>
                    <a:pt x="0" y="583407"/>
                  </a:lnTo>
                  <a:lnTo>
                    <a:pt x="38100" y="671513"/>
                  </a:lnTo>
                  <a:lnTo>
                    <a:pt x="21432" y="685800"/>
                  </a:lnTo>
                  <a:lnTo>
                    <a:pt x="71438" y="666750"/>
                  </a:lnTo>
                  <a:lnTo>
                    <a:pt x="171450" y="723900"/>
                  </a:lnTo>
                  <a:lnTo>
                    <a:pt x="128588" y="747713"/>
                  </a:lnTo>
                  <a:lnTo>
                    <a:pt x="95250" y="785813"/>
                  </a:lnTo>
                  <a:lnTo>
                    <a:pt x="100013" y="802482"/>
                  </a:lnTo>
                  <a:lnTo>
                    <a:pt x="54769" y="888207"/>
                  </a:lnTo>
                  <a:lnTo>
                    <a:pt x="111919" y="928688"/>
                  </a:lnTo>
                  <a:lnTo>
                    <a:pt x="157163" y="912019"/>
                  </a:lnTo>
                  <a:lnTo>
                    <a:pt x="238125" y="976313"/>
                  </a:lnTo>
                  <a:lnTo>
                    <a:pt x="314325" y="995363"/>
                  </a:lnTo>
                  <a:lnTo>
                    <a:pt x="323850" y="885825"/>
                  </a:lnTo>
                  <a:lnTo>
                    <a:pt x="402432" y="923925"/>
                  </a:lnTo>
                  <a:lnTo>
                    <a:pt x="466725" y="928688"/>
                  </a:lnTo>
                  <a:lnTo>
                    <a:pt x="471488" y="995363"/>
                  </a:lnTo>
                  <a:lnTo>
                    <a:pt x="557213" y="997744"/>
                  </a:lnTo>
                  <a:lnTo>
                    <a:pt x="564357" y="1071563"/>
                  </a:lnTo>
                  <a:lnTo>
                    <a:pt x="614363" y="1078707"/>
                  </a:lnTo>
                  <a:lnTo>
                    <a:pt x="590550" y="1154907"/>
                  </a:lnTo>
                  <a:lnTo>
                    <a:pt x="561975" y="1164432"/>
                  </a:lnTo>
                  <a:lnTo>
                    <a:pt x="552450" y="1185863"/>
                  </a:lnTo>
                  <a:lnTo>
                    <a:pt x="602457" y="1209675"/>
                  </a:lnTo>
                  <a:lnTo>
                    <a:pt x="611982" y="1216819"/>
                  </a:lnTo>
                  <a:lnTo>
                    <a:pt x="645319" y="1200150"/>
                  </a:lnTo>
                  <a:lnTo>
                    <a:pt x="669132" y="1231107"/>
                  </a:lnTo>
                  <a:lnTo>
                    <a:pt x="709613" y="1176338"/>
                  </a:lnTo>
                  <a:lnTo>
                    <a:pt x="731044" y="1185863"/>
                  </a:lnTo>
                  <a:lnTo>
                    <a:pt x="766763" y="1176338"/>
                  </a:lnTo>
                  <a:lnTo>
                    <a:pt x="809625" y="1193007"/>
                  </a:lnTo>
                  <a:lnTo>
                    <a:pt x="854869" y="1173957"/>
                  </a:lnTo>
                  <a:lnTo>
                    <a:pt x="909638" y="1183482"/>
                  </a:lnTo>
                  <a:lnTo>
                    <a:pt x="954882" y="1176338"/>
                  </a:lnTo>
                  <a:lnTo>
                    <a:pt x="969169" y="1119188"/>
                  </a:lnTo>
                  <a:lnTo>
                    <a:pt x="990600" y="1131094"/>
                  </a:lnTo>
                  <a:lnTo>
                    <a:pt x="990600" y="1173957"/>
                  </a:lnTo>
                  <a:lnTo>
                    <a:pt x="1023938" y="1197769"/>
                  </a:lnTo>
                  <a:lnTo>
                    <a:pt x="1038225" y="1223963"/>
                  </a:lnTo>
                  <a:lnTo>
                    <a:pt x="1085850" y="1264444"/>
                  </a:lnTo>
                  <a:lnTo>
                    <a:pt x="1138238" y="1264444"/>
                  </a:lnTo>
                  <a:lnTo>
                    <a:pt x="1166813" y="1221582"/>
                  </a:lnTo>
                  <a:lnTo>
                    <a:pt x="1138238" y="1190625"/>
                  </a:lnTo>
                  <a:lnTo>
                    <a:pt x="1126332" y="1100138"/>
                  </a:lnTo>
                  <a:lnTo>
                    <a:pt x="1209675" y="1040607"/>
                  </a:lnTo>
                  <a:lnTo>
                    <a:pt x="1178719" y="983457"/>
                  </a:lnTo>
                  <a:lnTo>
                    <a:pt x="1421607" y="1059657"/>
                  </a:lnTo>
                  <a:lnTo>
                    <a:pt x="1443038" y="954882"/>
                  </a:lnTo>
                  <a:lnTo>
                    <a:pt x="1393032" y="938213"/>
                  </a:lnTo>
                  <a:lnTo>
                    <a:pt x="1459707" y="864394"/>
                  </a:lnTo>
                  <a:lnTo>
                    <a:pt x="1500188" y="866775"/>
                  </a:lnTo>
                  <a:lnTo>
                    <a:pt x="1512094" y="852488"/>
                  </a:lnTo>
                  <a:lnTo>
                    <a:pt x="1459707" y="745332"/>
                  </a:lnTo>
                  <a:lnTo>
                    <a:pt x="1512094" y="683419"/>
                  </a:lnTo>
                  <a:lnTo>
                    <a:pt x="1488282" y="650082"/>
                  </a:lnTo>
                  <a:lnTo>
                    <a:pt x="1533525" y="564357"/>
                  </a:lnTo>
                  <a:lnTo>
                    <a:pt x="1438275" y="533400"/>
                  </a:lnTo>
                  <a:lnTo>
                    <a:pt x="1488282" y="400050"/>
                  </a:lnTo>
                  <a:lnTo>
                    <a:pt x="1402557" y="400050"/>
                  </a:lnTo>
                  <a:lnTo>
                    <a:pt x="1397794" y="326232"/>
                  </a:lnTo>
                  <a:lnTo>
                    <a:pt x="1435894" y="280988"/>
                  </a:lnTo>
                  <a:lnTo>
                    <a:pt x="1335882" y="130969"/>
                  </a:lnTo>
                  <a:lnTo>
                    <a:pt x="1295400" y="90488"/>
                  </a:lnTo>
                  <a:lnTo>
                    <a:pt x="1045369" y="97632"/>
                  </a:lnTo>
                  <a:lnTo>
                    <a:pt x="1040607" y="57150"/>
                  </a:lnTo>
                  <a:lnTo>
                    <a:pt x="990600" y="64294"/>
                  </a:lnTo>
                  <a:lnTo>
                    <a:pt x="923925" y="0"/>
                  </a:lnTo>
                  <a:lnTo>
                    <a:pt x="695325" y="9525"/>
                  </a:lnTo>
                  <a:lnTo>
                    <a:pt x="623888" y="109538"/>
                  </a:lnTo>
                  <a:lnTo>
                    <a:pt x="550069" y="69057"/>
                  </a:lnTo>
                  <a:lnTo>
                    <a:pt x="383382" y="119063"/>
                  </a:lnTo>
                  <a:lnTo>
                    <a:pt x="404812" y="271464"/>
                  </a:lnTo>
                  <a:close/>
                </a:path>
              </a:pathLst>
            </a:custGeom>
            <a:gradFill>
              <a:gsLst>
                <a:gs pos="0">
                  <a:srgbClr val="41EC8E"/>
                </a:gs>
                <a:gs pos="100000">
                  <a:srgbClr val="3AF8CF"/>
                </a:gs>
              </a:gsLst>
              <a:lin ang="10800000" scaled="1"/>
            </a:gradFill>
            <a:ln w="22225" cap="rnd" cmpd="dbl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97" charset="-128"/>
                <a:cs typeface="Calibri" panose="020F050202020403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29777A31-A77A-4DBC-8285-919360CF27FA}"/>
                </a:ext>
              </a:extLst>
            </p:cNvPr>
            <p:cNvSpPr txBox="1"/>
            <p:nvPr/>
          </p:nvSpPr>
          <p:spPr>
            <a:xfrm>
              <a:off x="8867263" y="2383795"/>
              <a:ext cx="826760" cy="225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SBD CITY</a:t>
              </a:r>
              <a:endParaRPr kumimoji="0" lang="en-IN" sz="500" b="1" i="0" u="none" strike="noStrike" kern="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2D31C265-4FC1-4AB4-9499-34225558D0E8}"/>
                </a:ext>
              </a:extLst>
            </p:cNvPr>
            <p:cNvSpPr txBox="1"/>
            <p:nvPr/>
          </p:nvSpPr>
          <p:spPr>
            <a:xfrm>
              <a:off x="8981451" y="2993101"/>
              <a:ext cx="638912" cy="225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CBD</a:t>
              </a:r>
              <a:endParaRPr kumimoji="0" lang="en-IN" sz="500" b="1" i="0" u="none" strike="noStrike" kern="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5BCE2EF7-D750-4B9E-8FE6-4E952ABE4D00}"/>
                </a:ext>
              </a:extLst>
            </p:cNvPr>
            <p:cNvSpPr txBox="1"/>
            <p:nvPr/>
          </p:nvSpPr>
          <p:spPr>
            <a:xfrm>
              <a:off x="9426537" y="2267911"/>
              <a:ext cx="1151507" cy="225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ORR Z3</a:t>
              </a:r>
            </a:p>
          </p:txBody>
        </p:sp>
        <p:sp>
          <p:nvSpPr>
            <p:cNvPr id="45" name="Flowchart: Connector 44">
              <a:extLst>
                <a:ext uri="{FF2B5EF4-FFF2-40B4-BE49-F238E27FC236}">
                  <a16:creationId xmlns:a16="http://schemas.microsoft.com/office/drawing/2014/main" xmlns="" id="{3965BB4B-AA67-44DE-9E62-27CE58C5170C}"/>
                </a:ext>
              </a:extLst>
            </p:cNvPr>
            <p:cNvSpPr/>
            <p:nvPr/>
          </p:nvSpPr>
          <p:spPr>
            <a:xfrm>
              <a:off x="8604630" y="2731052"/>
              <a:ext cx="1118900" cy="1112359"/>
            </a:xfrm>
            <a:prstGeom prst="flowChartConnector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xmlns="" id="{456AF812-0965-49D8-99B1-3E514C4CAA47}"/>
                </a:ext>
              </a:extLst>
            </p:cNvPr>
            <p:cNvSpPr/>
            <p:nvPr/>
          </p:nvSpPr>
          <p:spPr>
            <a:xfrm>
              <a:off x="9109025" y="3232499"/>
              <a:ext cx="110111" cy="10946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glow rad="50800">
                <a:schemeClr val="bg1">
                  <a:alpha val="19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xmlns="" id="{E351D818-278B-4799-9CE0-3D24C8063859}"/>
                </a:ext>
              </a:extLst>
            </p:cNvPr>
            <p:cNvCxnSpPr>
              <a:cxnSpLocks/>
              <a:stCxn id="45" idx="0"/>
            </p:cNvCxnSpPr>
            <p:nvPr/>
          </p:nvCxnSpPr>
          <p:spPr>
            <a:xfrm flipH="1" flipV="1">
              <a:off x="9152325" y="1291686"/>
              <a:ext cx="11755" cy="1439367"/>
            </a:xfrm>
            <a:prstGeom prst="line">
              <a:avLst/>
            </a:prstGeom>
            <a:ln w="76200" cmpd="tri">
              <a:solidFill>
                <a:schemeClr val="bg1">
                  <a:lumMod val="85000"/>
                  <a:alpha val="5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xmlns="" id="{6A152780-4D02-4B01-896E-57ECD27FCB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1347" y="2430840"/>
              <a:ext cx="1395480" cy="471019"/>
            </a:xfrm>
            <a:prstGeom prst="line">
              <a:avLst/>
            </a:prstGeom>
            <a:ln w="76200" cmpd="tri">
              <a:solidFill>
                <a:schemeClr val="bg1">
                  <a:lumMod val="85000"/>
                  <a:alpha val="5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xmlns="" id="{6E7E8DB1-0313-46EB-8790-D7F35A7E8100}"/>
                </a:ext>
              </a:extLst>
            </p:cNvPr>
            <p:cNvCxnSpPr>
              <a:cxnSpLocks/>
              <a:stCxn id="45" idx="6"/>
            </p:cNvCxnSpPr>
            <p:nvPr/>
          </p:nvCxnSpPr>
          <p:spPr>
            <a:xfrm flipV="1">
              <a:off x="9723530" y="3285408"/>
              <a:ext cx="1434240" cy="1824"/>
            </a:xfrm>
            <a:prstGeom prst="line">
              <a:avLst/>
            </a:prstGeom>
            <a:ln w="76200" cmpd="tri">
              <a:solidFill>
                <a:schemeClr val="bg1">
                  <a:lumMod val="85000"/>
                  <a:alpha val="5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xmlns="" id="{17FB15FC-DDEB-4168-BF53-9F2625552085}"/>
                </a:ext>
              </a:extLst>
            </p:cNvPr>
            <p:cNvCxnSpPr>
              <a:cxnSpLocks/>
            </p:cNvCxnSpPr>
            <p:nvPr/>
          </p:nvCxnSpPr>
          <p:spPr>
            <a:xfrm>
              <a:off x="9585628" y="3664206"/>
              <a:ext cx="1369523" cy="489264"/>
            </a:xfrm>
            <a:prstGeom prst="line">
              <a:avLst/>
            </a:prstGeom>
            <a:ln w="76200" cmpd="tri">
              <a:solidFill>
                <a:schemeClr val="bg1">
                  <a:lumMod val="85000"/>
                  <a:alpha val="5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xmlns="" id="{78F74C92-46B3-4512-BF6C-23F12B6C1CF7}"/>
                </a:ext>
              </a:extLst>
            </p:cNvPr>
            <p:cNvCxnSpPr>
              <a:cxnSpLocks/>
            </p:cNvCxnSpPr>
            <p:nvPr/>
          </p:nvCxnSpPr>
          <p:spPr>
            <a:xfrm>
              <a:off x="9353172" y="3816600"/>
              <a:ext cx="940413" cy="1106859"/>
            </a:xfrm>
            <a:prstGeom prst="line">
              <a:avLst/>
            </a:prstGeom>
            <a:ln w="76200" cmpd="tri">
              <a:solidFill>
                <a:schemeClr val="bg1">
                  <a:lumMod val="85000"/>
                  <a:alpha val="5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xmlns="" id="{57D72047-E9E4-4355-B93D-BB4C17008560}"/>
                </a:ext>
              </a:extLst>
            </p:cNvPr>
            <p:cNvCxnSpPr>
              <a:cxnSpLocks/>
              <a:stCxn id="45" idx="4"/>
            </p:cNvCxnSpPr>
            <p:nvPr/>
          </p:nvCxnSpPr>
          <p:spPr>
            <a:xfrm flipH="1">
              <a:off x="9152325" y="3843411"/>
              <a:ext cx="11755" cy="1435717"/>
            </a:xfrm>
            <a:prstGeom prst="line">
              <a:avLst/>
            </a:prstGeom>
            <a:ln w="76200" cmpd="tri">
              <a:solidFill>
                <a:schemeClr val="bg1">
                  <a:lumMod val="85000"/>
                  <a:alpha val="5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xmlns="" id="{6018DCCD-49E4-4D86-889B-F100774F5F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29846" y="3764729"/>
              <a:ext cx="954510" cy="1098576"/>
            </a:xfrm>
            <a:prstGeom prst="line">
              <a:avLst/>
            </a:prstGeom>
            <a:ln w="76200" cmpd="tri">
              <a:solidFill>
                <a:schemeClr val="bg1">
                  <a:lumMod val="85000"/>
                  <a:alpha val="5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xmlns="" id="{D5785BF7-816A-4C44-837E-D2C89EA989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76197" y="3433109"/>
              <a:ext cx="1346327" cy="497786"/>
            </a:xfrm>
            <a:prstGeom prst="line">
              <a:avLst/>
            </a:prstGeom>
            <a:ln w="76200" cmpd="tri">
              <a:solidFill>
                <a:schemeClr val="bg1">
                  <a:lumMod val="85000"/>
                  <a:alpha val="5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xmlns="" id="{E1344472-AFD6-45F2-99B5-FCD3FE2B35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88458" y="2942008"/>
              <a:ext cx="1434067" cy="176790"/>
            </a:xfrm>
            <a:prstGeom prst="line">
              <a:avLst/>
            </a:prstGeom>
            <a:ln w="76200" cmpd="tri">
              <a:solidFill>
                <a:schemeClr val="bg1">
                  <a:lumMod val="85000"/>
                  <a:alpha val="5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xmlns="" id="{64419F68-9D96-48A6-9B59-937D74EC0247}"/>
                </a:ext>
              </a:extLst>
            </p:cNvPr>
            <p:cNvCxnSpPr>
              <a:cxnSpLocks/>
              <a:stCxn id="45" idx="1"/>
            </p:cNvCxnSpPr>
            <p:nvPr/>
          </p:nvCxnSpPr>
          <p:spPr>
            <a:xfrm flipH="1" flipV="1">
              <a:off x="7734260" y="1875633"/>
              <a:ext cx="1034229" cy="1018321"/>
            </a:xfrm>
            <a:prstGeom prst="line">
              <a:avLst/>
            </a:prstGeom>
            <a:ln w="76200" cmpd="tri">
              <a:solidFill>
                <a:schemeClr val="bg1">
                  <a:lumMod val="85000"/>
                  <a:alpha val="5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xmlns="" id="{B6BBB8D3-829D-4C50-9362-FE79E91C9FB4}"/>
                </a:ext>
              </a:extLst>
            </p:cNvPr>
            <p:cNvSpPr/>
            <p:nvPr/>
          </p:nvSpPr>
          <p:spPr>
            <a:xfrm rot="16200000">
              <a:off x="8877489" y="1518874"/>
              <a:ext cx="370455" cy="118542"/>
            </a:xfrm>
            <a:prstGeom prst="rect">
              <a:avLst/>
            </a:prstGeom>
            <a:noFill/>
          </p:spPr>
          <p:txBody>
            <a:bodyPr wrap="none" lIns="56436" tIns="28218" rIns="56436" bIns="28218">
              <a:spAutoFit/>
            </a:bodyPr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0" i="0" u="none" strike="noStrike" kern="1200" cap="none" spc="0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Bellary Road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xmlns="" id="{72E2362B-FCB9-4F0B-B45D-614B4A76421D}"/>
                </a:ext>
              </a:extLst>
            </p:cNvPr>
            <p:cNvSpPr/>
            <p:nvPr/>
          </p:nvSpPr>
          <p:spPr>
            <a:xfrm>
              <a:off x="10604502" y="3136038"/>
              <a:ext cx="463429" cy="118542"/>
            </a:xfrm>
            <a:prstGeom prst="rect">
              <a:avLst/>
            </a:prstGeom>
            <a:noFill/>
          </p:spPr>
          <p:txBody>
            <a:bodyPr wrap="none" lIns="56436" tIns="28218" rIns="56436" bIns="28218">
              <a:spAutoFit/>
            </a:bodyPr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0" i="0" u="none" strike="noStrike" kern="1200" cap="none" spc="0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Old Airport Road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xmlns="" id="{D0DDF80A-C3E4-46BB-B4DF-B84682D7376F}"/>
                </a:ext>
              </a:extLst>
            </p:cNvPr>
            <p:cNvSpPr/>
            <p:nvPr/>
          </p:nvSpPr>
          <p:spPr>
            <a:xfrm rot="1212329">
              <a:off x="10502500" y="3900753"/>
              <a:ext cx="405721" cy="118542"/>
            </a:xfrm>
            <a:prstGeom prst="rect">
              <a:avLst/>
            </a:prstGeom>
            <a:noFill/>
          </p:spPr>
          <p:txBody>
            <a:bodyPr wrap="none" lIns="56436" tIns="28218" rIns="56436" bIns="28218">
              <a:spAutoFit/>
            </a:bodyPr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0" i="0" u="none" strike="noStrike" kern="1200" cap="none" spc="0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Sarjapur Road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xmlns="" id="{878F8BC6-E180-4541-8181-D629C0C2C64B}"/>
                </a:ext>
              </a:extLst>
            </p:cNvPr>
            <p:cNvSpPr/>
            <p:nvPr/>
          </p:nvSpPr>
          <p:spPr>
            <a:xfrm rot="2917764">
              <a:off x="10051798" y="4679492"/>
              <a:ext cx="356028" cy="118542"/>
            </a:xfrm>
            <a:prstGeom prst="rect">
              <a:avLst/>
            </a:prstGeom>
            <a:noFill/>
          </p:spPr>
          <p:txBody>
            <a:bodyPr wrap="none" lIns="56436" tIns="28218" rIns="56436" bIns="28218">
              <a:spAutoFit/>
            </a:bodyPr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0" i="0" u="none" strike="noStrike" kern="1200" cap="none" spc="0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Hosur Road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xmlns="" id="{F590BFE6-FFC5-450E-A834-EB129AE91177}"/>
                </a:ext>
              </a:extLst>
            </p:cNvPr>
            <p:cNvSpPr/>
            <p:nvPr/>
          </p:nvSpPr>
          <p:spPr>
            <a:xfrm rot="16200000">
              <a:off x="8960211" y="4815639"/>
              <a:ext cx="514725" cy="118542"/>
            </a:xfrm>
            <a:prstGeom prst="rect">
              <a:avLst/>
            </a:prstGeom>
            <a:noFill/>
          </p:spPr>
          <p:txBody>
            <a:bodyPr wrap="none" lIns="56436" tIns="28218" rIns="56436" bIns="28218">
              <a:spAutoFit/>
            </a:bodyPr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0" i="0" u="none" strike="noStrike" kern="1200" cap="none" spc="0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Bannerghatta Road</a:t>
              </a:r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xmlns="" id="{E8BDC430-CA2F-4CD0-9893-358306A16453}"/>
                </a:ext>
              </a:extLst>
            </p:cNvPr>
            <p:cNvSpPr/>
            <p:nvPr/>
          </p:nvSpPr>
          <p:spPr>
            <a:xfrm>
              <a:off x="8161653" y="2291706"/>
              <a:ext cx="1999877" cy="1986856"/>
            </a:xfrm>
            <a:prstGeom prst="arc">
              <a:avLst>
                <a:gd name="adj1" fmla="val 16200799"/>
                <a:gd name="adj2" fmla="val 3647573"/>
              </a:avLst>
            </a:prstGeom>
            <a:ln w="12700" cap="rnd">
              <a:solidFill>
                <a:srgbClr val="00499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xmlns="" id="{96769BCF-E5EA-44CE-8DC7-6CCEE6D31689}"/>
                </a:ext>
              </a:extLst>
            </p:cNvPr>
            <p:cNvCxnSpPr>
              <a:cxnSpLocks/>
            </p:cNvCxnSpPr>
            <p:nvPr/>
          </p:nvCxnSpPr>
          <p:spPr>
            <a:xfrm>
              <a:off x="9646680" y="4156653"/>
              <a:ext cx="654216" cy="773285"/>
            </a:xfrm>
            <a:prstGeom prst="line">
              <a:avLst/>
            </a:prstGeom>
            <a:ln w="12700" cap="rnd">
              <a:solidFill>
                <a:srgbClr val="FFC000"/>
              </a:solidFill>
              <a:prstDash val="sysDash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xmlns="" id="{372527B1-F9F2-49A8-A86F-0AC648467825}"/>
                </a:ext>
              </a:extLst>
            </p:cNvPr>
            <p:cNvCxnSpPr/>
            <p:nvPr/>
          </p:nvCxnSpPr>
          <p:spPr>
            <a:xfrm flipH="1">
              <a:off x="8553072" y="4153470"/>
              <a:ext cx="1093607" cy="0"/>
            </a:xfrm>
            <a:prstGeom prst="line">
              <a:avLst/>
            </a:prstGeom>
            <a:ln w="12700" cap="rnd">
              <a:solidFill>
                <a:srgbClr val="FFC000"/>
              </a:solidFill>
              <a:prstDash val="sysDash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xmlns="" id="{C9CD4582-50FE-41EC-9239-AE2B3ADF27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9534" y="3453901"/>
              <a:ext cx="1" cy="1822802"/>
            </a:xfrm>
            <a:prstGeom prst="line">
              <a:avLst/>
            </a:prstGeom>
            <a:ln w="12700" cap="rnd">
              <a:solidFill>
                <a:srgbClr val="FF0066"/>
              </a:solidFill>
              <a:prstDash val="sysDash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Arc 65">
              <a:extLst>
                <a:ext uri="{FF2B5EF4-FFF2-40B4-BE49-F238E27FC236}">
                  <a16:creationId xmlns:a16="http://schemas.microsoft.com/office/drawing/2014/main" xmlns="" id="{FF28C9C3-CB92-4DEF-BA1B-F3055D8EA4ED}"/>
                </a:ext>
              </a:extLst>
            </p:cNvPr>
            <p:cNvSpPr/>
            <p:nvPr/>
          </p:nvSpPr>
          <p:spPr>
            <a:xfrm>
              <a:off x="9005508" y="3147594"/>
              <a:ext cx="308315" cy="306307"/>
            </a:xfrm>
            <a:prstGeom prst="arc">
              <a:avLst>
                <a:gd name="adj1" fmla="val 18049389"/>
                <a:gd name="adj2" fmla="val 5242135"/>
              </a:avLst>
            </a:prstGeom>
            <a:ln w="12700" cap="rnd">
              <a:solidFill>
                <a:srgbClr val="FF0066"/>
              </a:solidFill>
              <a:prstDash val="sysDash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xmlns="" id="{52C902F7-219F-4828-8180-456F3BBBA989}"/>
                </a:ext>
              </a:extLst>
            </p:cNvPr>
            <p:cNvCxnSpPr>
              <a:stCxn id="66" idx="0"/>
            </p:cNvCxnSpPr>
            <p:nvPr/>
          </p:nvCxnSpPr>
          <p:spPr>
            <a:xfrm flipV="1">
              <a:off x="9238615" y="2327176"/>
              <a:ext cx="121695" cy="842026"/>
            </a:xfrm>
            <a:prstGeom prst="line">
              <a:avLst/>
            </a:prstGeom>
            <a:ln w="12700" cap="rnd">
              <a:solidFill>
                <a:srgbClr val="FF0066"/>
              </a:solidFill>
              <a:prstDash val="sysDash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xmlns="" id="{F0C51FC2-CD57-4EEC-B2B2-035D6A8A62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36987" y="3764729"/>
              <a:ext cx="947368" cy="1090356"/>
            </a:xfrm>
            <a:prstGeom prst="line">
              <a:avLst/>
            </a:prstGeom>
            <a:ln w="12700" cap="rnd">
              <a:solidFill>
                <a:srgbClr val="00B050"/>
              </a:solidFill>
              <a:prstDash val="solid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xmlns="" id="{48717CDD-189E-427C-9241-0DB2E72273DE}"/>
                </a:ext>
              </a:extLst>
            </p:cNvPr>
            <p:cNvCxnSpPr/>
            <p:nvPr/>
          </p:nvCxnSpPr>
          <p:spPr>
            <a:xfrm flipV="1">
              <a:off x="8884356" y="3027361"/>
              <a:ext cx="0" cy="737366"/>
            </a:xfrm>
            <a:prstGeom prst="line">
              <a:avLst/>
            </a:prstGeom>
            <a:ln w="12700" cap="rnd">
              <a:solidFill>
                <a:srgbClr val="00B050"/>
              </a:solidFill>
              <a:prstDash val="solid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Arc 69">
              <a:extLst>
                <a:ext uri="{FF2B5EF4-FFF2-40B4-BE49-F238E27FC236}">
                  <a16:creationId xmlns:a16="http://schemas.microsoft.com/office/drawing/2014/main" xmlns="" id="{F3CDDDF2-29D7-42C9-B830-0CBAD543C9FD}"/>
                </a:ext>
              </a:extLst>
            </p:cNvPr>
            <p:cNvSpPr/>
            <p:nvPr/>
          </p:nvSpPr>
          <p:spPr>
            <a:xfrm rot="17737504">
              <a:off x="8787376" y="2982396"/>
              <a:ext cx="83607" cy="84042"/>
            </a:xfrm>
            <a:prstGeom prst="arc">
              <a:avLst>
                <a:gd name="adj1" fmla="val 622386"/>
                <a:gd name="adj2" fmla="val 4179171"/>
              </a:avLst>
            </a:prstGeom>
            <a:ln w="12700" cap="rnd">
              <a:solidFill>
                <a:srgbClr val="00B050"/>
              </a:solidFill>
              <a:prstDash val="solid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xmlns="" id="{9FD71D7F-3747-4BC0-8252-0C1388D92FD4}"/>
                </a:ext>
              </a:extLst>
            </p:cNvPr>
            <p:cNvCxnSpPr>
              <a:cxnSpLocks/>
            </p:cNvCxnSpPr>
            <p:nvPr/>
          </p:nvCxnSpPr>
          <p:spPr>
            <a:xfrm>
              <a:off x="7734262" y="1875633"/>
              <a:ext cx="1117324" cy="1108265"/>
            </a:xfrm>
            <a:prstGeom prst="line">
              <a:avLst/>
            </a:prstGeom>
            <a:ln w="12700" cap="rnd">
              <a:solidFill>
                <a:srgbClr val="00B050"/>
              </a:solidFill>
              <a:prstDash val="solid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xmlns="" id="{E0EAEB98-CB89-473D-88E2-37406E9CE2A7}"/>
                </a:ext>
              </a:extLst>
            </p:cNvPr>
            <p:cNvCxnSpPr>
              <a:cxnSpLocks/>
              <a:stCxn id="62" idx="0"/>
            </p:cNvCxnSpPr>
            <p:nvPr/>
          </p:nvCxnSpPr>
          <p:spPr>
            <a:xfrm flipH="1" flipV="1">
              <a:off x="9152325" y="1291686"/>
              <a:ext cx="9498" cy="1000019"/>
            </a:xfrm>
            <a:prstGeom prst="line">
              <a:avLst/>
            </a:prstGeom>
            <a:ln w="12700" cap="rnd">
              <a:solidFill>
                <a:srgbClr val="00499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Arc 72">
              <a:extLst>
                <a:ext uri="{FF2B5EF4-FFF2-40B4-BE49-F238E27FC236}">
                  <a16:creationId xmlns:a16="http://schemas.microsoft.com/office/drawing/2014/main" xmlns="" id="{E6F3ABD9-728D-450E-8978-6B56209B5AB4}"/>
                </a:ext>
              </a:extLst>
            </p:cNvPr>
            <p:cNvSpPr/>
            <p:nvPr/>
          </p:nvSpPr>
          <p:spPr>
            <a:xfrm rot="10800000">
              <a:off x="8598447" y="2722554"/>
              <a:ext cx="1124618" cy="1120856"/>
            </a:xfrm>
            <a:prstGeom prst="arc">
              <a:avLst>
                <a:gd name="adj1" fmla="val 20732043"/>
                <a:gd name="adj2" fmla="val 1032995"/>
              </a:avLst>
            </a:prstGeom>
            <a:ln w="12700" cap="rnd">
              <a:solidFill>
                <a:srgbClr val="7030A0"/>
              </a:solidFill>
              <a:prstDash val="solid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xmlns="" id="{5F1FFAB2-AB98-4974-A8BB-40425CF0EA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5598" y="3433108"/>
              <a:ext cx="1056929" cy="389369"/>
            </a:xfrm>
            <a:prstGeom prst="line">
              <a:avLst/>
            </a:prstGeom>
            <a:ln w="12700" cap="rnd">
              <a:solidFill>
                <a:srgbClr val="7030A0"/>
              </a:solidFill>
              <a:prstDash val="solid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xmlns="" id="{381D9B1F-FAF1-411A-AFBC-0CDB43C816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28709" y="3061312"/>
              <a:ext cx="779506" cy="55785"/>
            </a:xfrm>
            <a:prstGeom prst="line">
              <a:avLst/>
            </a:prstGeom>
            <a:ln w="12700" cap="rnd">
              <a:solidFill>
                <a:srgbClr val="7030A0"/>
              </a:solidFill>
              <a:prstDash val="solid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Arc 75">
              <a:extLst>
                <a:ext uri="{FF2B5EF4-FFF2-40B4-BE49-F238E27FC236}">
                  <a16:creationId xmlns:a16="http://schemas.microsoft.com/office/drawing/2014/main" xmlns="" id="{6332804A-EDA7-4976-8A78-FCA21F38784F}"/>
                </a:ext>
              </a:extLst>
            </p:cNvPr>
            <p:cNvSpPr/>
            <p:nvPr/>
          </p:nvSpPr>
          <p:spPr>
            <a:xfrm rot="321229">
              <a:off x="9358802" y="2976949"/>
              <a:ext cx="84098" cy="83551"/>
            </a:xfrm>
            <a:prstGeom prst="arc">
              <a:avLst>
                <a:gd name="adj1" fmla="val 1969488"/>
                <a:gd name="adj2" fmla="val 4179171"/>
              </a:avLst>
            </a:prstGeom>
            <a:ln w="12700" cap="rnd">
              <a:solidFill>
                <a:srgbClr val="7030A0"/>
              </a:solidFill>
              <a:prstDash val="sysDash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xmlns="" id="{2A1D6AAA-B59F-401A-9E6C-4B2E87720B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4844" y="2893954"/>
              <a:ext cx="124827" cy="152394"/>
            </a:xfrm>
            <a:prstGeom prst="line">
              <a:avLst/>
            </a:prstGeom>
            <a:ln w="12700" cap="rnd">
              <a:solidFill>
                <a:srgbClr val="7030A0"/>
              </a:solidFill>
              <a:prstDash val="solid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xmlns="" id="{30DC8436-2EA6-4351-9A08-5D1986678B56}"/>
                </a:ext>
              </a:extLst>
            </p:cNvPr>
            <p:cNvCxnSpPr>
              <a:cxnSpLocks/>
              <a:stCxn id="45" idx="7"/>
            </p:cNvCxnSpPr>
            <p:nvPr/>
          </p:nvCxnSpPr>
          <p:spPr>
            <a:xfrm flipV="1">
              <a:off x="9559672" y="2752008"/>
              <a:ext cx="442261" cy="141946"/>
            </a:xfrm>
            <a:prstGeom prst="line">
              <a:avLst/>
            </a:prstGeom>
            <a:ln w="12700" cap="rnd">
              <a:solidFill>
                <a:srgbClr val="7030A0"/>
              </a:solidFill>
              <a:prstDash val="solid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Arc 78">
              <a:extLst>
                <a:ext uri="{FF2B5EF4-FFF2-40B4-BE49-F238E27FC236}">
                  <a16:creationId xmlns:a16="http://schemas.microsoft.com/office/drawing/2014/main" xmlns="" id="{88D57FDA-40AC-4D14-9E79-A9B2923A5EA7}"/>
                </a:ext>
              </a:extLst>
            </p:cNvPr>
            <p:cNvSpPr/>
            <p:nvPr/>
          </p:nvSpPr>
          <p:spPr>
            <a:xfrm rot="14112596">
              <a:off x="10360954" y="2608820"/>
              <a:ext cx="91968" cy="84042"/>
            </a:xfrm>
            <a:prstGeom prst="arc">
              <a:avLst>
                <a:gd name="adj1" fmla="val 1969488"/>
                <a:gd name="adj2" fmla="val 5020652"/>
              </a:avLst>
            </a:prstGeom>
            <a:ln w="12700" cap="rnd">
              <a:solidFill>
                <a:srgbClr val="7030A0"/>
              </a:solidFill>
              <a:prstDash val="solid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xmlns="" id="{611BE7B6-88BB-42AC-9C65-96BCE67DD6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85598" y="2431201"/>
              <a:ext cx="179848" cy="84392"/>
            </a:xfrm>
            <a:prstGeom prst="line">
              <a:avLst/>
            </a:prstGeom>
            <a:ln w="12700" cap="rnd">
              <a:solidFill>
                <a:srgbClr val="7030A0"/>
              </a:solidFill>
              <a:prstDash val="solid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Arc 80">
              <a:extLst>
                <a:ext uri="{FF2B5EF4-FFF2-40B4-BE49-F238E27FC236}">
                  <a16:creationId xmlns:a16="http://schemas.microsoft.com/office/drawing/2014/main" xmlns="" id="{B9A79B46-25FA-4A37-8AC7-8BEA0281BD97}"/>
                </a:ext>
              </a:extLst>
            </p:cNvPr>
            <p:cNvSpPr/>
            <p:nvPr/>
          </p:nvSpPr>
          <p:spPr>
            <a:xfrm rot="3936689">
              <a:off x="10525296" y="2462799"/>
              <a:ext cx="282793" cy="309126"/>
            </a:xfrm>
            <a:prstGeom prst="arc">
              <a:avLst>
                <a:gd name="adj1" fmla="val 15648975"/>
                <a:gd name="adj2" fmla="val 4464905"/>
              </a:avLst>
            </a:prstGeom>
            <a:ln w="12700" cap="rnd">
              <a:solidFill>
                <a:srgbClr val="7030A0"/>
              </a:solidFill>
              <a:prstDash val="sysDash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xmlns="" id="{F0AE3EB9-42CE-465C-AA89-7DF8AC640EBD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>
              <a:off x="10444347" y="2625816"/>
              <a:ext cx="104663" cy="89623"/>
            </a:xfrm>
            <a:prstGeom prst="line">
              <a:avLst/>
            </a:prstGeom>
            <a:ln w="12700" cap="rnd">
              <a:solidFill>
                <a:srgbClr val="7030A0"/>
              </a:solidFill>
              <a:prstDash val="solid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xmlns="" id="{B5D00FE1-E1C1-43A8-8EA4-5F19BFC15148}"/>
                </a:ext>
              </a:extLst>
            </p:cNvPr>
            <p:cNvGrpSpPr/>
            <p:nvPr/>
          </p:nvGrpSpPr>
          <p:grpSpPr>
            <a:xfrm>
              <a:off x="9520313" y="4048777"/>
              <a:ext cx="244310" cy="187488"/>
              <a:chOff x="6872326" y="4774355"/>
              <a:chExt cx="377670" cy="291535"/>
            </a:xfrm>
          </p:grpSpPr>
          <p:pic>
            <p:nvPicPr>
              <p:cNvPr id="84" name="Picture 10" descr="Pills clipart capsule shape, Pills capsule shape Transparent FREE for  download on WebStockReview 2020">
                <a:extLst>
                  <a:ext uri="{FF2B5EF4-FFF2-40B4-BE49-F238E27FC236}">
                    <a16:creationId xmlns:a16="http://schemas.microsoft.com/office/drawing/2014/main" xmlns="" id="{E083236D-BD55-416A-B4FC-ABA1982A5C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6915393" y="4731288"/>
                <a:ext cx="291535" cy="3776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5" name="Flowchart: Connector 84">
                <a:extLst>
                  <a:ext uri="{FF2B5EF4-FFF2-40B4-BE49-F238E27FC236}">
                    <a16:creationId xmlns:a16="http://schemas.microsoft.com/office/drawing/2014/main" xmlns="" id="{22E27E46-DB9C-4022-9019-1A15FC5187C1}"/>
                  </a:ext>
                </a:extLst>
              </p:cNvPr>
              <p:cNvSpPr/>
              <p:nvPr/>
            </p:nvSpPr>
            <p:spPr>
              <a:xfrm>
                <a:off x="7038300" y="4827533"/>
                <a:ext cx="45719" cy="45719"/>
              </a:xfrm>
              <a:prstGeom prst="flowChartConnector">
                <a:avLst/>
              </a:prstGeom>
              <a:solidFill>
                <a:srgbClr val="4472C4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6436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86" name="Flowchart: Connector 85">
                <a:extLst>
                  <a:ext uri="{FF2B5EF4-FFF2-40B4-BE49-F238E27FC236}">
                    <a16:creationId xmlns:a16="http://schemas.microsoft.com/office/drawing/2014/main" xmlns="" id="{8F16C344-DC7B-4951-8AF3-AA7F32A11658}"/>
                  </a:ext>
                </a:extLst>
              </p:cNvPr>
              <p:cNvSpPr/>
              <p:nvPr/>
            </p:nvSpPr>
            <p:spPr>
              <a:xfrm>
                <a:off x="7038360" y="4958409"/>
                <a:ext cx="45719" cy="45719"/>
              </a:xfrm>
              <a:prstGeom prst="flowChartConnector">
                <a:avLst/>
              </a:prstGeom>
              <a:solidFill>
                <a:srgbClr val="FFC0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6436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xmlns="" id="{AB759453-A2E6-4DC8-8174-FDF659A07CDE}"/>
                </a:ext>
              </a:extLst>
            </p:cNvPr>
            <p:cNvGrpSpPr/>
            <p:nvPr/>
          </p:nvGrpSpPr>
          <p:grpSpPr>
            <a:xfrm>
              <a:off x="9032593" y="4048777"/>
              <a:ext cx="244310" cy="187488"/>
              <a:chOff x="6872326" y="4774355"/>
              <a:chExt cx="377670" cy="291535"/>
            </a:xfrm>
          </p:grpSpPr>
          <p:pic>
            <p:nvPicPr>
              <p:cNvPr id="88" name="Picture 10" descr="Pills clipart capsule shape, Pills capsule shape Transparent FREE for  download on WebStockReview 2020">
                <a:extLst>
                  <a:ext uri="{FF2B5EF4-FFF2-40B4-BE49-F238E27FC236}">
                    <a16:creationId xmlns:a16="http://schemas.microsoft.com/office/drawing/2014/main" xmlns="" id="{467F5B13-478C-49F5-A162-E4797C03EB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6915393" y="4731288"/>
                <a:ext cx="291535" cy="3776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9" name="Flowchart: Connector 88">
                <a:extLst>
                  <a:ext uri="{FF2B5EF4-FFF2-40B4-BE49-F238E27FC236}">
                    <a16:creationId xmlns:a16="http://schemas.microsoft.com/office/drawing/2014/main" xmlns="" id="{DA772FAB-8110-4F31-96DB-83888B158B94}"/>
                  </a:ext>
                </a:extLst>
              </p:cNvPr>
              <p:cNvSpPr/>
              <p:nvPr/>
            </p:nvSpPr>
            <p:spPr>
              <a:xfrm>
                <a:off x="7038300" y="4827533"/>
                <a:ext cx="45719" cy="45719"/>
              </a:xfrm>
              <a:prstGeom prst="flowChartConnector">
                <a:avLst/>
              </a:prstGeom>
              <a:solidFill>
                <a:srgbClr val="FFC0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6436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90" name="Flowchart: Connector 89">
                <a:extLst>
                  <a:ext uri="{FF2B5EF4-FFF2-40B4-BE49-F238E27FC236}">
                    <a16:creationId xmlns:a16="http://schemas.microsoft.com/office/drawing/2014/main" xmlns="" id="{792EB221-1008-489C-A9AF-582B0C481AC9}"/>
                  </a:ext>
                </a:extLst>
              </p:cNvPr>
              <p:cNvSpPr/>
              <p:nvPr/>
            </p:nvSpPr>
            <p:spPr>
              <a:xfrm>
                <a:off x="7038360" y="4958409"/>
                <a:ext cx="45719" cy="45719"/>
              </a:xfrm>
              <a:prstGeom prst="flowChartConnector">
                <a:avLst/>
              </a:prstGeom>
              <a:solidFill>
                <a:srgbClr val="FF00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6436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xmlns="" id="{A75EAE1D-592B-485C-831B-9A2E9DC35AB3}"/>
                </a:ext>
              </a:extLst>
            </p:cNvPr>
            <p:cNvGrpSpPr/>
            <p:nvPr/>
          </p:nvGrpSpPr>
          <p:grpSpPr>
            <a:xfrm>
              <a:off x="8420745" y="4048777"/>
              <a:ext cx="244310" cy="187488"/>
              <a:chOff x="6872326" y="4774355"/>
              <a:chExt cx="377670" cy="291535"/>
            </a:xfrm>
          </p:grpSpPr>
          <p:pic>
            <p:nvPicPr>
              <p:cNvPr id="92" name="Picture 10" descr="Pills clipart capsule shape, Pills capsule shape Transparent FREE for  download on WebStockReview 2020">
                <a:extLst>
                  <a:ext uri="{FF2B5EF4-FFF2-40B4-BE49-F238E27FC236}">
                    <a16:creationId xmlns:a16="http://schemas.microsoft.com/office/drawing/2014/main" xmlns="" id="{0C565DE2-BD85-4BE4-A544-1C491F326D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6915393" y="4731288"/>
                <a:ext cx="291535" cy="3776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3" name="Flowchart: Connector 92">
                <a:extLst>
                  <a:ext uri="{FF2B5EF4-FFF2-40B4-BE49-F238E27FC236}">
                    <a16:creationId xmlns:a16="http://schemas.microsoft.com/office/drawing/2014/main" xmlns="" id="{658C1F24-9C83-43C4-B3CD-EBC1353B8716}"/>
                  </a:ext>
                </a:extLst>
              </p:cNvPr>
              <p:cNvSpPr/>
              <p:nvPr/>
            </p:nvSpPr>
            <p:spPr>
              <a:xfrm>
                <a:off x="7038300" y="4827533"/>
                <a:ext cx="45719" cy="45719"/>
              </a:xfrm>
              <a:prstGeom prst="flowChartConnector">
                <a:avLst/>
              </a:prstGeom>
              <a:solidFill>
                <a:srgbClr val="00B05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6436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94" name="Flowchart: Connector 93">
                <a:extLst>
                  <a:ext uri="{FF2B5EF4-FFF2-40B4-BE49-F238E27FC236}">
                    <a16:creationId xmlns:a16="http://schemas.microsoft.com/office/drawing/2014/main" xmlns="" id="{7C929519-7FFB-43C1-A60E-8E921648885B}"/>
                  </a:ext>
                </a:extLst>
              </p:cNvPr>
              <p:cNvSpPr/>
              <p:nvPr/>
            </p:nvSpPr>
            <p:spPr>
              <a:xfrm>
                <a:off x="7038360" y="4958409"/>
                <a:ext cx="45719" cy="45719"/>
              </a:xfrm>
              <a:prstGeom prst="flowChartConnector">
                <a:avLst/>
              </a:prstGeom>
              <a:solidFill>
                <a:srgbClr val="FFC0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6436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xmlns="" id="{3F43D1D2-A76F-4F16-9C1E-687DEA6617DD}"/>
                </a:ext>
              </a:extLst>
            </p:cNvPr>
            <p:cNvGrpSpPr/>
            <p:nvPr/>
          </p:nvGrpSpPr>
          <p:grpSpPr>
            <a:xfrm>
              <a:off x="8760057" y="3006084"/>
              <a:ext cx="244310" cy="187488"/>
              <a:chOff x="6872326" y="4774355"/>
              <a:chExt cx="377670" cy="291535"/>
            </a:xfrm>
          </p:grpSpPr>
          <p:pic>
            <p:nvPicPr>
              <p:cNvPr id="96" name="Picture 10" descr="Pills clipart capsule shape, Pills capsule shape Transparent FREE for  download on WebStockReview 2020">
                <a:extLst>
                  <a:ext uri="{FF2B5EF4-FFF2-40B4-BE49-F238E27FC236}">
                    <a16:creationId xmlns:a16="http://schemas.microsoft.com/office/drawing/2014/main" xmlns="" id="{49AEA581-008A-43EF-A0EF-31AACCC2ADC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6915393" y="4731288"/>
                <a:ext cx="291535" cy="3776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7" name="Flowchart: Connector 96">
                <a:extLst>
                  <a:ext uri="{FF2B5EF4-FFF2-40B4-BE49-F238E27FC236}">
                    <a16:creationId xmlns:a16="http://schemas.microsoft.com/office/drawing/2014/main" xmlns="" id="{257B399D-6796-4D2C-A7E8-F843995E6DE2}"/>
                  </a:ext>
                </a:extLst>
              </p:cNvPr>
              <p:cNvSpPr/>
              <p:nvPr/>
            </p:nvSpPr>
            <p:spPr>
              <a:xfrm>
                <a:off x="7038300" y="4827533"/>
                <a:ext cx="45719" cy="45719"/>
              </a:xfrm>
              <a:prstGeom prst="flowChartConnector">
                <a:avLst/>
              </a:prstGeom>
              <a:solidFill>
                <a:srgbClr val="00206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6436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98" name="Flowchart: Connector 97">
                <a:extLst>
                  <a:ext uri="{FF2B5EF4-FFF2-40B4-BE49-F238E27FC236}">
                    <a16:creationId xmlns:a16="http://schemas.microsoft.com/office/drawing/2014/main" xmlns="" id="{B809B4E9-07A1-4C51-96A1-2B92FC032D8D}"/>
                  </a:ext>
                </a:extLst>
              </p:cNvPr>
              <p:cNvSpPr/>
              <p:nvPr/>
            </p:nvSpPr>
            <p:spPr>
              <a:xfrm>
                <a:off x="7038360" y="4958409"/>
                <a:ext cx="45719" cy="45719"/>
              </a:xfrm>
              <a:prstGeom prst="flowChartConnector">
                <a:avLst/>
              </a:prstGeom>
              <a:solidFill>
                <a:srgbClr val="00B05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6436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xmlns="" id="{299F9E48-3908-4231-988A-E41F2C264100}"/>
                </a:ext>
              </a:extLst>
            </p:cNvPr>
            <p:cNvGrpSpPr/>
            <p:nvPr/>
          </p:nvGrpSpPr>
          <p:grpSpPr>
            <a:xfrm>
              <a:off x="9130869" y="2943332"/>
              <a:ext cx="244310" cy="187488"/>
              <a:chOff x="6872326" y="4774355"/>
              <a:chExt cx="377670" cy="291535"/>
            </a:xfrm>
          </p:grpSpPr>
          <p:pic>
            <p:nvPicPr>
              <p:cNvPr id="100" name="Picture 10" descr="Pills clipart capsule shape, Pills capsule shape Transparent FREE for  download on WebStockReview 2020">
                <a:extLst>
                  <a:ext uri="{FF2B5EF4-FFF2-40B4-BE49-F238E27FC236}">
                    <a16:creationId xmlns:a16="http://schemas.microsoft.com/office/drawing/2014/main" xmlns="" id="{A9D1EFE5-6769-408B-8917-C6CD4FF90C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6915393" y="4731288"/>
                <a:ext cx="291535" cy="3776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1" name="Flowchart: Connector 100">
                <a:extLst>
                  <a:ext uri="{FF2B5EF4-FFF2-40B4-BE49-F238E27FC236}">
                    <a16:creationId xmlns:a16="http://schemas.microsoft.com/office/drawing/2014/main" xmlns="" id="{5CA145FF-6204-4869-9CDE-C2890F9B45B3}"/>
                  </a:ext>
                </a:extLst>
              </p:cNvPr>
              <p:cNvSpPr/>
              <p:nvPr/>
            </p:nvSpPr>
            <p:spPr>
              <a:xfrm>
                <a:off x="7038300" y="4827533"/>
                <a:ext cx="45719" cy="45719"/>
              </a:xfrm>
              <a:prstGeom prst="flowChartConnector">
                <a:avLst/>
              </a:prstGeom>
              <a:solidFill>
                <a:srgbClr val="FF00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6436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02" name="Flowchart: Connector 101">
                <a:extLst>
                  <a:ext uri="{FF2B5EF4-FFF2-40B4-BE49-F238E27FC236}">
                    <a16:creationId xmlns:a16="http://schemas.microsoft.com/office/drawing/2014/main" xmlns="" id="{3547F809-4E60-4C6D-A9FF-02ED60C9A14D}"/>
                  </a:ext>
                </a:extLst>
              </p:cNvPr>
              <p:cNvSpPr/>
              <p:nvPr/>
            </p:nvSpPr>
            <p:spPr>
              <a:xfrm>
                <a:off x="7038360" y="4958409"/>
                <a:ext cx="45719" cy="45719"/>
              </a:xfrm>
              <a:prstGeom prst="flowChartConnector">
                <a:avLst/>
              </a:prstGeom>
              <a:solidFill>
                <a:srgbClr val="7030A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6436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xmlns="" id="{AC51DBA9-F367-4DB3-86B4-340D60919341}"/>
                </a:ext>
              </a:extLst>
            </p:cNvPr>
            <p:cNvSpPr txBox="1"/>
            <p:nvPr/>
          </p:nvSpPr>
          <p:spPr>
            <a:xfrm>
              <a:off x="8154156" y="2828304"/>
              <a:ext cx="63420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Bengaluru City </a:t>
              </a:r>
              <a:b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Railway Station</a:t>
              </a:r>
              <a:endParaRPr kumimoji="0" lang="en-IN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xmlns="" id="{39B62F77-67FD-4366-AFC3-DF1771C975EA}"/>
                </a:ext>
              </a:extLst>
            </p:cNvPr>
            <p:cNvSpPr txBox="1"/>
            <p:nvPr/>
          </p:nvSpPr>
          <p:spPr>
            <a:xfrm>
              <a:off x="8257416" y="2200890"/>
              <a:ext cx="63420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Yeswanthpur</a:t>
              </a:r>
              <a:endParaRPr kumimoji="0" lang="en-IN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xmlns="" id="{A41B171B-7962-4DE1-BC80-DB8D7CFFA5AC}"/>
                </a:ext>
              </a:extLst>
            </p:cNvPr>
            <p:cNvSpPr/>
            <p:nvPr/>
          </p:nvSpPr>
          <p:spPr>
            <a:xfrm>
              <a:off x="8367147" y="1136045"/>
              <a:ext cx="1606602" cy="398359"/>
            </a:xfrm>
            <a:prstGeom prst="rect">
              <a:avLst/>
            </a:prstGeom>
            <a:noFill/>
          </p:spPr>
          <p:txBody>
            <a:bodyPr spcFirstLastPara="1" wrap="none" lIns="56436" tIns="28218" rIns="56436" bIns="28218" numCol="1">
              <a:prstTxWarp prst="textArchUp">
                <a:avLst>
                  <a:gd name="adj" fmla="val 10062362"/>
                </a:avLst>
              </a:prstTxWarp>
              <a:spAutoFit/>
            </a:bodyPr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309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NORTH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xmlns="" id="{BEB8EA35-273C-4D21-8208-14BE6E5DBA98}"/>
                </a:ext>
              </a:extLst>
            </p:cNvPr>
            <p:cNvSpPr/>
            <p:nvPr/>
          </p:nvSpPr>
          <p:spPr>
            <a:xfrm rot="5657518">
              <a:off x="10426340" y="2933055"/>
              <a:ext cx="875014" cy="723344"/>
            </a:xfrm>
            <a:prstGeom prst="rect">
              <a:avLst/>
            </a:prstGeom>
            <a:noFill/>
          </p:spPr>
          <p:txBody>
            <a:bodyPr spcFirstLastPara="1" wrap="none" lIns="56436" tIns="28218" rIns="56436" bIns="28218" numCol="1">
              <a:prstTxWarp prst="textArchUp">
                <a:avLst>
                  <a:gd name="adj" fmla="val 9018178"/>
                </a:avLst>
              </a:prstTxWarp>
              <a:spAutoFit/>
            </a:bodyPr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309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EAST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xmlns="" id="{5B4AE927-D491-4B70-92EA-F9C69F59645E}"/>
                </a:ext>
              </a:extLst>
            </p:cNvPr>
            <p:cNvSpPr/>
            <p:nvPr/>
          </p:nvSpPr>
          <p:spPr>
            <a:xfrm rot="16470199">
              <a:off x="7027182" y="2834672"/>
              <a:ext cx="875014" cy="723344"/>
            </a:xfrm>
            <a:prstGeom prst="rect">
              <a:avLst/>
            </a:prstGeom>
            <a:noFill/>
          </p:spPr>
          <p:txBody>
            <a:bodyPr spcFirstLastPara="1" wrap="none" lIns="56436" tIns="28218" rIns="56436" bIns="28218" numCol="1">
              <a:prstTxWarp prst="textArchUp">
                <a:avLst>
                  <a:gd name="adj" fmla="val 9018178"/>
                </a:avLst>
              </a:prstTxWarp>
              <a:spAutoFit/>
            </a:bodyPr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309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WEST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xmlns="" id="{A62DFDBD-924F-4ADA-8492-827B1FC147F4}"/>
                </a:ext>
              </a:extLst>
            </p:cNvPr>
            <p:cNvSpPr txBox="1"/>
            <p:nvPr/>
          </p:nvSpPr>
          <p:spPr>
            <a:xfrm>
              <a:off x="9833887" y="2364081"/>
              <a:ext cx="634201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K.R Puram</a:t>
              </a:r>
              <a:endParaRPr kumimoji="0" lang="en-IN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xmlns="" id="{C7D85EF1-B026-4843-87BC-F328F8B28FA6}"/>
                </a:ext>
              </a:extLst>
            </p:cNvPr>
            <p:cNvSpPr txBox="1"/>
            <p:nvPr/>
          </p:nvSpPr>
          <p:spPr>
            <a:xfrm>
              <a:off x="10203910" y="3516176"/>
              <a:ext cx="634201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Bellandur</a:t>
              </a:r>
              <a:endParaRPr kumimoji="0" lang="en-IN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xmlns="" id="{D3F2E5F1-DF50-41F8-8CAA-E4C950C6239B}"/>
                </a:ext>
              </a:extLst>
            </p:cNvPr>
            <p:cNvSpPr txBox="1"/>
            <p:nvPr/>
          </p:nvSpPr>
          <p:spPr>
            <a:xfrm>
              <a:off x="8605494" y="1671258"/>
              <a:ext cx="634201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Yelahanka</a:t>
              </a:r>
              <a:endParaRPr kumimoji="0" lang="en-IN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xmlns="" id="{5C38ACA1-D70D-4E5C-A2FC-D5DFF3DBD95C}"/>
                </a:ext>
              </a:extLst>
            </p:cNvPr>
            <p:cNvSpPr txBox="1"/>
            <p:nvPr/>
          </p:nvSpPr>
          <p:spPr>
            <a:xfrm>
              <a:off x="7485892" y="3484640"/>
              <a:ext cx="634201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Kengeri</a:t>
              </a:r>
              <a:endParaRPr kumimoji="0" lang="en-IN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xmlns="" id="{6313D2EE-3A3C-4F69-95F8-EBB77F8F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284455" y="3551040"/>
              <a:ext cx="91132" cy="90599"/>
            </a:xfrm>
            <a:prstGeom prst="rect">
              <a:avLst/>
            </a:prstGeom>
          </p:spPr>
        </p:pic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xmlns="" id="{7E4A2F0F-016A-42E6-832B-D30B82ECC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51789" y="4092618"/>
              <a:ext cx="91132" cy="90599"/>
            </a:xfrm>
            <a:prstGeom prst="rect">
              <a:avLst/>
            </a:prstGeom>
          </p:spPr>
        </p:pic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xmlns="" id="{CACDBB1F-6A6B-4443-A608-A35D19372F60}"/>
                </a:ext>
              </a:extLst>
            </p:cNvPr>
            <p:cNvSpPr/>
            <p:nvPr/>
          </p:nvSpPr>
          <p:spPr>
            <a:xfrm>
              <a:off x="7893342" y="4856082"/>
              <a:ext cx="2627668" cy="583131"/>
            </a:xfrm>
            <a:prstGeom prst="rect">
              <a:avLst/>
            </a:prstGeom>
            <a:noFill/>
          </p:spPr>
          <p:txBody>
            <a:bodyPr spcFirstLastPara="1" wrap="none" lIns="56436" tIns="28218" rIns="56436" bIns="28218" numCol="1">
              <a:prstTxWarp prst="textArchDown">
                <a:avLst/>
              </a:prstTxWarp>
              <a:spAutoFit/>
            </a:bodyPr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309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SOUTH</a:t>
              </a:r>
            </a:p>
          </p:txBody>
        </p:sp>
        <p:sp>
          <p:nvSpPr>
            <p:cNvPr id="115" name="Freeform: Shape 113">
              <a:extLst>
                <a:ext uri="{FF2B5EF4-FFF2-40B4-BE49-F238E27FC236}">
                  <a16:creationId xmlns:a16="http://schemas.microsoft.com/office/drawing/2014/main" xmlns="" id="{CE7BC8F8-B394-4AA0-822E-3CD22943F390}"/>
                </a:ext>
              </a:extLst>
            </p:cNvPr>
            <p:cNvSpPr/>
            <p:nvPr/>
          </p:nvSpPr>
          <p:spPr>
            <a:xfrm>
              <a:off x="7931289" y="1729440"/>
              <a:ext cx="835026" cy="1281310"/>
            </a:xfrm>
            <a:custGeom>
              <a:avLst/>
              <a:gdLst>
                <a:gd name="connsiteX0" fmla="*/ 1295400 w 1314450"/>
                <a:gd name="connsiteY0" fmla="*/ 2028825 h 2028825"/>
                <a:gd name="connsiteX1" fmla="*/ 1314450 w 1314450"/>
                <a:gd name="connsiteY1" fmla="*/ 1724025 h 2028825"/>
                <a:gd name="connsiteX2" fmla="*/ 1266825 w 1314450"/>
                <a:gd name="connsiteY2" fmla="*/ 1543050 h 2028825"/>
                <a:gd name="connsiteX3" fmla="*/ 1152525 w 1314450"/>
                <a:gd name="connsiteY3" fmla="*/ 1457325 h 2028825"/>
                <a:gd name="connsiteX4" fmla="*/ 1095375 w 1314450"/>
                <a:gd name="connsiteY4" fmla="*/ 1276350 h 2028825"/>
                <a:gd name="connsiteX5" fmla="*/ 1038225 w 1314450"/>
                <a:gd name="connsiteY5" fmla="*/ 1162050 h 2028825"/>
                <a:gd name="connsiteX6" fmla="*/ 647700 w 1314450"/>
                <a:gd name="connsiteY6" fmla="*/ 723900 h 2028825"/>
                <a:gd name="connsiteX7" fmla="*/ 400050 w 1314450"/>
                <a:gd name="connsiteY7" fmla="*/ 419100 h 2028825"/>
                <a:gd name="connsiteX8" fmla="*/ 114300 w 1314450"/>
                <a:gd name="connsiteY8" fmla="*/ 266700 h 2028825"/>
                <a:gd name="connsiteX9" fmla="*/ 0 w 1314450"/>
                <a:gd name="connsiteY9" fmla="*/ 0 h 2028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14450" h="2028825">
                  <a:moveTo>
                    <a:pt x="1295400" y="2028825"/>
                  </a:moveTo>
                  <a:lnTo>
                    <a:pt x="1314450" y="1724025"/>
                  </a:lnTo>
                  <a:lnTo>
                    <a:pt x="1266825" y="1543050"/>
                  </a:lnTo>
                  <a:lnTo>
                    <a:pt x="1152525" y="1457325"/>
                  </a:lnTo>
                  <a:lnTo>
                    <a:pt x="1095375" y="1276350"/>
                  </a:lnTo>
                  <a:lnTo>
                    <a:pt x="1038225" y="1162050"/>
                  </a:lnTo>
                  <a:lnTo>
                    <a:pt x="647700" y="723900"/>
                  </a:lnTo>
                  <a:lnTo>
                    <a:pt x="400050" y="419100"/>
                  </a:lnTo>
                  <a:lnTo>
                    <a:pt x="114300" y="266700"/>
                  </a:lnTo>
                  <a:lnTo>
                    <a:pt x="0" y="0"/>
                  </a:lnTo>
                </a:path>
              </a:pathLst>
            </a:custGeom>
            <a:noFill/>
            <a:ln w="31750" cmpd="dbl">
              <a:solidFill>
                <a:schemeClr val="bg1">
                  <a:lumMod val="75000"/>
                  <a:alpha val="7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16" name="Freeform: Shape 114">
              <a:extLst>
                <a:ext uri="{FF2B5EF4-FFF2-40B4-BE49-F238E27FC236}">
                  <a16:creationId xmlns:a16="http://schemas.microsoft.com/office/drawing/2014/main" xmlns="" id="{2B44830D-B5D9-4CA0-9F6F-3B8584EA5ADA}"/>
                </a:ext>
              </a:extLst>
            </p:cNvPr>
            <p:cNvSpPr/>
            <p:nvPr/>
          </p:nvSpPr>
          <p:spPr>
            <a:xfrm>
              <a:off x="8597312" y="2318731"/>
              <a:ext cx="2305398" cy="378978"/>
            </a:xfrm>
            <a:custGeom>
              <a:avLst/>
              <a:gdLst>
                <a:gd name="connsiteX0" fmla="*/ 0 w 3629025"/>
                <a:gd name="connsiteY0" fmla="*/ 228600 h 600075"/>
                <a:gd name="connsiteX1" fmla="*/ 76200 w 3629025"/>
                <a:gd name="connsiteY1" fmla="*/ 161925 h 600075"/>
                <a:gd name="connsiteX2" fmla="*/ 190500 w 3629025"/>
                <a:gd name="connsiteY2" fmla="*/ 104775 h 600075"/>
                <a:gd name="connsiteX3" fmla="*/ 457200 w 3629025"/>
                <a:gd name="connsiteY3" fmla="*/ 133350 h 600075"/>
                <a:gd name="connsiteX4" fmla="*/ 609600 w 3629025"/>
                <a:gd name="connsiteY4" fmla="*/ 47625 h 600075"/>
                <a:gd name="connsiteX5" fmla="*/ 819150 w 3629025"/>
                <a:gd name="connsiteY5" fmla="*/ 47625 h 600075"/>
                <a:gd name="connsiteX6" fmla="*/ 1143000 w 3629025"/>
                <a:gd name="connsiteY6" fmla="*/ 114300 h 600075"/>
                <a:gd name="connsiteX7" fmla="*/ 1371600 w 3629025"/>
                <a:gd name="connsiteY7" fmla="*/ 171450 h 600075"/>
                <a:gd name="connsiteX8" fmla="*/ 1533525 w 3629025"/>
                <a:gd name="connsiteY8" fmla="*/ 295275 h 600075"/>
                <a:gd name="connsiteX9" fmla="*/ 1714500 w 3629025"/>
                <a:gd name="connsiteY9" fmla="*/ 400050 h 600075"/>
                <a:gd name="connsiteX10" fmla="*/ 2028825 w 3629025"/>
                <a:gd name="connsiteY10" fmla="*/ 600075 h 600075"/>
                <a:gd name="connsiteX11" fmla="*/ 2238375 w 3629025"/>
                <a:gd name="connsiteY11" fmla="*/ 495300 h 600075"/>
                <a:gd name="connsiteX12" fmla="*/ 2486025 w 3629025"/>
                <a:gd name="connsiteY12" fmla="*/ 428625 h 600075"/>
                <a:gd name="connsiteX13" fmla="*/ 2600325 w 3629025"/>
                <a:gd name="connsiteY13" fmla="*/ 371475 h 600075"/>
                <a:gd name="connsiteX14" fmla="*/ 3000375 w 3629025"/>
                <a:gd name="connsiteY14" fmla="*/ 304800 h 600075"/>
                <a:gd name="connsiteX15" fmla="*/ 3562350 w 3629025"/>
                <a:gd name="connsiteY15" fmla="*/ 19050 h 600075"/>
                <a:gd name="connsiteX16" fmla="*/ 3629025 w 3629025"/>
                <a:gd name="connsiteY16" fmla="*/ 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629025" h="600075">
                  <a:moveTo>
                    <a:pt x="0" y="228600"/>
                  </a:moveTo>
                  <a:lnTo>
                    <a:pt x="76200" y="161925"/>
                  </a:lnTo>
                  <a:lnTo>
                    <a:pt x="190500" y="104775"/>
                  </a:lnTo>
                  <a:lnTo>
                    <a:pt x="457200" y="133350"/>
                  </a:lnTo>
                  <a:lnTo>
                    <a:pt x="609600" y="47625"/>
                  </a:lnTo>
                  <a:lnTo>
                    <a:pt x="819150" y="47625"/>
                  </a:lnTo>
                  <a:lnTo>
                    <a:pt x="1143000" y="114300"/>
                  </a:lnTo>
                  <a:lnTo>
                    <a:pt x="1371600" y="171450"/>
                  </a:lnTo>
                  <a:lnTo>
                    <a:pt x="1533525" y="295275"/>
                  </a:lnTo>
                  <a:lnTo>
                    <a:pt x="1714500" y="400050"/>
                  </a:lnTo>
                  <a:lnTo>
                    <a:pt x="2028825" y="600075"/>
                  </a:lnTo>
                  <a:lnTo>
                    <a:pt x="2238375" y="495300"/>
                  </a:lnTo>
                  <a:lnTo>
                    <a:pt x="2486025" y="428625"/>
                  </a:lnTo>
                  <a:lnTo>
                    <a:pt x="2600325" y="371475"/>
                  </a:lnTo>
                  <a:lnTo>
                    <a:pt x="3000375" y="304800"/>
                  </a:lnTo>
                  <a:lnTo>
                    <a:pt x="3562350" y="19050"/>
                  </a:lnTo>
                  <a:lnTo>
                    <a:pt x="3629025" y="0"/>
                  </a:lnTo>
                </a:path>
              </a:pathLst>
            </a:custGeom>
            <a:noFill/>
            <a:ln w="31750" cmpd="dbl">
              <a:solidFill>
                <a:schemeClr val="bg1">
                  <a:lumMod val="75000"/>
                  <a:alpha val="7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17" name="Freeform: Shape 115">
              <a:extLst>
                <a:ext uri="{FF2B5EF4-FFF2-40B4-BE49-F238E27FC236}">
                  <a16:creationId xmlns:a16="http://schemas.microsoft.com/office/drawing/2014/main" xmlns="" id="{7154D86F-D93E-49D0-8506-1461D97A35DD}"/>
                </a:ext>
              </a:extLst>
            </p:cNvPr>
            <p:cNvSpPr/>
            <p:nvPr/>
          </p:nvSpPr>
          <p:spPr>
            <a:xfrm>
              <a:off x="7229806" y="3034580"/>
              <a:ext cx="1515753" cy="794051"/>
            </a:xfrm>
            <a:custGeom>
              <a:avLst/>
              <a:gdLst>
                <a:gd name="connsiteX0" fmla="*/ 2386013 w 2386013"/>
                <a:gd name="connsiteY0" fmla="*/ 0 h 1257300"/>
                <a:gd name="connsiteX1" fmla="*/ 2347913 w 2386013"/>
                <a:gd name="connsiteY1" fmla="*/ 166688 h 1257300"/>
                <a:gd name="connsiteX2" fmla="*/ 2324100 w 2386013"/>
                <a:gd name="connsiteY2" fmla="*/ 276225 h 1257300"/>
                <a:gd name="connsiteX3" fmla="*/ 2266950 w 2386013"/>
                <a:gd name="connsiteY3" fmla="*/ 442913 h 1257300"/>
                <a:gd name="connsiteX4" fmla="*/ 2157413 w 2386013"/>
                <a:gd name="connsiteY4" fmla="*/ 528638 h 1257300"/>
                <a:gd name="connsiteX5" fmla="*/ 1976438 w 2386013"/>
                <a:gd name="connsiteY5" fmla="*/ 590550 h 1257300"/>
                <a:gd name="connsiteX6" fmla="*/ 1728788 w 2386013"/>
                <a:gd name="connsiteY6" fmla="*/ 661988 h 1257300"/>
                <a:gd name="connsiteX7" fmla="*/ 1624013 w 2386013"/>
                <a:gd name="connsiteY7" fmla="*/ 661988 h 1257300"/>
                <a:gd name="connsiteX8" fmla="*/ 1533525 w 2386013"/>
                <a:gd name="connsiteY8" fmla="*/ 733425 h 1257300"/>
                <a:gd name="connsiteX9" fmla="*/ 1204913 w 2386013"/>
                <a:gd name="connsiteY9" fmla="*/ 823913 h 1257300"/>
                <a:gd name="connsiteX10" fmla="*/ 919163 w 2386013"/>
                <a:gd name="connsiteY10" fmla="*/ 952500 h 1257300"/>
                <a:gd name="connsiteX11" fmla="*/ 628650 w 2386013"/>
                <a:gd name="connsiteY11" fmla="*/ 995363 h 1257300"/>
                <a:gd name="connsiteX12" fmla="*/ 476250 w 2386013"/>
                <a:gd name="connsiteY12" fmla="*/ 1085850 h 1257300"/>
                <a:gd name="connsiteX13" fmla="*/ 223838 w 2386013"/>
                <a:gd name="connsiteY13" fmla="*/ 1147763 h 1257300"/>
                <a:gd name="connsiteX14" fmla="*/ 0 w 2386013"/>
                <a:gd name="connsiteY14" fmla="*/ 1257300 h 125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86013" h="1257300">
                  <a:moveTo>
                    <a:pt x="2386013" y="0"/>
                  </a:moveTo>
                  <a:lnTo>
                    <a:pt x="2347913" y="166688"/>
                  </a:lnTo>
                  <a:lnTo>
                    <a:pt x="2324100" y="276225"/>
                  </a:lnTo>
                  <a:lnTo>
                    <a:pt x="2266950" y="442913"/>
                  </a:lnTo>
                  <a:lnTo>
                    <a:pt x="2157413" y="528638"/>
                  </a:lnTo>
                  <a:lnTo>
                    <a:pt x="1976438" y="590550"/>
                  </a:lnTo>
                  <a:lnTo>
                    <a:pt x="1728788" y="661988"/>
                  </a:lnTo>
                  <a:lnTo>
                    <a:pt x="1624013" y="661988"/>
                  </a:lnTo>
                  <a:lnTo>
                    <a:pt x="1533525" y="733425"/>
                  </a:lnTo>
                  <a:lnTo>
                    <a:pt x="1204913" y="823913"/>
                  </a:lnTo>
                  <a:lnTo>
                    <a:pt x="919163" y="952500"/>
                  </a:lnTo>
                  <a:lnTo>
                    <a:pt x="628650" y="995363"/>
                  </a:lnTo>
                  <a:lnTo>
                    <a:pt x="476250" y="1085850"/>
                  </a:lnTo>
                  <a:lnTo>
                    <a:pt x="223838" y="1147763"/>
                  </a:lnTo>
                  <a:lnTo>
                    <a:pt x="0" y="1257300"/>
                  </a:lnTo>
                </a:path>
              </a:pathLst>
            </a:custGeom>
            <a:noFill/>
            <a:ln w="31750" cmpd="dbl">
              <a:solidFill>
                <a:schemeClr val="bg1">
                  <a:lumMod val="75000"/>
                  <a:alpha val="7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18" name="Freeform: Shape 116">
              <a:extLst>
                <a:ext uri="{FF2B5EF4-FFF2-40B4-BE49-F238E27FC236}">
                  <a16:creationId xmlns:a16="http://schemas.microsoft.com/office/drawing/2014/main" xmlns="" id="{865FFE30-DB74-46C2-A292-ABD145182A36}"/>
                </a:ext>
              </a:extLst>
            </p:cNvPr>
            <p:cNvSpPr/>
            <p:nvPr/>
          </p:nvSpPr>
          <p:spPr>
            <a:xfrm>
              <a:off x="8381496" y="1562778"/>
              <a:ext cx="2065379" cy="3208286"/>
            </a:xfrm>
            <a:custGeom>
              <a:avLst/>
              <a:gdLst>
                <a:gd name="connsiteX0" fmla="*/ 0 w 3251200"/>
                <a:gd name="connsiteY0" fmla="*/ 0 h 5080000"/>
                <a:gd name="connsiteX1" fmla="*/ 241300 w 3251200"/>
                <a:gd name="connsiteY1" fmla="*/ 139700 h 5080000"/>
                <a:gd name="connsiteX2" fmla="*/ 381000 w 3251200"/>
                <a:gd name="connsiteY2" fmla="*/ 228600 h 5080000"/>
                <a:gd name="connsiteX3" fmla="*/ 508000 w 3251200"/>
                <a:gd name="connsiteY3" fmla="*/ 393700 h 5080000"/>
                <a:gd name="connsiteX4" fmla="*/ 673100 w 3251200"/>
                <a:gd name="connsiteY4" fmla="*/ 406400 h 5080000"/>
                <a:gd name="connsiteX5" fmla="*/ 965200 w 3251200"/>
                <a:gd name="connsiteY5" fmla="*/ 482600 h 5080000"/>
                <a:gd name="connsiteX6" fmla="*/ 1333500 w 3251200"/>
                <a:gd name="connsiteY6" fmla="*/ 622300 h 5080000"/>
                <a:gd name="connsiteX7" fmla="*/ 1778000 w 3251200"/>
                <a:gd name="connsiteY7" fmla="*/ 723900 h 5080000"/>
                <a:gd name="connsiteX8" fmla="*/ 2070100 w 3251200"/>
                <a:gd name="connsiteY8" fmla="*/ 762000 h 5080000"/>
                <a:gd name="connsiteX9" fmla="*/ 2260600 w 3251200"/>
                <a:gd name="connsiteY9" fmla="*/ 889000 h 5080000"/>
                <a:gd name="connsiteX10" fmla="*/ 2603500 w 3251200"/>
                <a:gd name="connsiteY10" fmla="*/ 1143000 h 5080000"/>
                <a:gd name="connsiteX11" fmla="*/ 2755900 w 3251200"/>
                <a:gd name="connsiteY11" fmla="*/ 1511300 h 5080000"/>
                <a:gd name="connsiteX12" fmla="*/ 2781300 w 3251200"/>
                <a:gd name="connsiteY12" fmla="*/ 1701800 h 5080000"/>
                <a:gd name="connsiteX13" fmla="*/ 3035300 w 3251200"/>
                <a:gd name="connsiteY13" fmla="*/ 2273300 h 5080000"/>
                <a:gd name="connsiteX14" fmla="*/ 3111500 w 3251200"/>
                <a:gd name="connsiteY14" fmla="*/ 2705100 h 5080000"/>
                <a:gd name="connsiteX15" fmla="*/ 3060700 w 3251200"/>
                <a:gd name="connsiteY15" fmla="*/ 3213100 h 5080000"/>
                <a:gd name="connsiteX16" fmla="*/ 2959100 w 3251200"/>
                <a:gd name="connsiteY16" fmla="*/ 3568700 h 5080000"/>
                <a:gd name="connsiteX17" fmla="*/ 2819400 w 3251200"/>
                <a:gd name="connsiteY17" fmla="*/ 3873500 h 5080000"/>
                <a:gd name="connsiteX18" fmla="*/ 2844800 w 3251200"/>
                <a:gd name="connsiteY18" fmla="*/ 4165600 h 5080000"/>
                <a:gd name="connsiteX19" fmla="*/ 2895600 w 3251200"/>
                <a:gd name="connsiteY19" fmla="*/ 4457700 h 5080000"/>
                <a:gd name="connsiteX20" fmla="*/ 3022600 w 3251200"/>
                <a:gd name="connsiteY20" fmla="*/ 4711700 h 5080000"/>
                <a:gd name="connsiteX21" fmla="*/ 3162300 w 3251200"/>
                <a:gd name="connsiteY21" fmla="*/ 4864100 h 5080000"/>
                <a:gd name="connsiteX22" fmla="*/ 3251200 w 3251200"/>
                <a:gd name="connsiteY22" fmla="*/ 5080000 h 5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251200" h="5080000">
                  <a:moveTo>
                    <a:pt x="0" y="0"/>
                  </a:moveTo>
                  <a:lnTo>
                    <a:pt x="241300" y="139700"/>
                  </a:lnTo>
                  <a:lnTo>
                    <a:pt x="381000" y="228600"/>
                  </a:lnTo>
                  <a:lnTo>
                    <a:pt x="508000" y="393700"/>
                  </a:lnTo>
                  <a:lnTo>
                    <a:pt x="673100" y="406400"/>
                  </a:lnTo>
                  <a:lnTo>
                    <a:pt x="965200" y="482600"/>
                  </a:lnTo>
                  <a:lnTo>
                    <a:pt x="1333500" y="622300"/>
                  </a:lnTo>
                  <a:lnTo>
                    <a:pt x="1778000" y="723900"/>
                  </a:lnTo>
                  <a:lnTo>
                    <a:pt x="2070100" y="762000"/>
                  </a:lnTo>
                  <a:lnTo>
                    <a:pt x="2260600" y="889000"/>
                  </a:lnTo>
                  <a:lnTo>
                    <a:pt x="2603500" y="1143000"/>
                  </a:lnTo>
                  <a:lnTo>
                    <a:pt x="2755900" y="1511300"/>
                  </a:lnTo>
                  <a:lnTo>
                    <a:pt x="2781300" y="1701800"/>
                  </a:lnTo>
                  <a:lnTo>
                    <a:pt x="3035300" y="2273300"/>
                  </a:lnTo>
                  <a:lnTo>
                    <a:pt x="3111500" y="2705100"/>
                  </a:lnTo>
                  <a:lnTo>
                    <a:pt x="3060700" y="3213100"/>
                  </a:lnTo>
                  <a:lnTo>
                    <a:pt x="2959100" y="3568700"/>
                  </a:lnTo>
                  <a:lnTo>
                    <a:pt x="2819400" y="3873500"/>
                  </a:lnTo>
                  <a:lnTo>
                    <a:pt x="2844800" y="4165600"/>
                  </a:lnTo>
                  <a:lnTo>
                    <a:pt x="2895600" y="4457700"/>
                  </a:lnTo>
                  <a:lnTo>
                    <a:pt x="3022600" y="4711700"/>
                  </a:lnTo>
                  <a:lnTo>
                    <a:pt x="3162300" y="4864100"/>
                  </a:lnTo>
                  <a:lnTo>
                    <a:pt x="3251200" y="5080000"/>
                  </a:lnTo>
                </a:path>
              </a:pathLst>
            </a:custGeom>
            <a:noFill/>
            <a:ln w="31750" cmpd="dbl">
              <a:solidFill>
                <a:schemeClr val="bg1">
                  <a:lumMod val="75000"/>
                  <a:alpha val="7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xmlns="" id="{9A887D62-09A9-46EC-97C3-C071B4810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63277" y="3599245"/>
              <a:ext cx="91132" cy="90599"/>
            </a:xfrm>
            <a:prstGeom prst="rect">
              <a:avLst/>
            </a:prstGeom>
          </p:spPr>
        </p:pic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xmlns="" id="{1E0DDC74-21D8-4F46-9EB3-F9FDD7022BF9}"/>
                </a:ext>
              </a:extLst>
            </p:cNvPr>
            <p:cNvGrpSpPr/>
            <p:nvPr/>
          </p:nvGrpSpPr>
          <p:grpSpPr>
            <a:xfrm>
              <a:off x="9240564" y="2225477"/>
              <a:ext cx="244310" cy="187488"/>
              <a:chOff x="6872326" y="4774355"/>
              <a:chExt cx="377670" cy="291535"/>
            </a:xfrm>
          </p:grpSpPr>
          <p:pic>
            <p:nvPicPr>
              <p:cNvPr id="121" name="Picture 10" descr="Pills clipart capsule shape, Pills capsule shape Transparent FREE for  download on WebStockReview 2020">
                <a:extLst>
                  <a:ext uri="{FF2B5EF4-FFF2-40B4-BE49-F238E27FC236}">
                    <a16:creationId xmlns:a16="http://schemas.microsoft.com/office/drawing/2014/main" xmlns="" id="{628472A0-7668-4C95-B824-1C23433C15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6915393" y="4731288"/>
                <a:ext cx="291535" cy="3776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2" name="Flowchart: Connector 121">
                <a:extLst>
                  <a:ext uri="{FF2B5EF4-FFF2-40B4-BE49-F238E27FC236}">
                    <a16:creationId xmlns:a16="http://schemas.microsoft.com/office/drawing/2014/main" xmlns="" id="{C55C8396-0A30-4D8C-AA25-20C940A9E1A1}"/>
                  </a:ext>
                </a:extLst>
              </p:cNvPr>
              <p:cNvSpPr/>
              <p:nvPr/>
            </p:nvSpPr>
            <p:spPr>
              <a:xfrm>
                <a:off x="7038300" y="4827533"/>
                <a:ext cx="45719" cy="45719"/>
              </a:xfrm>
              <a:prstGeom prst="flowChartConnector">
                <a:avLst/>
              </a:prstGeom>
              <a:solidFill>
                <a:srgbClr val="0070C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6436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23" name="Flowchart: Connector 122">
                <a:extLst>
                  <a:ext uri="{FF2B5EF4-FFF2-40B4-BE49-F238E27FC236}">
                    <a16:creationId xmlns:a16="http://schemas.microsoft.com/office/drawing/2014/main" xmlns="" id="{E3E0BC5A-43C7-4C0E-9A2F-405F3327A39C}"/>
                  </a:ext>
                </a:extLst>
              </p:cNvPr>
              <p:cNvSpPr/>
              <p:nvPr/>
            </p:nvSpPr>
            <p:spPr>
              <a:xfrm>
                <a:off x="7038360" y="4958409"/>
                <a:ext cx="45719" cy="45719"/>
              </a:xfrm>
              <a:prstGeom prst="flowChartConnector">
                <a:avLst/>
              </a:prstGeom>
              <a:solidFill>
                <a:srgbClr val="FF00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6436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xmlns="" id="{FBD4B917-8A7F-4D8C-8C3C-F3CD0D3637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0727" y="2607166"/>
              <a:ext cx="393595" cy="140543"/>
            </a:xfrm>
            <a:prstGeom prst="line">
              <a:avLst/>
            </a:prstGeom>
            <a:ln w="12700" cap="rnd">
              <a:solidFill>
                <a:srgbClr val="7030A0"/>
              </a:solidFill>
              <a:prstDash val="sysDash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xmlns="" id="{B519B459-9294-4D41-9DC3-D7B54D4BD839}"/>
                </a:ext>
              </a:extLst>
            </p:cNvPr>
            <p:cNvGrpSpPr/>
            <p:nvPr/>
          </p:nvGrpSpPr>
          <p:grpSpPr>
            <a:xfrm>
              <a:off x="9884184" y="2654489"/>
              <a:ext cx="244310" cy="187488"/>
              <a:chOff x="6872326" y="4774355"/>
              <a:chExt cx="377670" cy="291535"/>
            </a:xfrm>
          </p:grpSpPr>
          <p:pic>
            <p:nvPicPr>
              <p:cNvPr id="126" name="Picture 10" descr="Pills clipart capsule shape, Pills capsule shape Transparent FREE for  download on WebStockReview 2020">
                <a:extLst>
                  <a:ext uri="{FF2B5EF4-FFF2-40B4-BE49-F238E27FC236}">
                    <a16:creationId xmlns:a16="http://schemas.microsoft.com/office/drawing/2014/main" xmlns="" id="{C1AD6D40-8521-4C88-B8C0-4016573A71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6915393" y="4731288"/>
                <a:ext cx="291535" cy="3776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7" name="Flowchart: Connector 126">
                <a:extLst>
                  <a:ext uri="{FF2B5EF4-FFF2-40B4-BE49-F238E27FC236}">
                    <a16:creationId xmlns:a16="http://schemas.microsoft.com/office/drawing/2014/main" xmlns="" id="{639746C5-289E-40D7-8E6F-8474FDE3AEE5}"/>
                  </a:ext>
                </a:extLst>
              </p:cNvPr>
              <p:cNvSpPr/>
              <p:nvPr/>
            </p:nvSpPr>
            <p:spPr>
              <a:xfrm>
                <a:off x="7038300" y="4827533"/>
                <a:ext cx="45719" cy="45719"/>
              </a:xfrm>
              <a:prstGeom prst="flowChartConnector">
                <a:avLst/>
              </a:prstGeom>
              <a:solidFill>
                <a:srgbClr val="7030A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6436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28" name="Flowchart: Connector 127">
                <a:extLst>
                  <a:ext uri="{FF2B5EF4-FFF2-40B4-BE49-F238E27FC236}">
                    <a16:creationId xmlns:a16="http://schemas.microsoft.com/office/drawing/2014/main" xmlns="" id="{09D84D39-F2F0-435F-89C0-B93DF5514235}"/>
                  </a:ext>
                </a:extLst>
              </p:cNvPr>
              <p:cNvSpPr/>
              <p:nvPr/>
            </p:nvSpPr>
            <p:spPr>
              <a:xfrm>
                <a:off x="7038360" y="4958409"/>
                <a:ext cx="45719" cy="45719"/>
              </a:xfrm>
              <a:prstGeom prst="flowChartConnector">
                <a:avLst/>
              </a:prstGeom>
              <a:solidFill>
                <a:srgbClr val="4472C4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6436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xmlns="" id="{68839662-E11F-489A-A0E5-F414AEDFF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30003" y="3721016"/>
              <a:ext cx="91132" cy="90599"/>
            </a:xfrm>
            <a:prstGeom prst="rect">
              <a:avLst/>
            </a:prstGeom>
          </p:spPr>
        </p:pic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xmlns="" id="{4AED8A0C-D4D2-48E9-8A7D-B90AD22A9AAE}"/>
                </a:ext>
              </a:extLst>
            </p:cNvPr>
            <p:cNvSpPr txBox="1"/>
            <p:nvPr/>
          </p:nvSpPr>
          <p:spPr>
            <a:xfrm>
              <a:off x="7066811" y="3599245"/>
              <a:ext cx="634201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Bidadi</a:t>
              </a:r>
              <a:endParaRPr kumimoji="0" lang="en-IN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xmlns="" id="{5A54DD5E-93A2-4FA2-9FF1-FE7C9A436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310177" y="4535788"/>
              <a:ext cx="91132" cy="90599"/>
            </a:xfrm>
            <a:prstGeom prst="rect">
              <a:avLst/>
            </a:prstGeom>
          </p:spPr>
        </p:pic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xmlns="" id="{6FDA3D0A-23B2-4B09-A464-58438576E0B3}"/>
                </a:ext>
              </a:extLst>
            </p:cNvPr>
            <p:cNvSpPr txBox="1"/>
            <p:nvPr/>
          </p:nvSpPr>
          <p:spPr>
            <a:xfrm>
              <a:off x="10206042" y="4495782"/>
              <a:ext cx="634201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Heelalige</a:t>
              </a:r>
              <a:endParaRPr kumimoji="0" lang="en-IN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xmlns="" id="{7CD91EDE-C2AD-4B3D-965B-98FE9582A2B9}"/>
                </a:ext>
              </a:extLst>
            </p:cNvPr>
            <p:cNvSpPr txBox="1"/>
            <p:nvPr/>
          </p:nvSpPr>
          <p:spPr>
            <a:xfrm rot="2866446">
              <a:off x="9661366" y="4275662"/>
              <a:ext cx="418901" cy="107722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(JUN 2026)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xmlns="" id="{39830504-D9E0-4D54-8765-FC983163616F}"/>
                </a:ext>
              </a:extLst>
            </p:cNvPr>
            <p:cNvSpPr txBox="1"/>
            <p:nvPr/>
          </p:nvSpPr>
          <p:spPr>
            <a:xfrm rot="2003278">
              <a:off x="9457074" y="2325714"/>
              <a:ext cx="651879" cy="107722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(SEPT 2027)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xmlns="" id="{F14271BE-43E3-4532-AB80-44671F798A25}"/>
                </a:ext>
              </a:extLst>
            </p:cNvPr>
            <p:cNvSpPr txBox="1"/>
            <p:nvPr/>
          </p:nvSpPr>
          <p:spPr>
            <a:xfrm rot="16200000">
              <a:off x="8831163" y="4390967"/>
              <a:ext cx="455898" cy="107722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(MAR 2026)</a:t>
              </a:r>
            </a:p>
          </p:txBody>
        </p:sp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xmlns="" id="{C194BFAD-6B0F-4CB6-8664-6CD65204C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818182" y="2287652"/>
              <a:ext cx="91132" cy="90599"/>
            </a:xfrm>
            <a:prstGeom prst="rect">
              <a:avLst/>
            </a:prstGeom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xmlns="" id="{635F1A76-E606-404C-8768-80163C8E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01790" y="2554605"/>
              <a:ext cx="91132" cy="90599"/>
            </a:xfrm>
            <a:prstGeom prst="rect">
              <a:avLst/>
            </a:prstGeom>
          </p:spPr>
        </p:pic>
        <p:sp>
          <p:nvSpPr>
            <p:cNvPr id="138" name="Freeform: Shape 138">
              <a:extLst>
                <a:ext uri="{FF2B5EF4-FFF2-40B4-BE49-F238E27FC236}">
                  <a16:creationId xmlns:a16="http://schemas.microsoft.com/office/drawing/2014/main" xmlns="" id="{01522789-CADB-4A92-8363-DBEEF0DD94D0}"/>
                </a:ext>
              </a:extLst>
            </p:cNvPr>
            <p:cNvSpPr/>
            <p:nvPr/>
          </p:nvSpPr>
          <p:spPr>
            <a:xfrm rot="18580206">
              <a:off x="8428879" y="2071795"/>
              <a:ext cx="653363" cy="90282"/>
            </a:xfrm>
            <a:custGeom>
              <a:avLst/>
              <a:gdLst>
                <a:gd name="connsiteX0" fmla="*/ 2386013 w 2386013"/>
                <a:gd name="connsiteY0" fmla="*/ 0 h 1257300"/>
                <a:gd name="connsiteX1" fmla="*/ 2347913 w 2386013"/>
                <a:gd name="connsiteY1" fmla="*/ 166688 h 1257300"/>
                <a:gd name="connsiteX2" fmla="*/ 2324100 w 2386013"/>
                <a:gd name="connsiteY2" fmla="*/ 276225 h 1257300"/>
                <a:gd name="connsiteX3" fmla="*/ 2266950 w 2386013"/>
                <a:gd name="connsiteY3" fmla="*/ 442913 h 1257300"/>
                <a:gd name="connsiteX4" fmla="*/ 2157413 w 2386013"/>
                <a:gd name="connsiteY4" fmla="*/ 528638 h 1257300"/>
                <a:gd name="connsiteX5" fmla="*/ 1976438 w 2386013"/>
                <a:gd name="connsiteY5" fmla="*/ 590550 h 1257300"/>
                <a:gd name="connsiteX6" fmla="*/ 1728788 w 2386013"/>
                <a:gd name="connsiteY6" fmla="*/ 661988 h 1257300"/>
                <a:gd name="connsiteX7" fmla="*/ 1624013 w 2386013"/>
                <a:gd name="connsiteY7" fmla="*/ 661988 h 1257300"/>
                <a:gd name="connsiteX8" fmla="*/ 1533525 w 2386013"/>
                <a:gd name="connsiteY8" fmla="*/ 733425 h 1257300"/>
                <a:gd name="connsiteX9" fmla="*/ 1204913 w 2386013"/>
                <a:gd name="connsiteY9" fmla="*/ 823913 h 1257300"/>
                <a:gd name="connsiteX10" fmla="*/ 919163 w 2386013"/>
                <a:gd name="connsiteY10" fmla="*/ 952500 h 1257300"/>
                <a:gd name="connsiteX11" fmla="*/ 628650 w 2386013"/>
                <a:gd name="connsiteY11" fmla="*/ 995363 h 1257300"/>
                <a:gd name="connsiteX12" fmla="*/ 476250 w 2386013"/>
                <a:gd name="connsiteY12" fmla="*/ 1085850 h 1257300"/>
                <a:gd name="connsiteX13" fmla="*/ 223838 w 2386013"/>
                <a:gd name="connsiteY13" fmla="*/ 1147763 h 1257300"/>
                <a:gd name="connsiteX14" fmla="*/ 0 w 2386013"/>
                <a:gd name="connsiteY14" fmla="*/ 1257300 h 125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86013" h="1257300">
                  <a:moveTo>
                    <a:pt x="2386013" y="0"/>
                  </a:moveTo>
                  <a:lnTo>
                    <a:pt x="2347913" y="166688"/>
                  </a:lnTo>
                  <a:lnTo>
                    <a:pt x="2324100" y="276225"/>
                  </a:lnTo>
                  <a:lnTo>
                    <a:pt x="2266950" y="442913"/>
                  </a:lnTo>
                  <a:lnTo>
                    <a:pt x="2157413" y="528638"/>
                  </a:lnTo>
                  <a:lnTo>
                    <a:pt x="1976438" y="590550"/>
                  </a:lnTo>
                  <a:lnTo>
                    <a:pt x="1728788" y="661988"/>
                  </a:lnTo>
                  <a:lnTo>
                    <a:pt x="1624013" y="661988"/>
                  </a:lnTo>
                  <a:lnTo>
                    <a:pt x="1533525" y="733425"/>
                  </a:lnTo>
                  <a:lnTo>
                    <a:pt x="1204913" y="823913"/>
                  </a:lnTo>
                  <a:lnTo>
                    <a:pt x="919163" y="952500"/>
                  </a:lnTo>
                  <a:lnTo>
                    <a:pt x="628650" y="995363"/>
                  </a:lnTo>
                  <a:lnTo>
                    <a:pt x="476250" y="1085850"/>
                  </a:lnTo>
                  <a:lnTo>
                    <a:pt x="223838" y="1147763"/>
                  </a:lnTo>
                  <a:lnTo>
                    <a:pt x="0" y="1257300"/>
                  </a:lnTo>
                </a:path>
              </a:pathLst>
            </a:custGeom>
            <a:noFill/>
            <a:ln w="31750" cmpd="dbl">
              <a:solidFill>
                <a:schemeClr val="bg1">
                  <a:lumMod val="75000"/>
                  <a:alpha val="7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xmlns="" id="{95D2434F-6E1B-46BE-8C32-6864635FD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14565" y="2360691"/>
              <a:ext cx="91132" cy="90599"/>
            </a:xfrm>
            <a:prstGeom prst="rect">
              <a:avLst/>
            </a:prstGeom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xmlns="" id="{A4345D1B-DE88-4C3A-B111-8D8246A14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86717" y="1804123"/>
              <a:ext cx="91132" cy="90599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xmlns="" id="{31432310-AC1C-49C0-A6C8-EE4418ABB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26479" y="2278843"/>
              <a:ext cx="91132" cy="90599"/>
            </a:xfrm>
            <a:prstGeom prst="rect">
              <a:avLst/>
            </a:prstGeom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xmlns="" id="{5F1A8E50-9A7C-45A8-9C4F-116A631AF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89800" y="2440681"/>
              <a:ext cx="91132" cy="90599"/>
            </a:xfrm>
            <a:prstGeom prst="rect">
              <a:avLst/>
            </a:prstGeom>
          </p:spPr>
        </p:pic>
        <p:sp>
          <p:nvSpPr>
            <p:cNvPr id="143" name="Freeform: Shape 143">
              <a:extLst>
                <a:ext uri="{FF2B5EF4-FFF2-40B4-BE49-F238E27FC236}">
                  <a16:creationId xmlns:a16="http://schemas.microsoft.com/office/drawing/2014/main" xmlns="" id="{CA661329-98DA-4DC1-84E1-5465F208D10F}"/>
                </a:ext>
              </a:extLst>
            </p:cNvPr>
            <p:cNvSpPr/>
            <p:nvPr/>
          </p:nvSpPr>
          <p:spPr>
            <a:xfrm>
              <a:off x="7229037" y="3035065"/>
              <a:ext cx="1515753" cy="794051"/>
            </a:xfrm>
            <a:custGeom>
              <a:avLst/>
              <a:gdLst>
                <a:gd name="connsiteX0" fmla="*/ 2386013 w 2386013"/>
                <a:gd name="connsiteY0" fmla="*/ 0 h 1257300"/>
                <a:gd name="connsiteX1" fmla="*/ 2347913 w 2386013"/>
                <a:gd name="connsiteY1" fmla="*/ 166688 h 1257300"/>
                <a:gd name="connsiteX2" fmla="*/ 2324100 w 2386013"/>
                <a:gd name="connsiteY2" fmla="*/ 276225 h 1257300"/>
                <a:gd name="connsiteX3" fmla="*/ 2266950 w 2386013"/>
                <a:gd name="connsiteY3" fmla="*/ 442913 h 1257300"/>
                <a:gd name="connsiteX4" fmla="*/ 2157413 w 2386013"/>
                <a:gd name="connsiteY4" fmla="*/ 528638 h 1257300"/>
                <a:gd name="connsiteX5" fmla="*/ 1976438 w 2386013"/>
                <a:gd name="connsiteY5" fmla="*/ 590550 h 1257300"/>
                <a:gd name="connsiteX6" fmla="*/ 1728788 w 2386013"/>
                <a:gd name="connsiteY6" fmla="*/ 661988 h 1257300"/>
                <a:gd name="connsiteX7" fmla="*/ 1624013 w 2386013"/>
                <a:gd name="connsiteY7" fmla="*/ 661988 h 1257300"/>
                <a:gd name="connsiteX8" fmla="*/ 1533525 w 2386013"/>
                <a:gd name="connsiteY8" fmla="*/ 733425 h 1257300"/>
                <a:gd name="connsiteX9" fmla="*/ 1204913 w 2386013"/>
                <a:gd name="connsiteY9" fmla="*/ 823913 h 1257300"/>
                <a:gd name="connsiteX10" fmla="*/ 919163 w 2386013"/>
                <a:gd name="connsiteY10" fmla="*/ 952500 h 1257300"/>
                <a:gd name="connsiteX11" fmla="*/ 628650 w 2386013"/>
                <a:gd name="connsiteY11" fmla="*/ 995363 h 1257300"/>
                <a:gd name="connsiteX12" fmla="*/ 476250 w 2386013"/>
                <a:gd name="connsiteY12" fmla="*/ 1085850 h 1257300"/>
                <a:gd name="connsiteX13" fmla="*/ 223838 w 2386013"/>
                <a:gd name="connsiteY13" fmla="*/ 1147763 h 1257300"/>
                <a:gd name="connsiteX14" fmla="*/ 0 w 2386013"/>
                <a:gd name="connsiteY14" fmla="*/ 1257300 h 125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86013" h="1257300">
                  <a:moveTo>
                    <a:pt x="2386013" y="0"/>
                  </a:moveTo>
                  <a:lnTo>
                    <a:pt x="2347913" y="166688"/>
                  </a:lnTo>
                  <a:lnTo>
                    <a:pt x="2324100" y="276225"/>
                  </a:lnTo>
                  <a:lnTo>
                    <a:pt x="2266950" y="442913"/>
                  </a:lnTo>
                  <a:lnTo>
                    <a:pt x="2157413" y="528638"/>
                  </a:lnTo>
                  <a:lnTo>
                    <a:pt x="1976438" y="590550"/>
                  </a:lnTo>
                  <a:lnTo>
                    <a:pt x="1728788" y="661988"/>
                  </a:lnTo>
                  <a:lnTo>
                    <a:pt x="1624013" y="661988"/>
                  </a:lnTo>
                  <a:lnTo>
                    <a:pt x="1533525" y="733425"/>
                  </a:lnTo>
                  <a:lnTo>
                    <a:pt x="1204913" y="823913"/>
                  </a:lnTo>
                  <a:lnTo>
                    <a:pt x="919163" y="952500"/>
                  </a:lnTo>
                  <a:lnTo>
                    <a:pt x="628650" y="995363"/>
                  </a:lnTo>
                  <a:lnTo>
                    <a:pt x="476250" y="1085850"/>
                  </a:lnTo>
                  <a:lnTo>
                    <a:pt x="223838" y="1147763"/>
                  </a:lnTo>
                  <a:lnTo>
                    <a:pt x="0" y="1257300"/>
                  </a:lnTo>
                </a:path>
              </a:pathLst>
            </a:custGeom>
            <a:noFill/>
            <a:ln w="31750" cmpd="dbl">
              <a:solidFill>
                <a:schemeClr val="bg1">
                  <a:lumMod val="75000"/>
                  <a:alpha val="7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44" name="Freeform: Shape 144">
              <a:extLst>
                <a:ext uri="{FF2B5EF4-FFF2-40B4-BE49-F238E27FC236}">
                  <a16:creationId xmlns:a16="http://schemas.microsoft.com/office/drawing/2014/main" xmlns="" id="{83A8F48F-8196-4D58-B837-ABECDCBDD0A1}"/>
                </a:ext>
              </a:extLst>
            </p:cNvPr>
            <p:cNvSpPr/>
            <p:nvPr/>
          </p:nvSpPr>
          <p:spPr>
            <a:xfrm rot="5087086" flipH="1">
              <a:off x="9203245" y="2256405"/>
              <a:ext cx="281802" cy="1229310"/>
            </a:xfrm>
            <a:custGeom>
              <a:avLst/>
              <a:gdLst>
                <a:gd name="connsiteX0" fmla="*/ 2386013 w 2386013"/>
                <a:gd name="connsiteY0" fmla="*/ 0 h 1257300"/>
                <a:gd name="connsiteX1" fmla="*/ 2347913 w 2386013"/>
                <a:gd name="connsiteY1" fmla="*/ 166688 h 1257300"/>
                <a:gd name="connsiteX2" fmla="*/ 2324100 w 2386013"/>
                <a:gd name="connsiteY2" fmla="*/ 276225 h 1257300"/>
                <a:gd name="connsiteX3" fmla="*/ 2266950 w 2386013"/>
                <a:gd name="connsiteY3" fmla="*/ 442913 h 1257300"/>
                <a:gd name="connsiteX4" fmla="*/ 2157413 w 2386013"/>
                <a:gd name="connsiteY4" fmla="*/ 528638 h 1257300"/>
                <a:gd name="connsiteX5" fmla="*/ 1976438 w 2386013"/>
                <a:gd name="connsiteY5" fmla="*/ 590550 h 1257300"/>
                <a:gd name="connsiteX6" fmla="*/ 1728788 w 2386013"/>
                <a:gd name="connsiteY6" fmla="*/ 661988 h 1257300"/>
                <a:gd name="connsiteX7" fmla="*/ 1624013 w 2386013"/>
                <a:gd name="connsiteY7" fmla="*/ 661988 h 1257300"/>
                <a:gd name="connsiteX8" fmla="*/ 1533525 w 2386013"/>
                <a:gd name="connsiteY8" fmla="*/ 733425 h 1257300"/>
                <a:gd name="connsiteX9" fmla="*/ 1204913 w 2386013"/>
                <a:gd name="connsiteY9" fmla="*/ 823913 h 1257300"/>
                <a:gd name="connsiteX10" fmla="*/ 919163 w 2386013"/>
                <a:gd name="connsiteY10" fmla="*/ 952500 h 1257300"/>
                <a:gd name="connsiteX11" fmla="*/ 628650 w 2386013"/>
                <a:gd name="connsiteY11" fmla="*/ 995363 h 1257300"/>
                <a:gd name="connsiteX12" fmla="*/ 476250 w 2386013"/>
                <a:gd name="connsiteY12" fmla="*/ 1085850 h 1257300"/>
                <a:gd name="connsiteX13" fmla="*/ 223838 w 2386013"/>
                <a:gd name="connsiteY13" fmla="*/ 1147763 h 1257300"/>
                <a:gd name="connsiteX14" fmla="*/ 0 w 2386013"/>
                <a:gd name="connsiteY14" fmla="*/ 1257300 h 125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86013" h="1257300">
                  <a:moveTo>
                    <a:pt x="2386013" y="0"/>
                  </a:moveTo>
                  <a:lnTo>
                    <a:pt x="2347913" y="166688"/>
                  </a:lnTo>
                  <a:lnTo>
                    <a:pt x="2324100" y="276225"/>
                  </a:lnTo>
                  <a:lnTo>
                    <a:pt x="2266950" y="442913"/>
                  </a:lnTo>
                  <a:lnTo>
                    <a:pt x="2157413" y="528638"/>
                  </a:lnTo>
                  <a:lnTo>
                    <a:pt x="1976438" y="590550"/>
                  </a:lnTo>
                  <a:lnTo>
                    <a:pt x="1728788" y="661988"/>
                  </a:lnTo>
                  <a:lnTo>
                    <a:pt x="1624013" y="661988"/>
                  </a:lnTo>
                  <a:lnTo>
                    <a:pt x="1533525" y="733425"/>
                  </a:lnTo>
                  <a:lnTo>
                    <a:pt x="1204913" y="823913"/>
                  </a:lnTo>
                  <a:lnTo>
                    <a:pt x="919163" y="952500"/>
                  </a:lnTo>
                  <a:lnTo>
                    <a:pt x="628650" y="995363"/>
                  </a:lnTo>
                  <a:lnTo>
                    <a:pt x="476250" y="1085850"/>
                  </a:lnTo>
                  <a:lnTo>
                    <a:pt x="223838" y="1147763"/>
                  </a:lnTo>
                  <a:lnTo>
                    <a:pt x="0" y="1257300"/>
                  </a:lnTo>
                </a:path>
              </a:pathLst>
            </a:custGeom>
            <a:noFill/>
            <a:ln w="31750" cmpd="dbl">
              <a:solidFill>
                <a:schemeClr val="bg1">
                  <a:lumMod val="75000"/>
                  <a:alpha val="7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xmlns="" id="{E0E94A7A-7A6A-4AD3-8074-DCC49E73B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35520" y="2646737"/>
              <a:ext cx="91132" cy="90599"/>
            </a:xfrm>
            <a:prstGeom prst="rect">
              <a:avLst/>
            </a:prstGeom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xmlns="" id="{603ED69F-E34F-4A37-A2F9-DCE601990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04553" y="2996529"/>
              <a:ext cx="91132" cy="90599"/>
            </a:xfrm>
            <a:prstGeom prst="rect">
              <a:avLst/>
            </a:prstGeom>
          </p:spPr>
        </p:pic>
        <p:sp>
          <p:nvSpPr>
            <p:cNvPr id="147" name="Freeform: Shape 147">
              <a:extLst>
                <a:ext uri="{FF2B5EF4-FFF2-40B4-BE49-F238E27FC236}">
                  <a16:creationId xmlns:a16="http://schemas.microsoft.com/office/drawing/2014/main" xmlns="" id="{8B3DAC64-6DCB-41A0-8BA5-C45B0E40D1E7}"/>
                </a:ext>
              </a:extLst>
            </p:cNvPr>
            <p:cNvSpPr/>
            <p:nvPr/>
          </p:nvSpPr>
          <p:spPr>
            <a:xfrm rot="3389592">
              <a:off x="9186115" y="1259966"/>
              <a:ext cx="91796" cy="704661"/>
            </a:xfrm>
            <a:custGeom>
              <a:avLst/>
              <a:gdLst>
                <a:gd name="connsiteX0" fmla="*/ 342900 w 342900"/>
                <a:gd name="connsiteY0" fmla="*/ 685800 h 685800"/>
                <a:gd name="connsiteX1" fmla="*/ 266700 w 342900"/>
                <a:gd name="connsiteY1" fmla="*/ 342900 h 685800"/>
                <a:gd name="connsiteX2" fmla="*/ 165100 w 342900"/>
                <a:gd name="connsiteY2" fmla="*/ 152400 h 685800"/>
                <a:gd name="connsiteX3" fmla="*/ 0 w 342900"/>
                <a:gd name="connsiteY3" fmla="*/ 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2900" h="685800">
                  <a:moveTo>
                    <a:pt x="342900" y="685800"/>
                  </a:moveTo>
                  <a:lnTo>
                    <a:pt x="266700" y="342900"/>
                  </a:lnTo>
                  <a:lnTo>
                    <a:pt x="165100" y="152400"/>
                  </a:lnTo>
                  <a:lnTo>
                    <a:pt x="0" y="0"/>
                  </a:lnTo>
                </a:path>
              </a:pathLst>
            </a:custGeom>
            <a:noFill/>
            <a:ln w="31750" cmpd="dbl">
              <a:solidFill>
                <a:schemeClr val="bg1">
                  <a:lumMod val="75000"/>
                  <a:alpha val="7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52" name="Freeform 18">
              <a:extLst>
                <a:ext uri="{FF2B5EF4-FFF2-40B4-BE49-F238E27FC236}">
                  <a16:creationId xmlns:a16="http://schemas.microsoft.com/office/drawing/2014/main" xmlns="" id="{7BF9BFBD-3C06-4D4C-BDDE-027396511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355" y="1317286"/>
              <a:ext cx="152214" cy="167110"/>
            </a:xfrm>
            <a:custGeom>
              <a:avLst/>
              <a:gdLst>
                <a:gd name="T0" fmla="*/ 187 w 219"/>
                <a:gd name="T1" fmla="*/ 1 h 238"/>
                <a:gd name="T2" fmla="*/ 188 w 219"/>
                <a:gd name="T3" fmla="*/ 3 h 238"/>
                <a:gd name="T4" fmla="*/ 188 w 219"/>
                <a:gd name="T5" fmla="*/ 7 h 238"/>
                <a:gd name="T6" fmla="*/ 184 w 219"/>
                <a:gd name="T7" fmla="*/ 13 h 238"/>
                <a:gd name="T8" fmla="*/ 124 w 219"/>
                <a:gd name="T9" fmla="*/ 98 h 238"/>
                <a:gd name="T10" fmla="*/ 140 w 219"/>
                <a:gd name="T11" fmla="*/ 107 h 238"/>
                <a:gd name="T12" fmla="*/ 153 w 219"/>
                <a:gd name="T13" fmla="*/ 115 h 238"/>
                <a:gd name="T14" fmla="*/ 170 w 219"/>
                <a:gd name="T15" fmla="*/ 124 h 238"/>
                <a:gd name="T16" fmla="*/ 183 w 219"/>
                <a:gd name="T17" fmla="*/ 131 h 238"/>
                <a:gd name="T18" fmla="*/ 195 w 219"/>
                <a:gd name="T19" fmla="*/ 130 h 238"/>
                <a:gd name="T20" fmla="*/ 210 w 219"/>
                <a:gd name="T21" fmla="*/ 123 h 238"/>
                <a:gd name="T22" fmla="*/ 217 w 219"/>
                <a:gd name="T23" fmla="*/ 119 h 238"/>
                <a:gd name="T24" fmla="*/ 219 w 219"/>
                <a:gd name="T25" fmla="*/ 119 h 238"/>
                <a:gd name="T26" fmla="*/ 203 w 219"/>
                <a:gd name="T27" fmla="*/ 148 h 238"/>
                <a:gd name="T28" fmla="*/ 202 w 219"/>
                <a:gd name="T29" fmla="*/ 150 h 238"/>
                <a:gd name="T30" fmla="*/ 202 w 219"/>
                <a:gd name="T31" fmla="*/ 150 h 238"/>
                <a:gd name="T32" fmla="*/ 202 w 219"/>
                <a:gd name="T33" fmla="*/ 150 h 238"/>
                <a:gd name="T34" fmla="*/ 202 w 219"/>
                <a:gd name="T35" fmla="*/ 152 h 238"/>
                <a:gd name="T36" fmla="*/ 190 w 219"/>
                <a:gd name="T37" fmla="*/ 183 h 238"/>
                <a:gd name="T38" fmla="*/ 189 w 219"/>
                <a:gd name="T39" fmla="*/ 181 h 238"/>
                <a:gd name="T40" fmla="*/ 187 w 219"/>
                <a:gd name="T41" fmla="*/ 173 h 238"/>
                <a:gd name="T42" fmla="*/ 182 w 219"/>
                <a:gd name="T43" fmla="*/ 159 h 238"/>
                <a:gd name="T44" fmla="*/ 175 w 219"/>
                <a:gd name="T45" fmla="*/ 149 h 238"/>
                <a:gd name="T46" fmla="*/ 161 w 219"/>
                <a:gd name="T47" fmla="*/ 142 h 238"/>
                <a:gd name="T48" fmla="*/ 143 w 219"/>
                <a:gd name="T49" fmla="*/ 137 h 238"/>
                <a:gd name="T50" fmla="*/ 128 w 219"/>
                <a:gd name="T51" fmla="*/ 132 h 238"/>
                <a:gd name="T52" fmla="*/ 110 w 219"/>
                <a:gd name="T53" fmla="*/ 126 h 238"/>
                <a:gd name="T54" fmla="*/ 87 w 219"/>
                <a:gd name="T55" fmla="*/ 230 h 238"/>
                <a:gd name="T56" fmla="*/ 84 w 219"/>
                <a:gd name="T57" fmla="*/ 235 h 238"/>
                <a:gd name="T58" fmla="*/ 82 w 219"/>
                <a:gd name="T59" fmla="*/ 238 h 238"/>
                <a:gd name="T60" fmla="*/ 77 w 219"/>
                <a:gd name="T61" fmla="*/ 237 h 238"/>
                <a:gd name="T62" fmla="*/ 75 w 219"/>
                <a:gd name="T63" fmla="*/ 232 h 238"/>
                <a:gd name="T64" fmla="*/ 74 w 219"/>
                <a:gd name="T65" fmla="*/ 226 h 238"/>
                <a:gd name="T66" fmla="*/ 73 w 219"/>
                <a:gd name="T67" fmla="*/ 211 h 238"/>
                <a:gd name="T68" fmla="*/ 71 w 219"/>
                <a:gd name="T69" fmla="*/ 175 h 238"/>
                <a:gd name="T70" fmla="*/ 69 w 219"/>
                <a:gd name="T71" fmla="*/ 137 h 238"/>
                <a:gd name="T72" fmla="*/ 69 w 219"/>
                <a:gd name="T73" fmla="*/ 111 h 238"/>
                <a:gd name="T74" fmla="*/ 51 w 219"/>
                <a:gd name="T75" fmla="*/ 99 h 238"/>
                <a:gd name="T76" fmla="*/ 18 w 219"/>
                <a:gd name="T77" fmla="*/ 79 h 238"/>
                <a:gd name="T78" fmla="*/ 3 w 219"/>
                <a:gd name="T79" fmla="*/ 68 h 238"/>
                <a:gd name="T80" fmla="*/ 0 w 219"/>
                <a:gd name="T81" fmla="*/ 62 h 238"/>
                <a:gd name="T82" fmla="*/ 2 w 219"/>
                <a:gd name="T83" fmla="*/ 59 h 238"/>
                <a:gd name="T84" fmla="*/ 5 w 219"/>
                <a:gd name="T85" fmla="*/ 56 h 238"/>
                <a:gd name="T86" fmla="*/ 12 w 219"/>
                <a:gd name="T87" fmla="*/ 56 h 238"/>
                <a:gd name="T88" fmla="*/ 44 w 219"/>
                <a:gd name="T89" fmla="*/ 64 h 238"/>
                <a:gd name="T90" fmla="*/ 82 w 219"/>
                <a:gd name="T91" fmla="*/ 79 h 238"/>
                <a:gd name="T92" fmla="*/ 89 w 219"/>
                <a:gd name="T93" fmla="*/ 74 h 238"/>
                <a:gd name="T94" fmla="*/ 106 w 219"/>
                <a:gd name="T95" fmla="*/ 57 h 238"/>
                <a:gd name="T96" fmla="*/ 130 w 219"/>
                <a:gd name="T97" fmla="*/ 38 h 238"/>
                <a:gd name="T98" fmla="*/ 153 w 219"/>
                <a:gd name="T99" fmla="*/ 20 h 238"/>
                <a:gd name="T100" fmla="*/ 172 w 219"/>
                <a:gd name="T101" fmla="*/ 6 h 238"/>
                <a:gd name="T102" fmla="*/ 176 w 219"/>
                <a:gd name="T103" fmla="*/ 2 h 238"/>
                <a:gd name="T104" fmla="*/ 182 w 219"/>
                <a:gd name="T105" fmla="*/ 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19" h="238">
                  <a:moveTo>
                    <a:pt x="184" y="0"/>
                  </a:moveTo>
                  <a:lnTo>
                    <a:pt x="187" y="1"/>
                  </a:lnTo>
                  <a:lnTo>
                    <a:pt x="188" y="2"/>
                  </a:lnTo>
                  <a:lnTo>
                    <a:pt x="188" y="3"/>
                  </a:lnTo>
                  <a:lnTo>
                    <a:pt x="188" y="5"/>
                  </a:lnTo>
                  <a:lnTo>
                    <a:pt x="188" y="7"/>
                  </a:lnTo>
                  <a:lnTo>
                    <a:pt x="187" y="9"/>
                  </a:lnTo>
                  <a:lnTo>
                    <a:pt x="184" y="13"/>
                  </a:lnTo>
                  <a:lnTo>
                    <a:pt x="182" y="16"/>
                  </a:lnTo>
                  <a:lnTo>
                    <a:pt x="124" y="98"/>
                  </a:lnTo>
                  <a:lnTo>
                    <a:pt x="133" y="102"/>
                  </a:lnTo>
                  <a:lnTo>
                    <a:pt x="140" y="107"/>
                  </a:lnTo>
                  <a:lnTo>
                    <a:pt x="145" y="110"/>
                  </a:lnTo>
                  <a:lnTo>
                    <a:pt x="153" y="115"/>
                  </a:lnTo>
                  <a:lnTo>
                    <a:pt x="164" y="122"/>
                  </a:lnTo>
                  <a:lnTo>
                    <a:pt x="170" y="124"/>
                  </a:lnTo>
                  <a:lnTo>
                    <a:pt x="176" y="128"/>
                  </a:lnTo>
                  <a:lnTo>
                    <a:pt x="183" y="131"/>
                  </a:lnTo>
                  <a:lnTo>
                    <a:pt x="189" y="131"/>
                  </a:lnTo>
                  <a:lnTo>
                    <a:pt x="195" y="130"/>
                  </a:lnTo>
                  <a:lnTo>
                    <a:pt x="202" y="128"/>
                  </a:lnTo>
                  <a:lnTo>
                    <a:pt x="210" y="123"/>
                  </a:lnTo>
                  <a:lnTo>
                    <a:pt x="214" y="121"/>
                  </a:lnTo>
                  <a:lnTo>
                    <a:pt x="217" y="119"/>
                  </a:lnTo>
                  <a:lnTo>
                    <a:pt x="219" y="119"/>
                  </a:lnTo>
                  <a:lnTo>
                    <a:pt x="219" y="119"/>
                  </a:lnTo>
                  <a:lnTo>
                    <a:pt x="219" y="122"/>
                  </a:lnTo>
                  <a:lnTo>
                    <a:pt x="203" y="148"/>
                  </a:lnTo>
                  <a:lnTo>
                    <a:pt x="203" y="149"/>
                  </a:lnTo>
                  <a:lnTo>
                    <a:pt x="202" y="150"/>
                  </a:lnTo>
                  <a:lnTo>
                    <a:pt x="202" y="150"/>
                  </a:lnTo>
                  <a:lnTo>
                    <a:pt x="202" y="150"/>
                  </a:lnTo>
                  <a:lnTo>
                    <a:pt x="202" y="150"/>
                  </a:lnTo>
                  <a:lnTo>
                    <a:pt x="202" y="150"/>
                  </a:lnTo>
                  <a:lnTo>
                    <a:pt x="202" y="152"/>
                  </a:lnTo>
                  <a:lnTo>
                    <a:pt x="202" y="152"/>
                  </a:lnTo>
                  <a:lnTo>
                    <a:pt x="191" y="181"/>
                  </a:lnTo>
                  <a:lnTo>
                    <a:pt x="190" y="183"/>
                  </a:lnTo>
                  <a:lnTo>
                    <a:pt x="189" y="183"/>
                  </a:lnTo>
                  <a:lnTo>
                    <a:pt x="189" y="181"/>
                  </a:lnTo>
                  <a:lnTo>
                    <a:pt x="188" y="179"/>
                  </a:lnTo>
                  <a:lnTo>
                    <a:pt x="187" y="173"/>
                  </a:lnTo>
                  <a:lnTo>
                    <a:pt x="184" y="165"/>
                  </a:lnTo>
                  <a:lnTo>
                    <a:pt x="182" y="159"/>
                  </a:lnTo>
                  <a:lnTo>
                    <a:pt x="180" y="153"/>
                  </a:lnTo>
                  <a:lnTo>
                    <a:pt x="175" y="149"/>
                  </a:lnTo>
                  <a:lnTo>
                    <a:pt x="168" y="146"/>
                  </a:lnTo>
                  <a:lnTo>
                    <a:pt x="161" y="142"/>
                  </a:lnTo>
                  <a:lnTo>
                    <a:pt x="156" y="141"/>
                  </a:lnTo>
                  <a:lnTo>
                    <a:pt x="143" y="137"/>
                  </a:lnTo>
                  <a:lnTo>
                    <a:pt x="135" y="134"/>
                  </a:lnTo>
                  <a:lnTo>
                    <a:pt x="128" y="132"/>
                  </a:lnTo>
                  <a:lnTo>
                    <a:pt x="120" y="130"/>
                  </a:lnTo>
                  <a:lnTo>
                    <a:pt x="110" y="126"/>
                  </a:lnTo>
                  <a:lnTo>
                    <a:pt x="88" y="224"/>
                  </a:lnTo>
                  <a:lnTo>
                    <a:pt x="87" y="230"/>
                  </a:lnTo>
                  <a:lnTo>
                    <a:pt x="86" y="233"/>
                  </a:lnTo>
                  <a:lnTo>
                    <a:pt x="84" y="235"/>
                  </a:lnTo>
                  <a:lnTo>
                    <a:pt x="83" y="237"/>
                  </a:lnTo>
                  <a:lnTo>
                    <a:pt x="82" y="238"/>
                  </a:lnTo>
                  <a:lnTo>
                    <a:pt x="80" y="238"/>
                  </a:lnTo>
                  <a:lnTo>
                    <a:pt x="77" y="237"/>
                  </a:lnTo>
                  <a:lnTo>
                    <a:pt x="76" y="234"/>
                  </a:lnTo>
                  <a:lnTo>
                    <a:pt x="75" y="232"/>
                  </a:lnTo>
                  <a:lnTo>
                    <a:pt x="74" y="229"/>
                  </a:lnTo>
                  <a:lnTo>
                    <a:pt x="74" y="226"/>
                  </a:lnTo>
                  <a:lnTo>
                    <a:pt x="74" y="224"/>
                  </a:lnTo>
                  <a:lnTo>
                    <a:pt x="73" y="211"/>
                  </a:lnTo>
                  <a:lnTo>
                    <a:pt x="72" y="194"/>
                  </a:lnTo>
                  <a:lnTo>
                    <a:pt x="71" y="175"/>
                  </a:lnTo>
                  <a:lnTo>
                    <a:pt x="71" y="155"/>
                  </a:lnTo>
                  <a:lnTo>
                    <a:pt x="69" y="137"/>
                  </a:lnTo>
                  <a:lnTo>
                    <a:pt x="69" y="122"/>
                  </a:lnTo>
                  <a:lnTo>
                    <a:pt x="69" y="111"/>
                  </a:lnTo>
                  <a:lnTo>
                    <a:pt x="69" y="107"/>
                  </a:lnTo>
                  <a:lnTo>
                    <a:pt x="51" y="99"/>
                  </a:lnTo>
                  <a:lnTo>
                    <a:pt x="34" y="90"/>
                  </a:lnTo>
                  <a:lnTo>
                    <a:pt x="18" y="79"/>
                  </a:lnTo>
                  <a:lnTo>
                    <a:pt x="6" y="70"/>
                  </a:lnTo>
                  <a:lnTo>
                    <a:pt x="3" y="68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5" y="56"/>
                  </a:lnTo>
                  <a:lnTo>
                    <a:pt x="8" y="56"/>
                  </a:lnTo>
                  <a:lnTo>
                    <a:pt x="12" y="56"/>
                  </a:lnTo>
                  <a:lnTo>
                    <a:pt x="27" y="60"/>
                  </a:lnTo>
                  <a:lnTo>
                    <a:pt x="44" y="64"/>
                  </a:lnTo>
                  <a:lnTo>
                    <a:pt x="64" y="71"/>
                  </a:lnTo>
                  <a:lnTo>
                    <a:pt x="82" y="79"/>
                  </a:lnTo>
                  <a:lnTo>
                    <a:pt x="83" y="78"/>
                  </a:lnTo>
                  <a:lnTo>
                    <a:pt x="89" y="74"/>
                  </a:lnTo>
                  <a:lnTo>
                    <a:pt x="97" y="67"/>
                  </a:lnTo>
                  <a:lnTo>
                    <a:pt x="106" y="57"/>
                  </a:lnTo>
                  <a:lnTo>
                    <a:pt x="118" y="48"/>
                  </a:lnTo>
                  <a:lnTo>
                    <a:pt x="130" y="38"/>
                  </a:lnTo>
                  <a:lnTo>
                    <a:pt x="142" y="29"/>
                  </a:lnTo>
                  <a:lnTo>
                    <a:pt x="153" y="20"/>
                  </a:lnTo>
                  <a:lnTo>
                    <a:pt x="164" y="11"/>
                  </a:lnTo>
                  <a:lnTo>
                    <a:pt x="172" y="6"/>
                  </a:lnTo>
                  <a:lnTo>
                    <a:pt x="174" y="5"/>
                  </a:lnTo>
                  <a:lnTo>
                    <a:pt x="176" y="2"/>
                  </a:lnTo>
                  <a:lnTo>
                    <a:pt x="179" y="1"/>
                  </a:lnTo>
                  <a:lnTo>
                    <a:pt x="182" y="0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0093B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14194" tIns="57098" rIns="114194" bIns="5709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896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54585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xmlns="" id="{A0D39CD8-4951-40FA-9CEC-890E855D4CFA}"/>
                </a:ext>
              </a:extLst>
            </p:cNvPr>
            <p:cNvCxnSpPr>
              <a:cxnSpLocks/>
            </p:cNvCxnSpPr>
            <p:nvPr/>
          </p:nvCxnSpPr>
          <p:spPr>
            <a:xfrm>
              <a:off x="6862549" y="5578704"/>
              <a:ext cx="4649709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Freeform: Shape 378">
              <a:extLst>
                <a:ext uri="{FF2B5EF4-FFF2-40B4-BE49-F238E27FC236}">
                  <a16:creationId xmlns:a16="http://schemas.microsoft.com/office/drawing/2014/main" xmlns="" id="{0908DD08-108E-4B1D-9E34-4C215EF25B56}"/>
                </a:ext>
              </a:extLst>
            </p:cNvPr>
            <p:cNvSpPr/>
            <p:nvPr/>
          </p:nvSpPr>
          <p:spPr>
            <a:xfrm>
              <a:off x="9079727" y="2349844"/>
              <a:ext cx="1118697" cy="1565758"/>
            </a:xfrm>
            <a:custGeom>
              <a:avLst/>
              <a:gdLst>
                <a:gd name="connsiteX0" fmla="*/ 0 w 1466850"/>
                <a:gd name="connsiteY0" fmla="*/ 19050 h 1955800"/>
                <a:gd name="connsiteX1" fmla="*/ 95250 w 1466850"/>
                <a:gd name="connsiteY1" fmla="*/ 31750 h 1955800"/>
                <a:gd name="connsiteX2" fmla="*/ 127000 w 1466850"/>
                <a:gd name="connsiteY2" fmla="*/ 0 h 1955800"/>
                <a:gd name="connsiteX3" fmla="*/ 273050 w 1466850"/>
                <a:gd name="connsiteY3" fmla="*/ 19050 h 1955800"/>
                <a:gd name="connsiteX4" fmla="*/ 393700 w 1466850"/>
                <a:gd name="connsiteY4" fmla="*/ 25400 h 1955800"/>
                <a:gd name="connsiteX5" fmla="*/ 508000 w 1466850"/>
                <a:gd name="connsiteY5" fmla="*/ 50800 h 1955800"/>
                <a:gd name="connsiteX6" fmla="*/ 565150 w 1466850"/>
                <a:gd name="connsiteY6" fmla="*/ 215900 h 1955800"/>
                <a:gd name="connsiteX7" fmla="*/ 952500 w 1466850"/>
                <a:gd name="connsiteY7" fmla="*/ 425450 h 1955800"/>
                <a:gd name="connsiteX8" fmla="*/ 1003300 w 1466850"/>
                <a:gd name="connsiteY8" fmla="*/ 762000 h 1955800"/>
                <a:gd name="connsiteX9" fmla="*/ 1200150 w 1466850"/>
                <a:gd name="connsiteY9" fmla="*/ 673100 h 1955800"/>
                <a:gd name="connsiteX10" fmla="*/ 1270000 w 1466850"/>
                <a:gd name="connsiteY10" fmla="*/ 685800 h 1955800"/>
                <a:gd name="connsiteX11" fmla="*/ 1447800 w 1466850"/>
                <a:gd name="connsiteY11" fmla="*/ 1162050 h 1955800"/>
                <a:gd name="connsiteX12" fmla="*/ 1466850 w 1466850"/>
                <a:gd name="connsiteY12" fmla="*/ 1365250 h 1955800"/>
                <a:gd name="connsiteX13" fmla="*/ 1428750 w 1466850"/>
                <a:gd name="connsiteY13" fmla="*/ 1549400 h 1955800"/>
                <a:gd name="connsiteX14" fmla="*/ 1371600 w 1466850"/>
                <a:gd name="connsiteY14" fmla="*/ 1638300 h 1955800"/>
                <a:gd name="connsiteX15" fmla="*/ 1257300 w 1466850"/>
                <a:gd name="connsiteY15" fmla="*/ 1746250 h 1955800"/>
                <a:gd name="connsiteX16" fmla="*/ 1193800 w 1466850"/>
                <a:gd name="connsiteY16" fmla="*/ 1828800 h 1955800"/>
                <a:gd name="connsiteX17" fmla="*/ 1079500 w 1466850"/>
                <a:gd name="connsiteY17" fmla="*/ 1866900 h 1955800"/>
                <a:gd name="connsiteX18" fmla="*/ 984250 w 1466850"/>
                <a:gd name="connsiteY18" fmla="*/ 1885950 h 1955800"/>
                <a:gd name="connsiteX19" fmla="*/ 762000 w 1466850"/>
                <a:gd name="connsiteY19" fmla="*/ 1822450 h 1955800"/>
                <a:gd name="connsiteX20" fmla="*/ 641350 w 1466850"/>
                <a:gd name="connsiteY20" fmla="*/ 1936750 h 1955800"/>
                <a:gd name="connsiteX21" fmla="*/ 400050 w 1466850"/>
                <a:gd name="connsiteY21" fmla="*/ 1955800 h 195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66850" h="1955800">
                  <a:moveTo>
                    <a:pt x="0" y="19050"/>
                  </a:moveTo>
                  <a:lnTo>
                    <a:pt x="95250" y="31750"/>
                  </a:lnTo>
                  <a:lnTo>
                    <a:pt x="127000" y="0"/>
                  </a:lnTo>
                  <a:lnTo>
                    <a:pt x="273050" y="19050"/>
                  </a:lnTo>
                  <a:lnTo>
                    <a:pt x="393700" y="25400"/>
                  </a:lnTo>
                  <a:lnTo>
                    <a:pt x="508000" y="50800"/>
                  </a:lnTo>
                  <a:lnTo>
                    <a:pt x="565150" y="215900"/>
                  </a:lnTo>
                  <a:lnTo>
                    <a:pt x="952500" y="425450"/>
                  </a:lnTo>
                  <a:lnTo>
                    <a:pt x="1003300" y="762000"/>
                  </a:lnTo>
                  <a:lnTo>
                    <a:pt x="1200150" y="673100"/>
                  </a:lnTo>
                  <a:lnTo>
                    <a:pt x="1270000" y="685800"/>
                  </a:lnTo>
                  <a:lnTo>
                    <a:pt x="1447800" y="1162050"/>
                  </a:lnTo>
                  <a:lnTo>
                    <a:pt x="1466850" y="1365250"/>
                  </a:lnTo>
                  <a:lnTo>
                    <a:pt x="1428750" y="1549400"/>
                  </a:lnTo>
                  <a:lnTo>
                    <a:pt x="1371600" y="1638300"/>
                  </a:lnTo>
                  <a:lnTo>
                    <a:pt x="1257300" y="1746250"/>
                  </a:lnTo>
                  <a:lnTo>
                    <a:pt x="1193800" y="1828800"/>
                  </a:lnTo>
                  <a:lnTo>
                    <a:pt x="1079500" y="1866900"/>
                  </a:lnTo>
                  <a:lnTo>
                    <a:pt x="984250" y="1885950"/>
                  </a:lnTo>
                  <a:lnTo>
                    <a:pt x="762000" y="1822450"/>
                  </a:lnTo>
                  <a:lnTo>
                    <a:pt x="641350" y="1936750"/>
                  </a:lnTo>
                  <a:lnTo>
                    <a:pt x="400050" y="1955800"/>
                  </a:lnTo>
                </a:path>
              </a:pathLst>
            </a:custGeom>
            <a:noFill/>
            <a:ln w="22225" cap="rnd" cmpd="dbl" algn="ctr">
              <a:noFill/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224" name="Freeform: Shape 381">
              <a:extLst>
                <a:ext uri="{FF2B5EF4-FFF2-40B4-BE49-F238E27FC236}">
                  <a16:creationId xmlns:a16="http://schemas.microsoft.com/office/drawing/2014/main" xmlns="" id="{8A331F6C-CE7C-45EC-9750-14BDE8255134}"/>
                </a:ext>
              </a:extLst>
            </p:cNvPr>
            <p:cNvSpPr/>
            <p:nvPr/>
          </p:nvSpPr>
          <p:spPr>
            <a:xfrm>
              <a:off x="8837584" y="692581"/>
              <a:ext cx="300257" cy="1026893"/>
            </a:xfrm>
            <a:custGeom>
              <a:avLst/>
              <a:gdLst>
                <a:gd name="connsiteX0" fmla="*/ 0 w 393700"/>
                <a:gd name="connsiteY0" fmla="*/ 0 h 1282700"/>
                <a:gd name="connsiteX1" fmla="*/ 57150 w 393700"/>
                <a:gd name="connsiteY1" fmla="*/ 819150 h 1282700"/>
                <a:gd name="connsiteX2" fmla="*/ 393700 w 393700"/>
                <a:gd name="connsiteY2" fmla="*/ 1282700 h 128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3700" h="1282700">
                  <a:moveTo>
                    <a:pt x="0" y="0"/>
                  </a:moveTo>
                  <a:lnTo>
                    <a:pt x="57150" y="819150"/>
                  </a:lnTo>
                  <a:lnTo>
                    <a:pt x="393700" y="1282700"/>
                  </a:lnTo>
                </a:path>
              </a:pathLst>
            </a:custGeom>
            <a:noFill/>
            <a:ln w="22225" cap="rnd" cmpd="dbl" algn="ctr">
              <a:solidFill>
                <a:sysClr val="windowText" lastClr="000000">
                  <a:lumMod val="50000"/>
                  <a:lumOff val="50000"/>
                  <a:alpha val="57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xmlns="" id="{DDDCB217-609F-4739-AFC2-DA2529EDA4A8}"/>
                </a:ext>
              </a:extLst>
            </p:cNvPr>
            <p:cNvSpPr txBox="1"/>
            <p:nvPr/>
          </p:nvSpPr>
          <p:spPr>
            <a:xfrm>
              <a:off x="9406254" y="851932"/>
              <a:ext cx="1131067" cy="391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Bengaluru International Airport</a:t>
              </a:r>
              <a:endParaRPr kumimoji="0" lang="en-IN" sz="500" b="1" i="0" u="none" strike="noStrike" kern="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xmlns="" id="{0F5FD78A-C80B-46CE-B1F4-528B8A686FCE}"/>
                </a:ext>
              </a:extLst>
            </p:cNvPr>
            <p:cNvSpPr/>
            <p:nvPr/>
          </p:nvSpPr>
          <p:spPr>
            <a:xfrm rot="280192">
              <a:off x="10847629" y="3315154"/>
              <a:ext cx="673441" cy="20482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Old Airport Rd</a:t>
              </a: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xmlns="" id="{AFBDDF2D-E31F-4367-B167-E68E0A6AACBA}"/>
                </a:ext>
              </a:extLst>
            </p:cNvPr>
            <p:cNvSpPr/>
            <p:nvPr/>
          </p:nvSpPr>
          <p:spPr>
            <a:xfrm rot="19499335">
              <a:off x="10436563" y="2137443"/>
              <a:ext cx="688958" cy="20482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Old Madras Rd</a:t>
              </a: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xmlns="" id="{0CCF6D29-D199-46CA-9C14-DE8EFEB0EA87}"/>
                </a:ext>
              </a:extLst>
            </p:cNvPr>
            <p:cNvSpPr/>
            <p:nvPr/>
          </p:nvSpPr>
          <p:spPr>
            <a:xfrm rot="17547985">
              <a:off x="8871860" y="960956"/>
              <a:ext cx="1049730" cy="20482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Towards Hyderabad NH44</a:t>
              </a: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xmlns="" id="{49038FF5-AFED-4C7E-BF3B-89E780B92560}"/>
                </a:ext>
              </a:extLst>
            </p:cNvPr>
            <p:cNvSpPr/>
            <p:nvPr/>
          </p:nvSpPr>
          <p:spPr>
            <a:xfrm rot="15959839">
              <a:off x="8411435" y="888960"/>
              <a:ext cx="789819" cy="20482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Doddaballapur Rd</a:t>
              </a: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xmlns="" id="{45E9570C-9D77-4BAD-ABD5-2262EBFDA377}"/>
                </a:ext>
              </a:extLst>
            </p:cNvPr>
            <p:cNvSpPr/>
            <p:nvPr/>
          </p:nvSpPr>
          <p:spPr>
            <a:xfrm rot="3720091">
              <a:off x="9739102" y="4750050"/>
              <a:ext cx="512452" cy="20482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 w="0"/>
                  <a:solidFill>
                    <a:prstClr val="white">
                      <a:lumMod val="65000"/>
                    </a:prst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Hosur Rd</a:t>
              </a:r>
            </a:p>
          </p:txBody>
        </p:sp>
        <p:pic>
          <p:nvPicPr>
            <p:cNvPr id="231" name="Picture 8" descr="Arrow, compass, direction, gps, map, navigation, north icon">
              <a:extLst>
                <a:ext uri="{FF2B5EF4-FFF2-40B4-BE49-F238E27FC236}">
                  <a16:creationId xmlns:a16="http://schemas.microsoft.com/office/drawing/2014/main" xmlns="" id="{F93CCA99-713C-478E-BCE4-3EEA8F3AAB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2236" y="960726"/>
              <a:ext cx="325429" cy="3416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2" name="Picture 2" descr="Airport icon - Free download on Iconfinder">
              <a:extLst>
                <a:ext uri="{FF2B5EF4-FFF2-40B4-BE49-F238E27FC236}">
                  <a16:creationId xmlns:a16="http://schemas.microsoft.com/office/drawing/2014/main" xmlns="" id="{9C3EE33E-21FA-43CF-8DD7-2D1DC98FD5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13441" y="708321"/>
              <a:ext cx="158345" cy="166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3" name="Arc 232">
              <a:extLst>
                <a:ext uri="{FF2B5EF4-FFF2-40B4-BE49-F238E27FC236}">
                  <a16:creationId xmlns:a16="http://schemas.microsoft.com/office/drawing/2014/main" xmlns="" id="{B9A79B46-25FA-4A37-8AC7-8BEA0281BD97}"/>
                </a:ext>
              </a:extLst>
            </p:cNvPr>
            <p:cNvSpPr/>
            <p:nvPr/>
          </p:nvSpPr>
          <p:spPr>
            <a:xfrm rot="3936689">
              <a:off x="10525299" y="2462799"/>
              <a:ext cx="282793" cy="309126"/>
            </a:xfrm>
            <a:prstGeom prst="arc">
              <a:avLst>
                <a:gd name="adj1" fmla="val 15648975"/>
                <a:gd name="adj2" fmla="val 4464905"/>
              </a:avLst>
            </a:prstGeom>
            <a:ln w="12700" cap="rnd">
              <a:solidFill>
                <a:srgbClr val="7030A0"/>
              </a:solidFill>
              <a:prstDash val="solid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564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xmlns="" id="{FBD4B917-8A7F-4D8C-8C3C-F3CD0D3637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0728" y="2607166"/>
              <a:ext cx="393595" cy="140543"/>
            </a:xfrm>
            <a:prstGeom prst="line">
              <a:avLst/>
            </a:prstGeom>
            <a:ln w="12700" cap="rnd">
              <a:solidFill>
                <a:srgbClr val="7030A0"/>
              </a:solidFill>
              <a:prstDash val="solid"/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xmlns="" id="{2CB806D2-CA7F-4592-839B-E1DA1D9F180D}"/>
              </a:ext>
            </a:extLst>
          </p:cNvPr>
          <p:cNvSpPr txBox="1"/>
          <p:nvPr/>
        </p:nvSpPr>
        <p:spPr>
          <a:xfrm>
            <a:off x="10838111" y="4752265"/>
            <a:ext cx="813083" cy="107722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hlinkClick r:id="rId9"/>
              </a:rPr>
              <a:t>METRO WEBSITE LINK</a:t>
            </a:r>
            <a:endParaRPr kumimoji="0" lang="en-US" sz="700" b="1" i="1" u="none" strike="noStrike" kern="1200" cap="none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34" name="Picture 23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305" y="62015"/>
            <a:ext cx="1993662" cy="41144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BD00A-B77F-4C9F-ABDE-325AEFB65BD8}" type="slidenum">
              <a:rPr lang="en-US" smtClean="0"/>
              <a:t>6</a:t>
            </a:fld>
            <a:endParaRPr lang="en-US" dirty="0"/>
          </a:p>
        </p:txBody>
      </p:sp>
      <p:pic>
        <p:nvPicPr>
          <p:cNvPr id="237" name="Picture 23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723" y="49591"/>
            <a:ext cx="504622" cy="5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29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  <p:bldP spid="29" grpId="0"/>
      <p:bldP spid="30" grpId="0"/>
      <p:bldP spid="31" grpId="0"/>
      <p:bldP spid="32" grpId="0" animBg="1"/>
      <p:bldP spid="33" grpId="0" animBg="1"/>
      <p:bldP spid="34" grpId="0"/>
      <p:bldP spid="35" grpId="0" animBg="1"/>
      <p:bldP spid="38" grpId="0"/>
      <p:bldP spid="39" grpId="0" animBg="1"/>
      <p:bldP spid="40" grpId="0" animBg="1"/>
      <p:bldP spid="41" grpId="0" animBg="1"/>
      <p:bldP spid="43" grpId="0"/>
      <p:bldP spid="44" grpId="0"/>
      <p:bldP spid="148" grpId="0"/>
      <p:bldP spid="149" grpId="0"/>
      <p:bldP spid="150" grpId="0"/>
      <p:bldP spid="154" grpId="0"/>
      <p:bldP spid="155" grpId="0"/>
      <p:bldP spid="156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/>
      <p:bldP spid="163" grpId="0" animBg="1"/>
      <p:bldP spid="164" grpId="0"/>
      <p:bldP spid="165" grpId="0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/>
      <p:bldP spid="183" grpId="0"/>
      <p:bldP spid="184" grpId="0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/>
      <p:bldP spid="197" grpId="0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/>
      <p:bldP spid="210" grpId="0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/>
      <p:bldP spid="2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Freeform 4"/>
          <p:cNvSpPr/>
          <p:nvPr/>
        </p:nvSpPr>
        <p:spPr>
          <a:xfrm>
            <a:off x="5790828" y="550123"/>
            <a:ext cx="6130947" cy="6240971"/>
          </a:xfrm>
          <a:custGeom>
            <a:avLst/>
            <a:gdLst/>
            <a:ahLst/>
            <a:cxnLst/>
            <a:rect l="l" t="t" r="r" b="b"/>
            <a:pathLst>
              <a:path w="7034919" h="7026126">
                <a:moveTo>
                  <a:pt x="0" y="0"/>
                </a:moveTo>
                <a:lnTo>
                  <a:pt x="7034919" y="0"/>
                </a:lnTo>
                <a:lnTo>
                  <a:pt x="7034919" y="7026126"/>
                </a:lnTo>
                <a:lnTo>
                  <a:pt x="0" y="70261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13" name="Picture 2" descr="Bengaluru Logo | Bangalore Logo | Bengaluru Logo Meanin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14387" cy="47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" name="TextBox 113"/>
          <p:cNvSpPr txBox="1"/>
          <p:nvPr/>
        </p:nvSpPr>
        <p:spPr>
          <a:xfrm>
            <a:off x="1614387" y="89849"/>
            <a:ext cx="2900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300" dirty="0">
                <a:latin typeface="Garamond" panose="02020404030301010803" pitchFamily="18" charset="0"/>
              </a:rPr>
              <a:t>Road Connectivity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1673" y="769856"/>
            <a:ext cx="2663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KEY ROADS </a:t>
            </a:r>
            <a:r>
              <a:rPr lang="en-US" b="1" dirty="0"/>
              <a:t>: </a:t>
            </a:r>
          </a:p>
        </p:txBody>
      </p:sp>
      <p:pic>
        <p:nvPicPr>
          <p:cNvPr id="1028" name="Picture 4" descr="Highway Icon"/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0" b="14757"/>
          <a:stretch/>
        </p:blipFill>
        <p:spPr bwMode="auto">
          <a:xfrm>
            <a:off x="71204" y="684179"/>
            <a:ext cx="496809" cy="494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" name="TextBox 121"/>
          <p:cNvSpPr txBox="1"/>
          <p:nvPr/>
        </p:nvSpPr>
        <p:spPr>
          <a:xfrm>
            <a:off x="571673" y="1264621"/>
            <a:ext cx="559443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8 Major Roads in Bangalore : Old Madras Road, Old Airport Road, Sarjapura Rd, Hosur Rd, Kanakpura Rd, Mysore Rd, Magadi Rd, Tumkur Rd &amp; Doddaballapur Rd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1" dirty="0"/>
              <a:t>NH44  :</a:t>
            </a:r>
            <a:r>
              <a:rPr lang="en-US" sz="1600" i="1" dirty="0"/>
              <a:t> </a:t>
            </a:r>
            <a:r>
              <a:rPr lang="en-US" sz="1200" i="1" dirty="0"/>
              <a:t>Connects Bangalore to Hyderabad</a:t>
            </a:r>
            <a:endParaRPr lang="en-US" sz="1600" i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1" dirty="0"/>
              <a:t>NH 75 :  Connects to Chennai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1" dirty="0"/>
              <a:t>NH 7 : Connects to Salem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1" dirty="0"/>
              <a:t>Tumkur Road : Connects to Pune &amp; Mumbai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Peripheral Ring Road : 73 kms (Under Construction)</a:t>
            </a:r>
          </a:p>
          <a:p>
            <a:pPr>
              <a:lnSpc>
                <a:spcPct val="150000"/>
              </a:lnSpc>
            </a:pPr>
            <a:endParaRPr lang="en-US" sz="1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Satellite Town Ring Road : 280.8 kms  (Under Construction)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      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</a:rPr>
              <a:t>Connecting key highways at Key satellite Towns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NICE : Nandi Infrastructure Corridor Enterprises Road : 9 kms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      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</a:rPr>
              <a:t>Initially intended to connect Bangalore to Mysore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b="1" dirty="0"/>
          </a:p>
        </p:txBody>
      </p:sp>
      <p:sp>
        <p:nvSpPr>
          <p:cNvPr id="2" name="TextBox 1"/>
          <p:cNvSpPr txBox="1"/>
          <p:nvPr/>
        </p:nvSpPr>
        <p:spPr>
          <a:xfrm rot="18540171">
            <a:off x="5646609" y="1433721"/>
            <a:ext cx="4040712" cy="2530271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3608026"/>
              </a:avLst>
            </a:prstTxWarp>
            <a:spAutoFit/>
          </a:bodyPr>
          <a:lstStyle/>
          <a:p>
            <a:r>
              <a:rPr lang="en-US" sz="1100" spc="300" dirty="0"/>
              <a:t>Satellite Town Ring Road (STRR)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880683" y="596241"/>
            <a:ext cx="6295175" cy="6339517"/>
            <a:chOff x="5880683" y="596241"/>
            <a:chExt cx="6295175" cy="6339517"/>
          </a:xfrm>
        </p:grpSpPr>
        <p:grpSp>
          <p:nvGrpSpPr>
            <p:cNvPr id="116" name="Group 115"/>
            <p:cNvGrpSpPr/>
            <p:nvPr/>
          </p:nvGrpSpPr>
          <p:grpSpPr>
            <a:xfrm>
              <a:off x="5918145" y="614835"/>
              <a:ext cx="6257713" cy="6320923"/>
              <a:chOff x="5918145" y="614835"/>
              <a:chExt cx="6257713" cy="6320923"/>
            </a:xfrm>
          </p:grpSpPr>
          <p:sp>
            <p:nvSpPr>
              <p:cNvPr id="7" name="Freeform: Shape 364">
                <a:extLst>
                  <a:ext uri="{FF2B5EF4-FFF2-40B4-BE49-F238E27FC236}">
                    <a16:creationId xmlns:a16="http://schemas.microsoft.com/office/drawing/2014/main" xmlns="" id="{604405D4-5311-4675-A6D1-0E57F3172EAB}"/>
                  </a:ext>
                </a:extLst>
              </p:cNvPr>
              <p:cNvSpPr/>
              <p:nvPr/>
            </p:nvSpPr>
            <p:spPr>
              <a:xfrm>
                <a:off x="9630579" y="4692772"/>
                <a:ext cx="430699" cy="129175"/>
              </a:xfrm>
              <a:custGeom>
                <a:avLst/>
                <a:gdLst>
                  <a:gd name="connsiteX0" fmla="*/ 466725 w 466725"/>
                  <a:gd name="connsiteY0" fmla="*/ 41275 h 133350"/>
                  <a:gd name="connsiteX1" fmla="*/ 323850 w 466725"/>
                  <a:gd name="connsiteY1" fmla="*/ 0 h 133350"/>
                  <a:gd name="connsiteX2" fmla="*/ 212725 w 466725"/>
                  <a:gd name="connsiteY2" fmla="*/ 111125 h 133350"/>
                  <a:gd name="connsiteX3" fmla="*/ 0 w 466725"/>
                  <a:gd name="connsiteY3" fmla="*/ 133350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6725" h="133350">
                    <a:moveTo>
                      <a:pt x="466725" y="41275"/>
                    </a:moveTo>
                    <a:lnTo>
                      <a:pt x="323850" y="0"/>
                    </a:lnTo>
                    <a:lnTo>
                      <a:pt x="212725" y="111125"/>
                    </a:lnTo>
                    <a:lnTo>
                      <a:pt x="0" y="133350"/>
                    </a:lnTo>
                  </a:path>
                </a:pathLst>
              </a:custGeom>
              <a:noFill/>
              <a:ln w="22225" cap="rnd" cmpd="dbl" algn="ctr">
                <a:solidFill>
                  <a:sysClr val="windowText" lastClr="000000">
                    <a:lumMod val="50000"/>
                    <a:lumOff val="50000"/>
                    <a:alpha val="57000"/>
                  </a:sysClr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8" name="Freeform: Shape 365">
                <a:extLst>
                  <a:ext uri="{FF2B5EF4-FFF2-40B4-BE49-F238E27FC236}">
                    <a16:creationId xmlns:a16="http://schemas.microsoft.com/office/drawing/2014/main" xmlns="" id="{1A78CC18-62C6-4A5D-9FB1-C321B6BCA805}"/>
                  </a:ext>
                </a:extLst>
              </p:cNvPr>
              <p:cNvSpPr/>
              <p:nvPr/>
            </p:nvSpPr>
            <p:spPr>
              <a:xfrm>
                <a:off x="8798482" y="3336435"/>
                <a:ext cx="820377" cy="1168725"/>
              </a:xfrm>
              <a:custGeom>
                <a:avLst/>
                <a:gdLst>
                  <a:gd name="connsiteX0" fmla="*/ 31750 w 889000"/>
                  <a:gd name="connsiteY0" fmla="*/ 88900 h 1206500"/>
                  <a:gd name="connsiteX1" fmla="*/ 120650 w 889000"/>
                  <a:gd name="connsiteY1" fmla="*/ 76200 h 1206500"/>
                  <a:gd name="connsiteX2" fmla="*/ 203200 w 889000"/>
                  <a:gd name="connsiteY2" fmla="*/ 0 h 1206500"/>
                  <a:gd name="connsiteX3" fmla="*/ 444500 w 889000"/>
                  <a:gd name="connsiteY3" fmla="*/ 12700 h 1206500"/>
                  <a:gd name="connsiteX4" fmla="*/ 552450 w 889000"/>
                  <a:gd name="connsiteY4" fmla="*/ 330200 h 1206500"/>
                  <a:gd name="connsiteX5" fmla="*/ 704850 w 889000"/>
                  <a:gd name="connsiteY5" fmla="*/ 330200 h 1206500"/>
                  <a:gd name="connsiteX6" fmla="*/ 889000 w 889000"/>
                  <a:gd name="connsiteY6" fmla="*/ 406400 h 1206500"/>
                  <a:gd name="connsiteX7" fmla="*/ 876300 w 889000"/>
                  <a:gd name="connsiteY7" fmla="*/ 692150 h 1206500"/>
                  <a:gd name="connsiteX8" fmla="*/ 679450 w 889000"/>
                  <a:gd name="connsiteY8" fmla="*/ 774700 h 1206500"/>
                  <a:gd name="connsiteX9" fmla="*/ 673100 w 889000"/>
                  <a:gd name="connsiteY9" fmla="*/ 984250 h 1206500"/>
                  <a:gd name="connsiteX10" fmla="*/ 628650 w 889000"/>
                  <a:gd name="connsiteY10" fmla="*/ 1187450 h 1206500"/>
                  <a:gd name="connsiteX11" fmla="*/ 539750 w 889000"/>
                  <a:gd name="connsiteY11" fmla="*/ 1206500 h 1206500"/>
                  <a:gd name="connsiteX12" fmla="*/ 552450 w 889000"/>
                  <a:gd name="connsiteY12" fmla="*/ 1054100 h 1206500"/>
                  <a:gd name="connsiteX13" fmla="*/ 393700 w 889000"/>
                  <a:gd name="connsiteY13" fmla="*/ 914400 h 1206500"/>
                  <a:gd name="connsiteX14" fmla="*/ 285750 w 889000"/>
                  <a:gd name="connsiteY14" fmla="*/ 920750 h 1206500"/>
                  <a:gd name="connsiteX15" fmla="*/ 101600 w 889000"/>
                  <a:gd name="connsiteY15" fmla="*/ 844550 h 1206500"/>
                  <a:gd name="connsiteX16" fmla="*/ 133350 w 889000"/>
                  <a:gd name="connsiteY16" fmla="*/ 660400 h 1206500"/>
                  <a:gd name="connsiteX17" fmla="*/ 133350 w 889000"/>
                  <a:gd name="connsiteY17" fmla="*/ 520700 h 1206500"/>
                  <a:gd name="connsiteX18" fmla="*/ 0 w 889000"/>
                  <a:gd name="connsiteY18" fmla="*/ 431800 h 1206500"/>
                  <a:gd name="connsiteX19" fmla="*/ 6350 w 889000"/>
                  <a:gd name="connsiteY19" fmla="*/ 234950 h 1206500"/>
                  <a:gd name="connsiteX20" fmla="*/ 31750 w 889000"/>
                  <a:gd name="connsiteY20" fmla="*/ 88900 h 1206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89000" h="1206500">
                    <a:moveTo>
                      <a:pt x="31750" y="88900"/>
                    </a:moveTo>
                    <a:lnTo>
                      <a:pt x="120650" y="76200"/>
                    </a:lnTo>
                    <a:lnTo>
                      <a:pt x="203200" y="0"/>
                    </a:lnTo>
                    <a:lnTo>
                      <a:pt x="444500" y="12700"/>
                    </a:lnTo>
                    <a:lnTo>
                      <a:pt x="552450" y="330200"/>
                    </a:lnTo>
                    <a:lnTo>
                      <a:pt x="704850" y="330200"/>
                    </a:lnTo>
                    <a:lnTo>
                      <a:pt x="889000" y="406400"/>
                    </a:lnTo>
                    <a:lnTo>
                      <a:pt x="876300" y="692150"/>
                    </a:lnTo>
                    <a:lnTo>
                      <a:pt x="679450" y="774700"/>
                    </a:lnTo>
                    <a:lnTo>
                      <a:pt x="673100" y="984250"/>
                    </a:lnTo>
                    <a:lnTo>
                      <a:pt x="628650" y="1187450"/>
                    </a:lnTo>
                    <a:lnTo>
                      <a:pt x="539750" y="1206500"/>
                    </a:lnTo>
                    <a:lnTo>
                      <a:pt x="552450" y="1054100"/>
                    </a:lnTo>
                    <a:lnTo>
                      <a:pt x="393700" y="914400"/>
                    </a:lnTo>
                    <a:lnTo>
                      <a:pt x="285750" y="920750"/>
                    </a:lnTo>
                    <a:lnTo>
                      <a:pt x="101600" y="844550"/>
                    </a:lnTo>
                    <a:lnTo>
                      <a:pt x="133350" y="660400"/>
                    </a:lnTo>
                    <a:lnTo>
                      <a:pt x="133350" y="520700"/>
                    </a:lnTo>
                    <a:lnTo>
                      <a:pt x="0" y="431800"/>
                    </a:lnTo>
                    <a:lnTo>
                      <a:pt x="6350" y="234950"/>
                    </a:lnTo>
                    <a:lnTo>
                      <a:pt x="31750" y="88900"/>
                    </a:lnTo>
                    <a:close/>
                  </a:path>
                </a:pathLst>
              </a:custGeom>
              <a:solidFill>
                <a:srgbClr val="4472C4"/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9" name="Freeform: Shape 366">
                <a:extLst>
                  <a:ext uri="{FF2B5EF4-FFF2-40B4-BE49-F238E27FC236}">
                    <a16:creationId xmlns:a16="http://schemas.microsoft.com/office/drawing/2014/main" xmlns="" id="{8DA261D7-33F4-4C92-8A19-DF350B40DD3D}"/>
                  </a:ext>
                </a:extLst>
              </p:cNvPr>
              <p:cNvSpPr/>
              <p:nvPr/>
            </p:nvSpPr>
            <p:spPr>
              <a:xfrm>
                <a:off x="7534223" y="1817090"/>
                <a:ext cx="2395208" cy="2269789"/>
              </a:xfrm>
              <a:custGeom>
                <a:avLst/>
                <a:gdLst>
                  <a:gd name="connsiteX0" fmla="*/ 1076325 w 2595562"/>
                  <a:gd name="connsiteY0" fmla="*/ 600075 h 2343150"/>
                  <a:gd name="connsiteX1" fmla="*/ 1166812 w 2595562"/>
                  <a:gd name="connsiteY1" fmla="*/ 619125 h 2343150"/>
                  <a:gd name="connsiteX2" fmla="*/ 1243012 w 2595562"/>
                  <a:gd name="connsiteY2" fmla="*/ 628650 h 2343150"/>
                  <a:gd name="connsiteX3" fmla="*/ 1290637 w 2595562"/>
                  <a:gd name="connsiteY3" fmla="*/ 547688 h 2343150"/>
                  <a:gd name="connsiteX4" fmla="*/ 1319212 w 2595562"/>
                  <a:gd name="connsiteY4" fmla="*/ 490538 h 2343150"/>
                  <a:gd name="connsiteX5" fmla="*/ 1319212 w 2595562"/>
                  <a:gd name="connsiteY5" fmla="*/ 433388 h 2343150"/>
                  <a:gd name="connsiteX6" fmla="*/ 1352550 w 2595562"/>
                  <a:gd name="connsiteY6" fmla="*/ 333375 h 2343150"/>
                  <a:gd name="connsiteX7" fmla="*/ 1366837 w 2595562"/>
                  <a:gd name="connsiteY7" fmla="*/ 247650 h 2343150"/>
                  <a:gd name="connsiteX8" fmla="*/ 1423987 w 2595562"/>
                  <a:gd name="connsiteY8" fmla="*/ 257175 h 2343150"/>
                  <a:gd name="connsiteX9" fmla="*/ 1452562 w 2595562"/>
                  <a:gd name="connsiteY9" fmla="*/ 185738 h 2343150"/>
                  <a:gd name="connsiteX10" fmla="*/ 1462087 w 2595562"/>
                  <a:gd name="connsiteY10" fmla="*/ 133350 h 2343150"/>
                  <a:gd name="connsiteX11" fmla="*/ 1462087 w 2595562"/>
                  <a:gd name="connsiteY11" fmla="*/ 100013 h 2343150"/>
                  <a:gd name="connsiteX12" fmla="*/ 1490662 w 2595562"/>
                  <a:gd name="connsiteY12" fmla="*/ 85725 h 2343150"/>
                  <a:gd name="connsiteX13" fmla="*/ 1495425 w 2595562"/>
                  <a:gd name="connsiteY13" fmla="*/ 14288 h 2343150"/>
                  <a:gd name="connsiteX14" fmla="*/ 1562100 w 2595562"/>
                  <a:gd name="connsiteY14" fmla="*/ 0 h 2343150"/>
                  <a:gd name="connsiteX15" fmla="*/ 1614487 w 2595562"/>
                  <a:gd name="connsiteY15" fmla="*/ 23813 h 2343150"/>
                  <a:gd name="connsiteX16" fmla="*/ 1643062 w 2595562"/>
                  <a:gd name="connsiteY16" fmla="*/ 133350 h 2343150"/>
                  <a:gd name="connsiteX17" fmla="*/ 1704975 w 2595562"/>
                  <a:gd name="connsiteY17" fmla="*/ 138113 h 2343150"/>
                  <a:gd name="connsiteX18" fmla="*/ 1804987 w 2595562"/>
                  <a:gd name="connsiteY18" fmla="*/ 138113 h 2343150"/>
                  <a:gd name="connsiteX19" fmla="*/ 1866900 w 2595562"/>
                  <a:gd name="connsiteY19" fmla="*/ 152400 h 2343150"/>
                  <a:gd name="connsiteX20" fmla="*/ 1914525 w 2595562"/>
                  <a:gd name="connsiteY20" fmla="*/ 119063 h 2343150"/>
                  <a:gd name="connsiteX21" fmla="*/ 2043112 w 2595562"/>
                  <a:gd name="connsiteY21" fmla="*/ 133350 h 2343150"/>
                  <a:gd name="connsiteX22" fmla="*/ 2085975 w 2595562"/>
                  <a:gd name="connsiteY22" fmla="*/ 166688 h 2343150"/>
                  <a:gd name="connsiteX23" fmla="*/ 2171700 w 2595562"/>
                  <a:gd name="connsiteY23" fmla="*/ 161925 h 2343150"/>
                  <a:gd name="connsiteX24" fmla="*/ 2305050 w 2595562"/>
                  <a:gd name="connsiteY24" fmla="*/ 228600 h 2343150"/>
                  <a:gd name="connsiteX25" fmla="*/ 2428875 w 2595562"/>
                  <a:gd name="connsiteY25" fmla="*/ 404813 h 2343150"/>
                  <a:gd name="connsiteX26" fmla="*/ 2390775 w 2595562"/>
                  <a:gd name="connsiteY26" fmla="*/ 509588 h 2343150"/>
                  <a:gd name="connsiteX27" fmla="*/ 2447925 w 2595562"/>
                  <a:gd name="connsiteY27" fmla="*/ 538163 h 2343150"/>
                  <a:gd name="connsiteX28" fmla="*/ 2595562 w 2595562"/>
                  <a:gd name="connsiteY28" fmla="*/ 538163 h 2343150"/>
                  <a:gd name="connsiteX29" fmla="*/ 2495550 w 2595562"/>
                  <a:gd name="connsiteY29" fmla="*/ 785813 h 2343150"/>
                  <a:gd name="connsiteX30" fmla="*/ 2543175 w 2595562"/>
                  <a:gd name="connsiteY30" fmla="*/ 819150 h 2343150"/>
                  <a:gd name="connsiteX31" fmla="*/ 2524125 w 2595562"/>
                  <a:gd name="connsiteY31" fmla="*/ 871538 h 2343150"/>
                  <a:gd name="connsiteX32" fmla="*/ 2481262 w 2595562"/>
                  <a:gd name="connsiteY32" fmla="*/ 928688 h 2343150"/>
                  <a:gd name="connsiteX33" fmla="*/ 2443162 w 2595562"/>
                  <a:gd name="connsiteY33" fmla="*/ 962025 h 2343150"/>
                  <a:gd name="connsiteX34" fmla="*/ 2457450 w 2595562"/>
                  <a:gd name="connsiteY34" fmla="*/ 1023938 h 2343150"/>
                  <a:gd name="connsiteX35" fmla="*/ 2419350 w 2595562"/>
                  <a:gd name="connsiteY35" fmla="*/ 1462088 h 2343150"/>
                  <a:gd name="connsiteX36" fmla="*/ 2319337 w 2595562"/>
                  <a:gd name="connsiteY36" fmla="*/ 1471613 h 2343150"/>
                  <a:gd name="connsiteX37" fmla="*/ 2286000 w 2595562"/>
                  <a:gd name="connsiteY37" fmla="*/ 1419225 h 2343150"/>
                  <a:gd name="connsiteX38" fmla="*/ 2219325 w 2595562"/>
                  <a:gd name="connsiteY38" fmla="*/ 1514475 h 2343150"/>
                  <a:gd name="connsiteX39" fmla="*/ 2152650 w 2595562"/>
                  <a:gd name="connsiteY39" fmla="*/ 1476375 h 2343150"/>
                  <a:gd name="connsiteX40" fmla="*/ 2062162 w 2595562"/>
                  <a:gd name="connsiteY40" fmla="*/ 1462088 h 2343150"/>
                  <a:gd name="connsiteX41" fmla="*/ 2028825 w 2595562"/>
                  <a:gd name="connsiteY41" fmla="*/ 1524000 h 2343150"/>
                  <a:gd name="connsiteX42" fmla="*/ 1981200 w 2595562"/>
                  <a:gd name="connsiteY42" fmla="*/ 1476375 h 2343150"/>
                  <a:gd name="connsiteX43" fmla="*/ 1733550 w 2595562"/>
                  <a:gd name="connsiteY43" fmla="*/ 1481138 h 2343150"/>
                  <a:gd name="connsiteX44" fmla="*/ 1724025 w 2595562"/>
                  <a:gd name="connsiteY44" fmla="*/ 1447800 h 2343150"/>
                  <a:gd name="connsiteX45" fmla="*/ 1681162 w 2595562"/>
                  <a:gd name="connsiteY45" fmla="*/ 1447800 h 2343150"/>
                  <a:gd name="connsiteX46" fmla="*/ 1600200 w 2595562"/>
                  <a:gd name="connsiteY46" fmla="*/ 1381125 h 2343150"/>
                  <a:gd name="connsiteX47" fmla="*/ 1376362 w 2595562"/>
                  <a:gd name="connsiteY47" fmla="*/ 1395413 h 2343150"/>
                  <a:gd name="connsiteX48" fmla="*/ 1304925 w 2595562"/>
                  <a:gd name="connsiteY48" fmla="*/ 1495425 h 2343150"/>
                  <a:gd name="connsiteX49" fmla="*/ 1233487 w 2595562"/>
                  <a:gd name="connsiteY49" fmla="*/ 1452563 h 2343150"/>
                  <a:gd name="connsiteX50" fmla="*/ 1062037 w 2595562"/>
                  <a:gd name="connsiteY50" fmla="*/ 1504950 h 2343150"/>
                  <a:gd name="connsiteX51" fmla="*/ 1195387 w 2595562"/>
                  <a:gd name="connsiteY51" fmla="*/ 1752600 h 2343150"/>
                  <a:gd name="connsiteX52" fmla="*/ 1238250 w 2595562"/>
                  <a:gd name="connsiteY52" fmla="*/ 1866900 h 2343150"/>
                  <a:gd name="connsiteX53" fmla="*/ 1195387 w 2595562"/>
                  <a:gd name="connsiteY53" fmla="*/ 1766888 h 2343150"/>
                  <a:gd name="connsiteX54" fmla="*/ 1033462 w 2595562"/>
                  <a:gd name="connsiteY54" fmla="*/ 1676400 h 2343150"/>
                  <a:gd name="connsiteX55" fmla="*/ 971550 w 2595562"/>
                  <a:gd name="connsiteY55" fmla="*/ 1728788 h 2343150"/>
                  <a:gd name="connsiteX56" fmla="*/ 890587 w 2595562"/>
                  <a:gd name="connsiteY56" fmla="*/ 1714500 h 2343150"/>
                  <a:gd name="connsiteX57" fmla="*/ 852487 w 2595562"/>
                  <a:gd name="connsiteY57" fmla="*/ 1781175 h 2343150"/>
                  <a:gd name="connsiteX58" fmla="*/ 814387 w 2595562"/>
                  <a:gd name="connsiteY58" fmla="*/ 1785938 h 2343150"/>
                  <a:gd name="connsiteX59" fmla="*/ 771525 w 2595562"/>
                  <a:gd name="connsiteY59" fmla="*/ 1824038 h 2343150"/>
                  <a:gd name="connsiteX60" fmla="*/ 771525 w 2595562"/>
                  <a:gd name="connsiteY60" fmla="*/ 1905000 h 2343150"/>
                  <a:gd name="connsiteX61" fmla="*/ 714375 w 2595562"/>
                  <a:gd name="connsiteY61" fmla="*/ 1909763 h 2343150"/>
                  <a:gd name="connsiteX62" fmla="*/ 714375 w 2595562"/>
                  <a:gd name="connsiteY62" fmla="*/ 1947863 h 2343150"/>
                  <a:gd name="connsiteX63" fmla="*/ 685800 w 2595562"/>
                  <a:gd name="connsiteY63" fmla="*/ 1966913 h 2343150"/>
                  <a:gd name="connsiteX64" fmla="*/ 719137 w 2595562"/>
                  <a:gd name="connsiteY64" fmla="*/ 2057400 h 2343150"/>
                  <a:gd name="connsiteX65" fmla="*/ 700087 w 2595562"/>
                  <a:gd name="connsiteY65" fmla="*/ 2066925 h 2343150"/>
                  <a:gd name="connsiteX66" fmla="*/ 719137 w 2595562"/>
                  <a:gd name="connsiteY66" fmla="*/ 2109788 h 2343150"/>
                  <a:gd name="connsiteX67" fmla="*/ 709612 w 2595562"/>
                  <a:gd name="connsiteY67" fmla="*/ 2128838 h 2343150"/>
                  <a:gd name="connsiteX68" fmla="*/ 657225 w 2595562"/>
                  <a:gd name="connsiteY68" fmla="*/ 2100263 h 2343150"/>
                  <a:gd name="connsiteX69" fmla="*/ 600075 w 2595562"/>
                  <a:gd name="connsiteY69" fmla="*/ 2128838 h 2343150"/>
                  <a:gd name="connsiteX70" fmla="*/ 542925 w 2595562"/>
                  <a:gd name="connsiteY70" fmla="*/ 2114550 h 2343150"/>
                  <a:gd name="connsiteX71" fmla="*/ 504825 w 2595562"/>
                  <a:gd name="connsiteY71" fmla="*/ 2176463 h 2343150"/>
                  <a:gd name="connsiteX72" fmla="*/ 528637 w 2595562"/>
                  <a:gd name="connsiteY72" fmla="*/ 2243138 h 2343150"/>
                  <a:gd name="connsiteX73" fmla="*/ 481012 w 2595562"/>
                  <a:gd name="connsiteY73" fmla="*/ 2252663 h 2343150"/>
                  <a:gd name="connsiteX74" fmla="*/ 442912 w 2595562"/>
                  <a:gd name="connsiteY74" fmla="*/ 2252663 h 2343150"/>
                  <a:gd name="connsiteX75" fmla="*/ 404812 w 2595562"/>
                  <a:gd name="connsiteY75" fmla="*/ 2262188 h 2343150"/>
                  <a:gd name="connsiteX76" fmla="*/ 447675 w 2595562"/>
                  <a:gd name="connsiteY76" fmla="*/ 2214563 h 2343150"/>
                  <a:gd name="connsiteX77" fmla="*/ 461962 w 2595562"/>
                  <a:gd name="connsiteY77" fmla="*/ 2143125 h 2343150"/>
                  <a:gd name="connsiteX78" fmla="*/ 342900 w 2595562"/>
                  <a:gd name="connsiteY78" fmla="*/ 2085975 h 2343150"/>
                  <a:gd name="connsiteX79" fmla="*/ 261937 w 2595562"/>
                  <a:gd name="connsiteY79" fmla="*/ 2133600 h 2343150"/>
                  <a:gd name="connsiteX80" fmla="*/ 180975 w 2595562"/>
                  <a:gd name="connsiteY80" fmla="*/ 2133600 h 2343150"/>
                  <a:gd name="connsiteX81" fmla="*/ 128587 w 2595562"/>
                  <a:gd name="connsiteY81" fmla="*/ 2214563 h 2343150"/>
                  <a:gd name="connsiteX82" fmla="*/ 142875 w 2595562"/>
                  <a:gd name="connsiteY82" fmla="*/ 2286000 h 2343150"/>
                  <a:gd name="connsiteX83" fmla="*/ 61912 w 2595562"/>
                  <a:gd name="connsiteY83" fmla="*/ 2343150 h 2343150"/>
                  <a:gd name="connsiteX84" fmla="*/ 0 w 2595562"/>
                  <a:gd name="connsiteY84" fmla="*/ 2286000 h 2343150"/>
                  <a:gd name="connsiteX85" fmla="*/ 28575 w 2595562"/>
                  <a:gd name="connsiteY85" fmla="*/ 2205038 h 2343150"/>
                  <a:gd name="connsiteX86" fmla="*/ 33337 w 2595562"/>
                  <a:gd name="connsiteY86" fmla="*/ 2162175 h 2343150"/>
                  <a:gd name="connsiteX87" fmla="*/ 76200 w 2595562"/>
                  <a:gd name="connsiteY87" fmla="*/ 2105025 h 2343150"/>
                  <a:gd name="connsiteX88" fmla="*/ 85725 w 2595562"/>
                  <a:gd name="connsiteY88" fmla="*/ 1995488 h 2343150"/>
                  <a:gd name="connsiteX89" fmla="*/ 47625 w 2595562"/>
                  <a:gd name="connsiteY89" fmla="*/ 1976438 h 2343150"/>
                  <a:gd name="connsiteX90" fmla="*/ 138112 w 2595562"/>
                  <a:gd name="connsiteY90" fmla="*/ 1819275 h 2343150"/>
                  <a:gd name="connsiteX91" fmla="*/ 152400 w 2595562"/>
                  <a:gd name="connsiteY91" fmla="*/ 1657350 h 2343150"/>
                  <a:gd name="connsiteX92" fmla="*/ 109537 w 2595562"/>
                  <a:gd name="connsiteY92" fmla="*/ 1643063 h 2343150"/>
                  <a:gd name="connsiteX93" fmla="*/ 180975 w 2595562"/>
                  <a:gd name="connsiteY93" fmla="*/ 1495425 h 2343150"/>
                  <a:gd name="connsiteX94" fmla="*/ 142875 w 2595562"/>
                  <a:gd name="connsiteY94" fmla="*/ 1443038 h 2343150"/>
                  <a:gd name="connsiteX95" fmla="*/ 147637 w 2595562"/>
                  <a:gd name="connsiteY95" fmla="*/ 1381125 h 2343150"/>
                  <a:gd name="connsiteX96" fmla="*/ 290512 w 2595562"/>
                  <a:gd name="connsiteY96" fmla="*/ 1433513 h 2343150"/>
                  <a:gd name="connsiteX97" fmla="*/ 328612 w 2595562"/>
                  <a:gd name="connsiteY97" fmla="*/ 1414463 h 2343150"/>
                  <a:gd name="connsiteX98" fmla="*/ 328612 w 2595562"/>
                  <a:gd name="connsiteY98" fmla="*/ 1300163 h 2343150"/>
                  <a:gd name="connsiteX99" fmla="*/ 314325 w 2595562"/>
                  <a:gd name="connsiteY99" fmla="*/ 1228725 h 2343150"/>
                  <a:gd name="connsiteX100" fmla="*/ 347662 w 2595562"/>
                  <a:gd name="connsiteY100" fmla="*/ 1166813 h 2343150"/>
                  <a:gd name="connsiteX101" fmla="*/ 338137 w 2595562"/>
                  <a:gd name="connsiteY101" fmla="*/ 1033463 h 2343150"/>
                  <a:gd name="connsiteX102" fmla="*/ 414337 w 2595562"/>
                  <a:gd name="connsiteY102" fmla="*/ 1033463 h 2343150"/>
                  <a:gd name="connsiteX103" fmla="*/ 447675 w 2595562"/>
                  <a:gd name="connsiteY103" fmla="*/ 1047750 h 2343150"/>
                  <a:gd name="connsiteX104" fmla="*/ 552450 w 2595562"/>
                  <a:gd name="connsiteY104" fmla="*/ 952500 h 2343150"/>
                  <a:gd name="connsiteX105" fmla="*/ 695325 w 2595562"/>
                  <a:gd name="connsiteY105" fmla="*/ 1023938 h 2343150"/>
                  <a:gd name="connsiteX106" fmla="*/ 709612 w 2595562"/>
                  <a:gd name="connsiteY106" fmla="*/ 928688 h 2343150"/>
                  <a:gd name="connsiteX107" fmla="*/ 766762 w 2595562"/>
                  <a:gd name="connsiteY107" fmla="*/ 909638 h 2343150"/>
                  <a:gd name="connsiteX108" fmla="*/ 809625 w 2595562"/>
                  <a:gd name="connsiteY108" fmla="*/ 866775 h 2343150"/>
                  <a:gd name="connsiteX109" fmla="*/ 862012 w 2595562"/>
                  <a:gd name="connsiteY109" fmla="*/ 890588 h 2343150"/>
                  <a:gd name="connsiteX110" fmla="*/ 914400 w 2595562"/>
                  <a:gd name="connsiteY110" fmla="*/ 866775 h 2343150"/>
                  <a:gd name="connsiteX111" fmla="*/ 985837 w 2595562"/>
                  <a:gd name="connsiteY111" fmla="*/ 881063 h 2343150"/>
                  <a:gd name="connsiteX112" fmla="*/ 1076325 w 2595562"/>
                  <a:gd name="connsiteY112" fmla="*/ 600075 h 2343150"/>
                  <a:gd name="connsiteX0" fmla="*/ 1076325 w 2595562"/>
                  <a:gd name="connsiteY0" fmla="*/ 600075 h 2343150"/>
                  <a:gd name="connsiteX1" fmla="*/ 1166812 w 2595562"/>
                  <a:gd name="connsiteY1" fmla="*/ 619125 h 2343150"/>
                  <a:gd name="connsiteX2" fmla="*/ 1243012 w 2595562"/>
                  <a:gd name="connsiteY2" fmla="*/ 628650 h 2343150"/>
                  <a:gd name="connsiteX3" fmla="*/ 1290637 w 2595562"/>
                  <a:gd name="connsiteY3" fmla="*/ 547688 h 2343150"/>
                  <a:gd name="connsiteX4" fmla="*/ 1319212 w 2595562"/>
                  <a:gd name="connsiteY4" fmla="*/ 490538 h 2343150"/>
                  <a:gd name="connsiteX5" fmla="*/ 1319212 w 2595562"/>
                  <a:gd name="connsiteY5" fmla="*/ 433388 h 2343150"/>
                  <a:gd name="connsiteX6" fmla="*/ 1352550 w 2595562"/>
                  <a:gd name="connsiteY6" fmla="*/ 333375 h 2343150"/>
                  <a:gd name="connsiteX7" fmla="*/ 1366837 w 2595562"/>
                  <a:gd name="connsiteY7" fmla="*/ 247650 h 2343150"/>
                  <a:gd name="connsiteX8" fmla="*/ 1423987 w 2595562"/>
                  <a:gd name="connsiteY8" fmla="*/ 257175 h 2343150"/>
                  <a:gd name="connsiteX9" fmla="*/ 1452562 w 2595562"/>
                  <a:gd name="connsiteY9" fmla="*/ 185738 h 2343150"/>
                  <a:gd name="connsiteX10" fmla="*/ 1462087 w 2595562"/>
                  <a:gd name="connsiteY10" fmla="*/ 133350 h 2343150"/>
                  <a:gd name="connsiteX11" fmla="*/ 1462087 w 2595562"/>
                  <a:gd name="connsiteY11" fmla="*/ 100013 h 2343150"/>
                  <a:gd name="connsiteX12" fmla="*/ 1490662 w 2595562"/>
                  <a:gd name="connsiteY12" fmla="*/ 85725 h 2343150"/>
                  <a:gd name="connsiteX13" fmla="*/ 1495425 w 2595562"/>
                  <a:gd name="connsiteY13" fmla="*/ 14288 h 2343150"/>
                  <a:gd name="connsiteX14" fmla="*/ 1562100 w 2595562"/>
                  <a:gd name="connsiteY14" fmla="*/ 0 h 2343150"/>
                  <a:gd name="connsiteX15" fmla="*/ 1614487 w 2595562"/>
                  <a:gd name="connsiteY15" fmla="*/ 23813 h 2343150"/>
                  <a:gd name="connsiteX16" fmla="*/ 1643062 w 2595562"/>
                  <a:gd name="connsiteY16" fmla="*/ 133350 h 2343150"/>
                  <a:gd name="connsiteX17" fmla="*/ 1704975 w 2595562"/>
                  <a:gd name="connsiteY17" fmla="*/ 138113 h 2343150"/>
                  <a:gd name="connsiteX18" fmla="*/ 1804987 w 2595562"/>
                  <a:gd name="connsiteY18" fmla="*/ 138113 h 2343150"/>
                  <a:gd name="connsiteX19" fmla="*/ 1866900 w 2595562"/>
                  <a:gd name="connsiteY19" fmla="*/ 152400 h 2343150"/>
                  <a:gd name="connsiteX20" fmla="*/ 1914525 w 2595562"/>
                  <a:gd name="connsiteY20" fmla="*/ 119063 h 2343150"/>
                  <a:gd name="connsiteX21" fmla="*/ 2043112 w 2595562"/>
                  <a:gd name="connsiteY21" fmla="*/ 133350 h 2343150"/>
                  <a:gd name="connsiteX22" fmla="*/ 2085975 w 2595562"/>
                  <a:gd name="connsiteY22" fmla="*/ 166688 h 2343150"/>
                  <a:gd name="connsiteX23" fmla="*/ 2171700 w 2595562"/>
                  <a:gd name="connsiteY23" fmla="*/ 161925 h 2343150"/>
                  <a:gd name="connsiteX24" fmla="*/ 2305050 w 2595562"/>
                  <a:gd name="connsiteY24" fmla="*/ 228600 h 2343150"/>
                  <a:gd name="connsiteX25" fmla="*/ 2428875 w 2595562"/>
                  <a:gd name="connsiteY25" fmla="*/ 404813 h 2343150"/>
                  <a:gd name="connsiteX26" fmla="*/ 2390775 w 2595562"/>
                  <a:gd name="connsiteY26" fmla="*/ 509588 h 2343150"/>
                  <a:gd name="connsiteX27" fmla="*/ 2447925 w 2595562"/>
                  <a:gd name="connsiteY27" fmla="*/ 538163 h 2343150"/>
                  <a:gd name="connsiteX28" fmla="*/ 2595562 w 2595562"/>
                  <a:gd name="connsiteY28" fmla="*/ 538163 h 2343150"/>
                  <a:gd name="connsiteX29" fmla="*/ 2495550 w 2595562"/>
                  <a:gd name="connsiteY29" fmla="*/ 785813 h 2343150"/>
                  <a:gd name="connsiteX30" fmla="*/ 2543175 w 2595562"/>
                  <a:gd name="connsiteY30" fmla="*/ 819150 h 2343150"/>
                  <a:gd name="connsiteX31" fmla="*/ 2524125 w 2595562"/>
                  <a:gd name="connsiteY31" fmla="*/ 871538 h 2343150"/>
                  <a:gd name="connsiteX32" fmla="*/ 2481262 w 2595562"/>
                  <a:gd name="connsiteY32" fmla="*/ 928688 h 2343150"/>
                  <a:gd name="connsiteX33" fmla="*/ 2443162 w 2595562"/>
                  <a:gd name="connsiteY33" fmla="*/ 962025 h 2343150"/>
                  <a:gd name="connsiteX34" fmla="*/ 2457450 w 2595562"/>
                  <a:gd name="connsiteY34" fmla="*/ 1023938 h 2343150"/>
                  <a:gd name="connsiteX35" fmla="*/ 2419350 w 2595562"/>
                  <a:gd name="connsiteY35" fmla="*/ 1462088 h 2343150"/>
                  <a:gd name="connsiteX36" fmla="*/ 2319337 w 2595562"/>
                  <a:gd name="connsiteY36" fmla="*/ 1471613 h 2343150"/>
                  <a:gd name="connsiteX37" fmla="*/ 2286000 w 2595562"/>
                  <a:gd name="connsiteY37" fmla="*/ 1419225 h 2343150"/>
                  <a:gd name="connsiteX38" fmla="*/ 2219325 w 2595562"/>
                  <a:gd name="connsiteY38" fmla="*/ 1514475 h 2343150"/>
                  <a:gd name="connsiteX39" fmla="*/ 2152650 w 2595562"/>
                  <a:gd name="connsiteY39" fmla="*/ 1476375 h 2343150"/>
                  <a:gd name="connsiteX40" fmla="*/ 2062162 w 2595562"/>
                  <a:gd name="connsiteY40" fmla="*/ 1462088 h 2343150"/>
                  <a:gd name="connsiteX41" fmla="*/ 2028825 w 2595562"/>
                  <a:gd name="connsiteY41" fmla="*/ 1524000 h 2343150"/>
                  <a:gd name="connsiteX42" fmla="*/ 1981200 w 2595562"/>
                  <a:gd name="connsiteY42" fmla="*/ 1476375 h 2343150"/>
                  <a:gd name="connsiteX43" fmla="*/ 1733550 w 2595562"/>
                  <a:gd name="connsiteY43" fmla="*/ 1481138 h 2343150"/>
                  <a:gd name="connsiteX44" fmla="*/ 1724025 w 2595562"/>
                  <a:gd name="connsiteY44" fmla="*/ 1447800 h 2343150"/>
                  <a:gd name="connsiteX45" fmla="*/ 1681162 w 2595562"/>
                  <a:gd name="connsiteY45" fmla="*/ 1447800 h 2343150"/>
                  <a:gd name="connsiteX46" fmla="*/ 1600200 w 2595562"/>
                  <a:gd name="connsiteY46" fmla="*/ 1381125 h 2343150"/>
                  <a:gd name="connsiteX47" fmla="*/ 1376362 w 2595562"/>
                  <a:gd name="connsiteY47" fmla="*/ 1395413 h 2343150"/>
                  <a:gd name="connsiteX48" fmla="*/ 1304925 w 2595562"/>
                  <a:gd name="connsiteY48" fmla="*/ 1495425 h 2343150"/>
                  <a:gd name="connsiteX49" fmla="*/ 1233487 w 2595562"/>
                  <a:gd name="connsiteY49" fmla="*/ 1452563 h 2343150"/>
                  <a:gd name="connsiteX50" fmla="*/ 1062037 w 2595562"/>
                  <a:gd name="connsiteY50" fmla="*/ 1504950 h 2343150"/>
                  <a:gd name="connsiteX51" fmla="*/ 1195387 w 2595562"/>
                  <a:gd name="connsiteY51" fmla="*/ 1752600 h 2343150"/>
                  <a:gd name="connsiteX52" fmla="*/ 1195387 w 2595562"/>
                  <a:gd name="connsiteY52" fmla="*/ 1766888 h 2343150"/>
                  <a:gd name="connsiteX53" fmla="*/ 1033462 w 2595562"/>
                  <a:gd name="connsiteY53" fmla="*/ 1676400 h 2343150"/>
                  <a:gd name="connsiteX54" fmla="*/ 971550 w 2595562"/>
                  <a:gd name="connsiteY54" fmla="*/ 1728788 h 2343150"/>
                  <a:gd name="connsiteX55" fmla="*/ 890587 w 2595562"/>
                  <a:gd name="connsiteY55" fmla="*/ 1714500 h 2343150"/>
                  <a:gd name="connsiteX56" fmla="*/ 852487 w 2595562"/>
                  <a:gd name="connsiteY56" fmla="*/ 1781175 h 2343150"/>
                  <a:gd name="connsiteX57" fmla="*/ 814387 w 2595562"/>
                  <a:gd name="connsiteY57" fmla="*/ 1785938 h 2343150"/>
                  <a:gd name="connsiteX58" fmla="*/ 771525 w 2595562"/>
                  <a:gd name="connsiteY58" fmla="*/ 1824038 h 2343150"/>
                  <a:gd name="connsiteX59" fmla="*/ 771525 w 2595562"/>
                  <a:gd name="connsiteY59" fmla="*/ 1905000 h 2343150"/>
                  <a:gd name="connsiteX60" fmla="*/ 714375 w 2595562"/>
                  <a:gd name="connsiteY60" fmla="*/ 1909763 h 2343150"/>
                  <a:gd name="connsiteX61" fmla="*/ 714375 w 2595562"/>
                  <a:gd name="connsiteY61" fmla="*/ 1947863 h 2343150"/>
                  <a:gd name="connsiteX62" fmla="*/ 685800 w 2595562"/>
                  <a:gd name="connsiteY62" fmla="*/ 1966913 h 2343150"/>
                  <a:gd name="connsiteX63" fmla="*/ 719137 w 2595562"/>
                  <a:gd name="connsiteY63" fmla="*/ 2057400 h 2343150"/>
                  <a:gd name="connsiteX64" fmla="*/ 700087 w 2595562"/>
                  <a:gd name="connsiteY64" fmla="*/ 2066925 h 2343150"/>
                  <a:gd name="connsiteX65" fmla="*/ 719137 w 2595562"/>
                  <a:gd name="connsiteY65" fmla="*/ 2109788 h 2343150"/>
                  <a:gd name="connsiteX66" fmla="*/ 709612 w 2595562"/>
                  <a:gd name="connsiteY66" fmla="*/ 2128838 h 2343150"/>
                  <a:gd name="connsiteX67" fmla="*/ 657225 w 2595562"/>
                  <a:gd name="connsiteY67" fmla="*/ 2100263 h 2343150"/>
                  <a:gd name="connsiteX68" fmla="*/ 600075 w 2595562"/>
                  <a:gd name="connsiteY68" fmla="*/ 2128838 h 2343150"/>
                  <a:gd name="connsiteX69" fmla="*/ 542925 w 2595562"/>
                  <a:gd name="connsiteY69" fmla="*/ 2114550 h 2343150"/>
                  <a:gd name="connsiteX70" fmla="*/ 504825 w 2595562"/>
                  <a:gd name="connsiteY70" fmla="*/ 2176463 h 2343150"/>
                  <a:gd name="connsiteX71" fmla="*/ 528637 w 2595562"/>
                  <a:gd name="connsiteY71" fmla="*/ 2243138 h 2343150"/>
                  <a:gd name="connsiteX72" fmla="*/ 481012 w 2595562"/>
                  <a:gd name="connsiteY72" fmla="*/ 2252663 h 2343150"/>
                  <a:gd name="connsiteX73" fmla="*/ 442912 w 2595562"/>
                  <a:gd name="connsiteY73" fmla="*/ 2252663 h 2343150"/>
                  <a:gd name="connsiteX74" fmla="*/ 404812 w 2595562"/>
                  <a:gd name="connsiteY74" fmla="*/ 2262188 h 2343150"/>
                  <a:gd name="connsiteX75" fmla="*/ 447675 w 2595562"/>
                  <a:gd name="connsiteY75" fmla="*/ 2214563 h 2343150"/>
                  <a:gd name="connsiteX76" fmla="*/ 461962 w 2595562"/>
                  <a:gd name="connsiteY76" fmla="*/ 2143125 h 2343150"/>
                  <a:gd name="connsiteX77" fmla="*/ 342900 w 2595562"/>
                  <a:gd name="connsiteY77" fmla="*/ 2085975 h 2343150"/>
                  <a:gd name="connsiteX78" fmla="*/ 261937 w 2595562"/>
                  <a:gd name="connsiteY78" fmla="*/ 2133600 h 2343150"/>
                  <a:gd name="connsiteX79" fmla="*/ 180975 w 2595562"/>
                  <a:gd name="connsiteY79" fmla="*/ 2133600 h 2343150"/>
                  <a:gd name="connsiteX80" fmla="*/ 128587 w 2595562"/>
                  <a:gd name="connsiteY80" fmla="*/ 2214563 h 2343150"/>
                  <a:gd name="connsiteX81" fmla="*/ 142875 w 2595562"/>
                  <a:gd name="connsiteY81" fmla="*/ 2286000 h 2343150"/>
                  <a:gd name="connsiteX82" fmla="*/ 61912 w 2595562"/>
                  <a:gd name="connsiteY82" fmla="*/ 2343150 h 2343150"/>
                  <a:gd name="connsiteX83" fmla="*/ 0 w 2595562"/>
                  <a:gd name="connsiteY83" fmla="*/ 2286000 h 2343150"/>
                  <a:gd name="connsiteX84" fmla="*/ 28575 w 2595562"/>
                  <a:gd name="connsiteY84" fmla="*/ 2205038 h 2343150"/>
                  <a:gd name="connsiteX85" fmla="*/ 33337 w 2595562"/>
                  <a:gd name="connsiteY85" fmla="*/ 2162175 h 2343150"/>
                  <a:gd name="connsiteX86" fmla="*/ 76200 w 2595562"/>
                  <a:gd name="connsiteY86" fmla="*/ 2105025 h 2343150"/>
                  <a:gd name="connsiteX87" fmla="*/ 85725 w 2595562"/>
                  <a:gd name="connsiteY87" fmla="*/ 1995488 h 2343150"/>
                  <a:gd name="connsiteX88" fmla="*/ 47625 w 2595562"/>
                  <a:gd name="connsiteY88" fmla="*/ 1976438 h 2343150"/>
                  <a:gd name="connsiteX89" fmla="*/ 138112 w 2595562"/>
                  <a:gd name="connsiteY89" fmla="*/ 1819275 h 2343150"/>
                  <a:gd name="connsiteX90" fmla="*/ 152400 w 2595562"/>
                  <a:gd name="connsiteY90" fmla="*/ 1657350 h 2343150"/>
                  <a:gd name="connsiteX91" fmla="*/ 109537 w 2595562"/>
                  <a:gd name="connsiteY91" fmla="*/ 1643063 h 2343150"/>
                  <a:gd name="connsiteX92" fmla="*/ 180975 w 2595562"/>
                  <a:gd name="connsiteY92" fmla="*/ 1495425 h 2343150"/>
                  <a:gd name="connsiteX93" fmla="*/ 142875 w 2595562"/>
                  <a:gd name="connsiteY93" fmla="*/ 1443038 h 2343150"/>
                  <a:gd name="connsiteX94" fmla="*/ 147637 w 2595562"/>
                  <a:gd name="connsiteY94" fmla="*/ 1381125 h 2343150"/>
                  <a:gd name="connsiteX95" fmla="*/ 290512 w 2595562"/>
                  <a:gd name="connsiteY95" fmla="*/ 1433513 h 2343150"/>
                  <a:gd name="connsiteX96" fmla="*/ 328612 w 2595562"/>
                  <a:gd name="connsiteY96" fmla="*/ 1414463 h 2343150"/>
                  <a:gd name="connsiteX97" fmla="*/ 328612 w 2595562"/>
                  <a:gd name="connsiteY97" fmla="*/ 1300163 h 2343150"/>
                  <a:gd name="connsiteX98" fmla="*/ 314325 w 2595562"/>
                  <a:gd name="connsiteY98" fmla="*/ 1228725 h 2343150"/>
                  <a:gd name="connsiteX99" fmla="*/ 347662 w 2595562"/>
                  <a:gd name="connsiteY99" fmla="*/ 1166813 h 2343150"/>
                  <a:gd name="connsiteX100" fmla="*/ 338137 w 2595562"/>
                  <a:gd name="connsiteY100" fmla="*/ 1033463 h 2343150"/>
                  <a:gd name="connsiteX101" fmla="*/ 414337 w 2595562"/>
                  <a:gd name="connsiteY101" fmla="*/ 1033463 h 2343150"/>
                  <a:gd name="connsiteX102" fmla="*/ 447675 w 2595562"/>
                  <a:gd name="connsiteY102" fmla="*/ 1047750 h 2343150"/>
                  <a:gd name="connsiteX103" fmla="*/ 552450 w 2595562"/>
                  <a:gd name="connsiteY103" fmla="*/ 952500 h 2343150"/>
                  <a:gd name="connsiteX104" fmla="*/ 695325 w 2595562"/>
                  <a:gd name="connsiteY104" fmla="*/ 1023938 h 2343150"/>
                  <a:gd name="connsiteX105" fmla="*/ 709612 w 2595562"/>
                  <a:gd name="connsiteY105" fmla="*/ 928688 h 2343150"/>
                  <a:gd name="connsiteX106" fmla="*/ 766762 w 2595562"/>
                  <a:gd name="connsiteY106" fmla="*/ 909638 h 2343150"/>
                  <a:gd name="connsiteX107" fmla="*/ 809625 w 2595562"/>
                  <a:gd name="connsiteY107" fmla="*/ 866775 h 2343150"/>
                  <a:gd name="connsiteX108" fmla="*/ 862012 w 2595562"/>
                  <a:gd name="connsiteY108" fmla="*/ 890588 h 2343150"/>
                  <a:gd name="connsiteX109" fmla="*/ 914400 w 2595562"/>
                  <a:gd name="connsiteY109" fmla="*/ 866775 h 2343150"/>
                  <a:gd name="connsiteX110" fmla="*/ 985837 w 2595562"/>
                  <a:gd name="connsiteY110" fmla="*/ 881063 h 2343150"/>
                  <a:gd name="connsiteX111" fmla="*/ 1076325 w 2595562"/>
                  <a:gd name="connsiteY111" fmla="*/ 600075 h 2343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</a:cxnLst>
                <a:rect l="l" t="t" r="r" b="b"/>
                <a:pathLst>
                  <a:path w="2595562" h="2343150">
                    <a:moveTo>
                      <a:pt x="1076325" y="600075"/>
                    </a:moveTo>
                    <a:lnTo>
                      <a:pt x="1166812" y="619125"/>
                    </a:lnTo>
                    <a:lnTo>
                      <a:pt x="1243012" y="628650"/>
                    </a:lnTo>
                    <a:lnTo>
                      <a:pt x="1290637" y="547688"/>
                    </a:lnTo>
                    <a:lnTo>
                      <a:pt x="1319212" y="490538"/>
                    </a:lnTo>
                    <a:lnTo>
                      <a:pt x="1319212" y="433388"/>
                    </a:lnTo>
                    <a:lnTo>
                      <a:pt x="1352550" y="333375"/>
                    </a:lnTo>
                    <a:lnTo>
                      <a:pt x="1366837" y="247650"/>
                    </a:lnTo>
                    <a:lnTo>
                      <a:pt x="1423987" y="257175"/>
                    </a:lnTo>
                    <a:lnTo>
                      <a:pt x="1452562" y="185738"/>
                    </a:lnTo>
                    <a:lnTo>
                      <a:pt x="1462087" y="133350"/>
                    </a:lnTo>
                    <a:lnTo>
                      <a:pt x="1462087" y="100013"/>
                    </a:lnTo>
                    <a:lnTo>
                      <a:pt x="1490662" y="85725"/>
                    </a:lnTo>
                    <a:lnTo>
                      <a:pt x="1495425" y="14288"/>
                    </a:lnTo>
                    <a:lnTo>
                      <a:pt x="1562100" y="0"/>
                    </a:lnTo>
                    <a:lnTo>
                      <a:pt x="1614487" y="23813"/>
                    </a:lnTo>
                    <a:lnTo>
                      <a:pt x="1643062" y="133350"/>
                    </a:lnTo>
                    <a:lnTo>
                      <a:pt x="1704975" y="138113"/>
                    </a:lnTo>
                    <a:lnTo>
                      <a:pt x="1804987" y="138113"/>
                    </a:lnTo>
                    <a:lnTo>
                      <a:pt x="1866900" y="152400"/>
                    </a:lnTo>
                    <a:lnTo>
                      <a:pt x="1914525" y="119063"/>
                    </a:lnTo>
                    <a:lnTo>
                      <a:pt x="2043112" y="133350"/>
                    </a:lnTo>
                    <a:lnTo>
                      <a:pt x="2085975" y="166688"/>
                    </a:lnTo>
                    <a:lnTo>
                      <a:pt x="2171700" y="161925"/>
                    </a:lnTo>
                    <a:lnTo>
                      <a:pt x="2305050" y="228600"/>
                    </a:lnTo>
                    <a:lnTo>
                      <a:pt x="2428875" y="404813"/>
                    </a:lnTo>
                    <a:lnTo>
                      <a:pt x="2390775" y="509588"/>
                    </a:lnTo>
                    <a:lnTo>
                      <a:pt x="2447925" y="538163"/>
                    </a:lnTo>
                    <a:lnTo>
                      <a:pt x="2595562" y="538163"/>
                    </a:lnTo>
                    <a:lnTo>
                      <a:pt x="2495550" y="785813"/>
                    </a:lnTo>
                    <a:lnTo>
                      <a:pt x="2543175" y="819150"/>
                    </a:lnTo>
                    <a:lnTo>
                      <a:pt x="2524125" y="871538"/>
                    </a:lnTo>
                    <a:lnTo>
                      <a:pt x="2481262" y="928688"/>
                    </a:lnTo>
                    <a:lnTo>
                      <a:pt x="2443162" y="962025"/>
                    </a:lnTo>
                    <a:lnTo>
                      <a:pt x="2457450" y="1023938"/>
                    </a:lnTo>
                    <a:lnTo>
                      <a:pt x="2419350" y="1462088"/>
                    </a:lnTo>
                    <a:lnTo>
                      <a:pt x="2319337" y="1471613"/>
                    </a:lnTo>
                    <a:lnTo>
                      <a:pt x="2286000" y="1419225"/>
                    </a:lnTo>
                    <a:lnTo>
                      <a:pt x="2219325" y="1514475"/>
                    </a:lnTo>
                    <a:lnTo>
                      <a:pt x="2152650" y="1476375"/>
                    </a:lnTo>
                    <a:lnTo>
                      <a:pt x="2062162" y="1462088"/>
                    </a:lnTo>
                    <a:lnTo>
                      <a:pt x="2028825" y="1524000"/>
                    </a:lnTo>
                    <a:lnTo>
                      <a:pt x="1981200" y="1476375"/>
                    </a:lnTo>
                    <a:lnTo>
                      <a:pt x="1733550" y="1481138"/>
                    </a:lnTo>
                    <a:lnTo>
                      <a:pt x="1724025" y="1447800"/>
                    </a:lnTo>
                    <a:lnTo>
                      <a:pt x="1681162" y="1447800"/>
                    </a:lnTo>
                    <a:lnTo>
                      <a:pt x="1600200" y="1381125"/>
                    </a:lnTo>
                    <a:lnTo>
                      <a:pt x="1376362" y="1395413"/>
                    </a:lnTo>
                    <a:lnTo>
                      <a:pt x="1304925" y="1495425"/>
                    </a:lnTo>
                    <a:lnTo>
                      <a:pt x="1233487" y="1452563"/>
                    </a:lnTo>
                    <a:lnTo>
                      <a:pt x="1062037" y="1504950"/>
                    </a:lnTo>
                    <a:lnTo>
                      <a:pt x="1195387" y="1752600"/>
                    </a:lnTo>
                    <a:lnTo>
                      <a:pt x="1195387" y="1766888"/>
                    </a:lnTo>
                    <a:lnTo>
                      <a:pt x="1033462" y="1676400"/>
                    </a:lnTo>
                    <a:lnTo>
                      <a:pt x="971550" y="1728788"/>
                    </a:lnTo>
                    <a:lnTo>
                      <a:pt x="890587" y="1714500"/>
                    </a:lnTo>
                    <a:lnTo>
                      <a:pt x="852487" y="1781175"/>
                    </a:lnTo>
                    <a:lnTo>
                      <a:pt x="814387" y="1785938"/>
                    </a:lnTo>
                    <a:lnTo>
                      <a:pt x="771525" y="1824038"/>
                    </a:lnTo>
                    <a:lnTo>
                      <a:pt x="771525" y="1905000"/>
                    </a:lnTo>
                    <a:lnTo>
                      <a:pt x="714375" y="1909763"/>
                    </a:lnTo>
                    <a:lnTo>
                      <a:pt x="714375" y="1947863"/>
                    </a:lnTo>
                    <a:lnTo>
                      <a:pt x="685800" y="1966913"/>
                    </a:lnTo>
                    <a:lnTo>
                      <a:pt x="719137" y="2057400"/>
                    </a:lnTo>
                    <a:lnTo>
                      <a:pt x="700087" y="2066925"/>
                    </a:lnTo>
                    <a:lnTo>
                      <a:pt x="719137" y="2109788"/>
                    </a:lnTo>
                    <a:lnTo>
                      <a:pt x="709612" y="2128838"/>
                    </a:lnTo>
                    <a:lnTo>
                      <a:pt x="657225" y="2100263"/>
                    </a:lnTo>
                    <a:lnTo>
                      <a:pt x="600075" y="2128838"/>
                    </a:lnTo>
                    <a:lnTo>
                      <a:pt x="542925" y="2114550"/>
                    </a:lnTo>
                    <a:lnTo>
                      <a:pt x="504825" y="2176463"/>
                    </a:lnTo>
                    <a:lnTo>
                      <a:pt x="528637" y="2243138"/>
                    </a:lnTo>
                    <a:lnTo>
                      <a:pt x="481012" y="2252663"/>
                    </a:lnTo>
                    <a:lnTo>
                      <a:pt x="442912" y="2252663"/>
                    </a:lnTo>
                    <a:lnTo>
                      <a:pt x="404812" y="2262188"/>
                    </a:lnTo>
                    <a:lnTo>
                      <a:pt x="447675" y="2214563"/>
                    </a:lnTo>
                    <a:lnTo>
                      <a:pt x="461962" y="2143125"/>
                    </a:lnTo>
                    <a:lnTo>
                      <a:pt x="342900" y="2085975"/>
                    </a:lnTo>
                    <a:lnTo>
                      <a:pt x="261937" y="2133600"/>
                    </a:lnTo>
                    <a:lnTo>
                      <a:pt x="180975" y="2133600"/>
                    </a:lnTo>
                    <a:lnTo>
                      <a:pt x="128587" y="2214563"/>
                    </a:lnTo>
                    <a:lnTo>
                      <a:pt x="142875" y="2286000"/>
                    </a:lnTo>
                    <a:lnTo>
                      <a:pt x="61912" y="2343150"/>
                    </a:lnTo>
                    <a:lnTo>
                      <a:pt x="0" y="2286000"/>
                    </a:lnTo>
                    <a:lnTo>
                      <a:pt x="28575" y="2205038"/>
                    </a:lnTo>
                    <a:lnTo>
                      <a:pt x="33337" y="2162175"/>
                    </a:lnTo>
                    <a:lnTo>
                      <a:pt x="76200" y="2105025"/>
                    </a:lnTo>
                    <a:lnTo>
                      <a:pt x="85725" y="1995488"/>
                    </a:lnTo>
                    <a:lnTo>
                      <a:pt x="47625" y="1976438"/>
                    </a:lnTo>
                    <a:lnTo>
                      <a:pt x="138112" y="1819275"/>
                    </a:lnTo>
                    <a:lnTo>
                      <a:pt x="152400" y="1657350"/>
                    </a:lnTo>
                    <a:lnTo>
                      <a:pt x="109537" y="1643063"/>
                    </a:lnTo>
                    <a:lnTo>
                      <a:pt x="180975" y="1495425"/>
                    </a:lnTo>
                    <a:lnTo>
                      <a:pt x="142875" y="1443038"/>
                    </a:lnTo>
                    <a:lnTo>
                      <a:pt x="147637" y="1381125"/>
                    </a:lnTo>
                    <a:lnTo>
                      <a:pt x="290512" y="1433513"/>
                    </a:lnTo>
                    <a:lnTo>
                      <a:pt x="328612" y="1414463"/>
                    </a:lnTo>
                    <a:lnTo>
                      <a:pt x="328612" y="1300163"/>
                    </a:lnTo>
                    <a:lnTo>
                      <a:pt x="314325" y="1228725"/>
                    </a:lnTo>
                    <a:lnTo>
                      <a:pt x="347662" y="1166813"/>
                    </a:lnTo>
                    <a:lnTo>
                      <a:pt x="338137" y="1033463"/>
                    </a:lnTo>
                    <a:lnTo>
                      <a:pt x="414337" y="1033463"/>
                    </a:lnTo>
                    <a:lnTo>
                      <a:pt x="447675" y="1047750"/>
                    </a:lnTo>
                    <a:lnTo>
                      <a:pt x="552450" y="952500"/>
                    </a:lnTo>
                    <a:lnTo>
                      <a:pt x="695325" y="1023938"/>
                    </a:lnTo>
                    <a:lnTo>
                      <a:pt x="709612" y="928688"/>
                    </a:lnTo>
                    <a:lnTo>
                      <a:pt x="766762" y="909638"/>
                    </a:lnTo>
                    <a:lnTo>
                      <a:pt x="809625" y="866775"/>
                    </a:lnTo>
                    <a:lnTo>
                      <a:pt x="862012" y="890588"/>
                    </a:lnTo>
                    <a:lnTo>
                      <a:pt x="914400" y="866775"/>
                    </a:lnTo>
                    <a:lnTo>
                      <a:pt x="985837" y="881063"/>
                    </a:lnTo>
                    <a:lnTo>
                      <a:pt x="1076325" y="600075"/>
                    </a:lnTo>
                    <a:close/>
                  </a:path>
                </a:pathLst>
              </a:custGeom>
              <a:solidFill>
                <a:srgbClr val="70AD47">
                  <a:lumMod val="40000"/>
                  <a:lumOff val="60000"/>
                </a:srgbClr>
              </a:solidFill>
              <a:ln w="12700"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0" name="Freeform: Shape 367">
                <a:extLst>
                  <a:ext uri="{FF2B5EF4-FFF2-40B4-BE49-F238E27FC236}">
                    <a16:creationId xmlns:a16="http://schemas.microsoft.com/office/drawing/2014/main" xmlns="" id="{67C960A4-D6C7-46E0-AAE0-7B77E4454222}"/>
                  </a:ext>
                </a:extLst>
              </p:cNvPr>
              <p:cNvSpPr/>
              <p:nvPr/>
            </p:nvSpPr>
            <p:spPr>
              <a:xfrm>
                <a:off x="9402045" y="2616745"/>
                <a:ext cx="2349795" cy="2740355"/>
              </a:xfrm>
              <a:custGeom>
                <a:avLst/>
                <a:gdLst>
                  <a:gd name="connsiteX0" fmla="*/ 514350 w 2546350"/>
                  <a:gd name="connsiteY0" fmla="*/ 0 h 2838450"/>
                  <a:gd name="connsiteX1" fmla="*/ 558800 w 2546350"/>
                  <a:gd name="connsiteY1" fmla="*/ 66675 h 2838450"/>
                  <a:gd name="connsiteX2" fmla="*/ 625475 w 2546350"/>
                  <a:gd name="connsiteY2" fmla="*/ 76200 h 2838450"/>
                  <a:gd name="connsiteX3" fmla="*/ 638175 w 2546350"/>
                  <a:gd name="connsiteY3" fmla="*/ 69850 h 2838450"/>
                  <a:gd name="connsiteX4" fmla="*/ 660400 w 2546350"/>
                  <a:gd name="connsiteY4" fmla="*/ 142875 h 2838450"/>
                  <a:gd name="connsiteX5" fmla="*/ 708025 w 2546350"/>
                  <a:gd name="connsiteY5" fmla="*/ 238125 h 2838450"/>
                  <a:gd name="connsiteX6" fmla="*/ 708025 w 2546350"/>
                  <a:gd name="connsiteY6" fmla="*/ 269875 h 2838450"/>
                  <a:gd name="connsiteX7" fmla="*/ 850900 w 2546350"/>
                  <a:gd name="connsiteY7" fmla="*/ 304800 h 2838450"/>
                  <a:gd name="connsiteX8" fmla="*/ 895350 w 2546350"/>
                  <a:gd name="connsiteY8" fmla="*/ 301625 h 2838450"/>
                  <a:gd name="connsiteX9" fmla="*/ 958850 w 2546350"/>
                  <a:gd name="connsiteY9" fmla="*/ 323850 h 2838450"/>
                  <a:gd name="connsiteX10" fmla="*/ 1000125 w 2546350"/>
                  <a:gd name="connsiteY10" fmla="*/ 349250 h 2838450"/>
                  <a:gd name="connsiteX11" fmla="*/ 1003300 w 2546350"/>
                  <a:gd name="connsiteY11" fmla="*/ 476250 h 2838450"/>
                  <a:gd name="connsiteX12" fmla="*/ 1076325 w 2546350"/>
                  <a:gd name="connsiteY12" fmla="*/ 536575 h 2838450"/>
                  <a:gd name="connsiteX13" fmla="*/ 1092200 w 2546350"/>
                  <a:gd name="connsiteY13" fmla="*/ 625475 h 2838450"/>
                  <a:gd name="connsiteX14" fmla="*/ 1066800 w 2546350"/>
                  <a:gd name="connsiteY14" fmla="*/ 768350 h 2838450"/>
                  <a:gd name="connsiteX15" fmla="*/ 1177925 w 2546350"/>
                  <a:gd name="connsiteY15" fmla="*/ 777875 h 2838450"/>
                  <a:gd name="connsiteX16" fmla="*/ 1219200 w 2546350"/>
                  <a:gd name="connsiteY16" fmla="*/ 869950 h 2838450"/>
                  <a:gd name="connsiteX17" fmla="*/ 1289050 w 2546350"/>
                  <a:gd name="connsiteY17" fmla="*/ 873125 h 2838450"/>
                  <a:gd name="connsiteX18" fmla="*/ 1330325 w 2546350"/>
                  <a:gd name="connsiteY18" fmla="*/ 854075 h 2838450"/>
                  <a:gd name="connsiteX19" fmla="*/ 1343025 w 2546350"/>
                  <a:gd name="connsiteY19" fmla="*/ 898525 h 2838450"/>
                  <a:gd name="connsiteX20" fmla="*/ 1416050 w 2546350"/>
                  <a:gd name="connsiteY20" fmla="*/ 873125 h 2838450"/>
                  <a:gd name="connsiteX21" fmla="*/ 1450975 w 2546350"/>
                  <a:gd name="connsiteY21" fmla="*/ 895350 h 2838450"/>
                  <a:gd name="connsiteX22" fmla="*/ 1533525 w 2546350"/>
                  <a:gd name="connsiteY22" fmla="*/ 790575 h 2838450"/>
                  <a:gd name="connsiteX23" fmla="*/ 1597025 w 2546350"/>
                  <a:gd name="connsiteY23" fmla="*/ 758825 h 2838450"/>
                  <a:gd name="connsiteX24" fmla="*/ 1660525 w 2546350"/>
                  <a:gd name="connsiteY24" fmla="*/ 768350 h 2838450"/>
                  <a:gd name="connsiteX25" fmla="*/ 1670050 w 2546350"/>
                  <a:gd name="connsiteY25" fmla="*/ 866775 h 2838450"/>
                  <a:gd name="connsiteX26" fmla="*/ 1739900 w 2546350"/>
                  <a:gd name="connsiteY26" fmla="*/ 977900 h 2838450"/>
                  <a:gd name="connsiteX27" fmla="*/ 1717675 w 2546350"/>
                  <a:gd name="connsiteY27" fmla="*/ 1060450 h 2838450"/>
                  <a:gd name="connsiteX28" fmla="*/ 1727200 w 2546350"/>
                  <a:gd name="connsiteY28" fmla="*/ 1098550 h 2838450"/>
                  <a:gd name="connsiteX29" fmla="*/ 1838325 w 2546350"/>
                  <a:gd name="connsiteY29" fmla="*/ 1098550 h 2838450"/>
                  <a:gd name="connsiteX30" fmla="*/ 1841500 w 2546350"/>
                  <a:gd name="connsiteY30" fmla="*/ 1136650 h 2838450"/>
                  <a:gd name="connsiteX31" fmla="*/ 1905000 w 2546350"/>
                  <a:gd name="connsiteY31" fmla="*/ 1146175 h 2838450"/>
                  <a:gd name="connsiteX32" fmla="*/ 1905000 w 2546350"/>
                  <a:gd name="connsiteY32" fmla="*/ 1146175 h 2838450"/>
                  <a:gd name="connsiteX33" fmla="*/ 1993900 w 2546350"/>
                  <a:gd name="connsiteY33" fmla="*/ 1155700 h 2838450"/>
                  <a:gd name="connsiteX34" fmla="*/ 2000250 w 2546350"/>
                  <a:gd name="connsiteY34" fmla="*/ 1082675 h 2838450"/>
                  <a:gd name="connsiteX35" fmla="*/ 2022475 w 2546350"/>
                  <a:gd name="connsiteY35" fmla="*/ 1066800 h 2838450"/>
                  <a:gd name="connsiteX36" fmla="*/ 2095500 w 2546350"/>
                  <a:gd name="connsiteY36" fmla="*/ 1098550 h 2838450"/>
                  <a:gd name="connsiteX37" fmla="*/ 2098675 w 2546350"/>
                  <a:gd name="connsiteY37" fmla="*/ 1130300 h 2838450"/>
                  <a:gd name="connsiteX38" fmla="*/ 2127250 w 2546350"/>
                  <a:gd name="connsiteY38" fmla="*/ 1098550 h 2838450"/>
                  <a:gd name="connsiteX39" fmla="*/ 2168525 w 2546350"/>
                  <a:gd name="connsiteY39" fmla="*/ 1146175 h 2838450"/>
                  <a:gd name="connsiteX40" fmla="*/ 2184400 w 2546350"/>
                  <a:gd name="connsiteY40" fmla="*/ 1174750 h 2838450"/>
                  <a:gd name="connsiteX41" fmla="*/ 2219325 w 2546350"/>
                  <a:gd name="connsiteY41" fmla="*/ 1181100 h 2838450"/>
                  <a:gd name="connsiteX42" fmla="*/ 2292350 w 2546350"/>
                  <a:gd name="connsiteY42" fmla="*/ 1203325 h 2838450"/>
                  <a:gd name="connsiteX43" fmla="*/ 2336800 w 2546350"/>
                  <a:gd name="connsiteY43" fmla="*/ 1181100 h 2838450"/>
                  <a:gd name="connsiteX44" fmla="*/ 2339975 w 2546350"/>
                  <a:gd name="connsiteY44" fmla="*/ 1041400 h 2838450"/>
                  <a:gd name="connsiteX45" fmla="*/ 2365375 w 2546350"/>
                  <a:gd name="connsiteY45" fmla="*/ 1019175 h 2838450"/>
                  <a:gd name="connsiteX46" fmla="*/ 2397125 w 2546350"/>
                  <a:gd name="connsiteY46" fmla="*/ 1047750 h 2838450"/>
                  <a:gd name="connsiteX47" fmla="*/ 2381250 w 2546350"/>
                  <a:gd name="connsiteY47" fmla="*/ 1146175 h 2838450"/>
                  <a:gd name="connsiteX48" fmla="*/ 2413000 w 2546350"/>
                  <a:gd name="connsiteY48" fmla="*/ 1162050 h 2838450"/>
                  <a:gd name="connsiteX49" fmla="*/ 2413000 w 2546350"/>
                  <a:gd name="connsiteY49" fmla="*/ 1193800 h 2838450"/>
                  <a:gd name="connsiteX50" fmla="*/ 2374900 w 2546350"/>
                  <a:gd name="connsiteY50" fmla="*/ 1206500 h 2838450"/>
                  <a:gd name="connsiteX51" fmla="*/ 2400300 w 2546350"/>
                  <a:gd name="connsiteY51" fmla="*/ 1270000 h 2838450"/>
                  <a:gd name="connsiteX52" fmla="*/ 2393950 w 2546350"/>
                  <a:gd name="connsiteY52" fmla="*/ 1311275 h 2838450"/>
                  <a:gd name="connsiteX53" fmla="*/ 2393950 w 2546350"/>
                  <a:gd name="connsiteY53" fmla="*/ 1365250 h 2838450"/>
                  <a:gd name="connsiteX54" fmla="*/ 2419350 w 2546350"/>
                  <a:gd name="connsiteY54" fmla="*/ 1371600 h 2838450"/>
                  <a:gd name="connsiteX55" fmla="*/ 2406650 w 2546350"/>
                  <a:gd name="connsiteY55" fmla="*/ 1428750 h 2838450"/>
                  <a:gd name="connsiteX56" fmla="*/ 2413000 w 2546350"/>
                  <a:gd name="connsiteY56" fmla="*/ 1463675 h 2838450"/>
                  <a:gd name="connsiteX57" fmla="*/ 2432050 w 2546350"/>
                  <a:gd name="connsiteY57" fmla="*/ 1463675 h 2838450"/>
                  <a:gd name="connsiteX58" fmla="*/ 2403475 w 2546350"/>
                  <a:gd name="connsiteY58" fmla="*/ 1527175 h 2838450"/>
                  <a:gd name="connsiteX59" fmla="*/ 2435225 w 2546350"/>
                  <a:gd name="connsiteY59" fmla="*/ 1565275 h 2838450"/>
                  <a:gd name="connsiteX60" fmla="*/ 2457450 w 2546350"/>
                  <a:gd name="connsiteY60" fmla="*/ 1562100 h 2838450"/>
                  <a:gd name="connsiteX61" fmla="*/ 2460625 w 2546350"/>
                  <a:gd name="connsiteY61" fmla="*/ 1593850 h 2838450"/>
                  <a:gd name="connsiteX62" fmla="*/ 2416175 w 2546350"/>
                  <a:gd name="connsiteY62" fmla="*/ 1609725 h 2838450"/>
                  <a:gd name="connsiteX63" fmla="*/ 2432050 w 2546350"/>
                  <a:gd name="connsiteY63" fmla="*/ 1628775 h 2838450"/>
                  <a:gd name="connsiteX64" fmla="*/ 2470150 w 2546350"/>
                  <a:gd name="connsiteY64" fmla="*/ 1647825 h 2838450"/>
                  <a:gd name="connsiteX65" fmla="*/ 2466975 w 2546350"/>
                  <a:gd name="connsiteY65" fmla="*/ 1676400 h 2838450"/>
                  <a:gd name="connsiteX66" fmla="*/ 2495550 w 2546350"/>
                  <a:gd name="connsiteY66" fmla="*/ 1692275 h 2838450"/>
                  <a:gd name="connsiteX67" fmla="*/ 2527300 w 2546350"/>
                  <a:gd name="connsiteY67" fmla="*/ 1666875 h 2838450"/>
                  <a:gd name="connsiteX68" fmla="*/ 2533650 w 2546350"/>
                  <a:gd name="connsiteY68" fmla="*/ 1695450 h 2838450"/>
                  <a:gd name="connsiteX69" fmla="*/ 2546350 w 2546350"/>
                  <a:gd name="connsiteY69" fmla="*/ 1733550 h 2838450"/>
                  <a:gd name="connsiteX70" fmla="*/ 2495550 w 2546350"/>
                  <a:gd name="connsiteY70" fmla="*/ 1730375 h 2838450"/>
                  <a:gd name="connsiteX71" fmla="*/ 2466975 w 2546350"/>
                  <a:gd name="connsiteY71" fmla="*/ 1733550 h 2838450"/>
                  <a:gd name="connsiteX72" fmla="*/ 2432050 w 2546350"/>
                  <a:gd name="connsiteY72" fmla="*/ 1714500 h 2838450"/>
                  <a:gd name="connsiteX73" fmla="*/ 2365375 w 2546350"/>
                  <a:gd name="connsiteY73" fmla="*/ 1746250 h 2838450"/>
                  <a:gd name="connsiteX74" fmla="*/ 2330450 w 2546350"/>
                  <a:gd name="connsiteY74" fmla="*/ 1771650 h 2838450"/>
                  <a:gd name="connsiteX75" fmla="*/ 2327275 w 2546350"/>
                  <a:gd name="connsiteY75" fmla="*/ 1812925 h 2838450"/>
                  <a:gd name="connsiteX76" fmla="*/ 2308225 w 2546350"/>
                  <a:gd name="connsiteY76" fmla="*/ 1835150 h 2838450"/>
                  <a:gd name="connsiteX77" fmla="*/ 2254250 w 2546350"/>
                  <a:gd name="connsiteY77" fmla="*/ 1838325 h 2838450"/>
                  <a:gd name="connsiteX78" fmla="*/ 2251075 w 2546350"/>
                  <a:gd name="connsiteY78" fmla="*/ 1939925 h 2838450"/>
                  <a:gd name="connsiteX79" fmla="*/ 2273300 w 2546350"/>
                  <a:gd name="connsiteY79" fmla="*/ 2054225 h 2838450"/>
                  <a:gd name="connsiteX80" fmla="*/ 2270125 w 2546350"/>
                  <a:gd name="connsiteY80" fmla="*/ 2155825 h 2838450"/>
                  <a:gd name="connsiteX81" fmla="*/ 2282825 w 2546350"/>
                  <a:gd name="connsiteY81" fmla="*/ 2212975 h 2838450"/>
                  <a:gd name="connsiteX82" fmla="*/ 2266950 w 2546350"/>
                  <a:gd name="connsiteY82" fmla="*/ 2263775 h 2838450"/>
                  <a:gd name="connsiteX83" fmla="*/ 2260600 w 2546350"/>
                  <a:gd name="connsiteY83" fmla="*/ 2301875 h 2838450"/>
                  <a:gd name="connsiteX84" fmla="*/ 2139950 w 2546350"/>
                  <a:gd name="connsiteY84" fmla="*/ 2333625 h 2838450"/>
                  <a:gd name="connsiteX85" fmla="*/ 2082800 w 2546350"/>
                  <a:gd name="connsiteY85" fmla="*/ 2333625 h 2838450"/>
                  <a:gd name="connsiteX86" fmla="*/ 2063750 w 2546350"/>
                  <a:gd name="connsiteY86" fmla="*/ 2393950 h 2838450"/>
                  <a:gd name="connsiteX87" fmla="*/ 1987550 w 2546350"/>
                  <a:gd name="connsiteY87" fmla="*/ 2409825 h 2838450"/>
                  <a:gd name="connsiteX88" fmla="*/ 1974850 w 2546350"/>
                  <a:gd name="connsiteY88" fmla="*/ 2508250 h 2838450"/>
                  <a:gd name="connsiteX89" fmla="*/ 1905000 w 2546350"/>
                  <a:gd name="connsiteY89" fmla="*/ 2508250 h 2838450"/>
                  <a:gd name="connsiteX90" fmla="*/ 1847850 w 2546350"/>
                  <a:gd name="connsiteY90" fmla="*/ 2517775 h 2838450"/>
                  <a:gd name="connsiteX91" fmla="*/ 1724025 w 2546350"/>
                  <a:gd name="connsiteY91" fmla="*/ 2501900 h 2838450"/>
                  <a:gd name="connsiteX92" fmla="*/ 1704975 w 2546350"/>
                  <a:gd name="connsiteY92" fmla="*/ 2616200 h 2838450"/>
                  <a:gd name="connsiteX93" fmla="*/ 1641475 w 2546350"/>
                  <a:gd name="connsiteY93" fmla="*/ 2603500 h 2838450"/>
                  <a:gd name="connsiteX94" fmla="*/ 1593850 w 2546350"/>
                  <a:gd name="connsiteY94" fmla="*/ 2587625 h 2838450"/>
                  <a:gd name="connsiteX95" fmla="*/ 1552575 w 2546350"/>
                  <a:gd name="connsiteY95" fmla="*/ 2606675 h 2838450"/>
                  <a:gd name="connsiteX96" fmla="*/ 1454150 w 2546350"/>
                  <a:gd name="connsiteY96" fmla="*/ 2606675 h 2838450"/>
                  <a:gd name="connsiteX97" fmla="*/ 1419225 w 2546350"/>
                  <a:gd name="connsiteY97" fmla="*/ 2689225 h 2838450"/>
                  <a:gd name="connsiteX98" fmla="*/ 1339850 w 2546350"/>
                  <a:gd name="connsiteY98" fmla="*/ 2660650 h 2838450"/>
                  <a:gd name="connsiteX99" fmla="*/ 1222375 w 2546350"/>
                  <a:gd name="connsiteY99" fmla="*/ 2663825 h 2838450"/>
                  <a:gd name="connsiteX100" fmla="*/ 1149350 w 2546350"/>
                  <a:gd name="connsiteY100" fmla="*/ 2628900 h 2838450"/>
                  <a:gd name="connsiteX101" fmla="*/ 1127125 w 2546350"/>
                  <a:gd name="connsiteY101" fmla="*/ 2628900 h 2838450"/>
                  <a:gd name="connsiteX102" fmla="*/ 1127125 w 2546350"/>
                  <a:gd name="connsiteY102" fmla="*/ 2654300 h 2838450"/>
                  <a:gd name="connsiteX103" fmla="*/ 1146175 w 2546350"/>
                  <a:gd name="connsiteY103" fmla="*/ 2698750 h 2838450"/>
                  <a:gd name="connsiteX104" fmla="*/ 1085850 w 2546350"/>
                  <a:gd name="connsiteY104" fmla="*/ 2705100 h 2838450"/>
                  <a:gd name="connsiteX105" fmla="*/ 1006475 w 2546350"/>
                  <a:gd name="connsiteY105" fmla="*/ 2806700 h 2838450"/>
                  <a:gd name="connsiteX106" fmla="*/ 958850 w 2546350"/>
                  <a:gd name="connsiteY106" fmla="*/ 2806700 h 2838450"/>
                  <a:gd name="connsiteX107" fmla="*/ 946150 w 2546350"/>
                  <a:gd name="connsiteY107" fmla="*/ 2838450 h 2838450"/>
                  <a:gd name="connsiteX108" fmla="*/ 758825 w 2546350"/>
                  <a:gd name="connsiteY108" fmla="*/ 2797175 h 2838450"/>
                  <a:gd name="connsiteX109" fmla="*/ 698500 w 2546350"/>
                  <a:gd name="connsiteY109" fmla="*/ 2806700 h 2838450"/>
                  <a:gd name="connsiteX110" fmla="*/ 657225 w 2546350"/>
                  <a:gd name="connsiteY110" fmla="*/ 2797175 h 2838450"/>
                  <a:gd name="connsiteX111" fmla="*/ 704850 w 2546350"/>
                  <a:gd name="connsiteY111" fmla="*/ 2743200 h 2838450"/>
                  <a:gd name="connsiteX112" fmla="*/ 704850 w 2546350"/>
                  <a:gd name="connsiteY112" fmla="*/ 2705100 h 2838450"/>
                  <a:gd name="connsiteX113" fmla="*/ 660400 w 2546350"/>
                  <a:gd name="connsiteY113" fmla="*/ 2705100 h 2838450"/>
                  <a:gd name="connsiteX114" fmla="*/ 708025 w 2546350"/>
                  <a:gd name="connsiteY114" fmla="*/ 2552700 h 2838450"/>
                  <a:gd name="connsiteX115" fmla="*/ 752475 w 2546350"/>
                  <a:gd name="connsiteY115" fmla="*/ 2552700 h 2838450"/>
                  <a:gd name="connsiteX116" fmla="*/ 809625 w 2546350"/>
                  <a:gd name="connsiteY116" fmla="*/ 2409825 h 2838450"/>
                  <a:gd name="connsiteX117" fmla="*/ 866775 w 2546350"/>
                  <a:gd name="connsiteY117" fmla="*/ 2409825 h 2838450"/>
                  <a:gd name="connsiteX118" fmla="*/ 885825 w 2546350"/>
                  <a:gd name="connsiteY118" fmla="*/ 2317750 h 2838450"/>
                  <a:gd name="connsiteX119" fmla="*/ 850900 w 2546350"/>
                  <a:gd name="connsiteY119" fmla="*/ 2257425 h 2838450"/>
                  <a:gd name="connsiteX120" fmla="*/ 815975 w 2546350"/>
                  <a:gd name="connsiteY120" fmla="*/ 2311400 h 2838450"/>
                  <a:gd name="connsiteX121" fmla="*/ 749300 w 2546350"/>
                  <a:gd name="connsiteY121" fmla="*/ 2286000 h 2838450"/>
                  <a:gd name="connsiteX122" fmla="*/ 720725 w 2546350"/>
                  <a:gd name="connsiteY122" fmla="*/ 2289175 h 2838450"/>
                  <a:gd name="connsiteX123" fmla="*/ 685800 w 2546350"/>
                  <a:gd name="connsiteY123" fmla="*/ 2219325 h 2838450"/>
                  <a:gd name="connsiteX124" fmla="*/ 746125 w 2546350"/>
                  <a:gd name="connsiteY124" fmla="*/ 2171700 h 2838450"/>
                  <a:gd name="connsiteX125" fmla="*/ 447675 w 2546350"/>
                  <a:gd name="connsiteY125" fmla="*/ 1978025 h 2838450"/>
                  <a:gd name="connsiteX126" fmla="*/ 479425 w 2546350"/>
                  <a:gd name="connsiteY126" fmla="*/ 1917700 h 2838450"/>
                  <a:gd name="connsiteX127" fmla="*/ 517525 w 2546350"/>
                  <a:gd name="connsiteY127" fmla="*/ 1917700 h 2838450"/>
                  <a:gd name="connsiteX128" fmla="*/ 473075 w 2546350"/>
                  <a:gd name="connsiteY128" fmla="*/ 1835150 h 2838450"/>
                  <a:gd name="connsiteX129" fmla="*/ 469900 w 2546350"/>
                  <a:gd name="connsiteY129" fmla="*/ 1609725 h 2838450"/>
                  <a:gd name="connsiteX130" fmla="*/ 377825 w 2546350"/>
                  <a:gd name="connsiteY130" fmla="*/ 1609725 h 2838450"/>
                  <a:gd name="connsiteX131" fmla="*/ 342900 w 2546350"/>
                  <a:gd name="connsiteY131" fmla="*/ 1641475 h 2838450"/>
                  <a:gd name="connsiteX132" fmla="*/ 285750 w 2546350"/>
                  <a:gd name="connsiteY132" fmla="*/ 1597025 h 2838450"/>
                  <a:gd name="connsiteX133" fmla="*/ 152400 w 2546350"/>
                  <a:gd name="connsiteY133" fmla="*/ 1673225 h 2838450"/>
                  <a:gd name="connsiteX134" fmla="*/ 73025 w 2546350"/>
                  <a:gd name="connsiteY134" fmla="*/ 1651000 h 2838450"/>
                  <a:gd name="connsiteX135" fmla="*/ 95250 w 2546350"/>
                  <a:gd name="connsiteY135" fmla="*/ 1568450 h 2838450"/>
                  <a:gd name="connsiteX136" fmla="*/ 98425 w 2546350"/>
                  <a:gd name="connsiteY136" fmla="*/ 1524000 h 2838450"/>
                  <a:gd name="connsiteX137" fmla="*/ 53975 w 2546350"/>
                  <a:gd name="connsiteY137" fmla="*/ 1508125 h 2838450"/>
                  <a:gd name="connsiteX138" fmla="*/ 114300 w 2546350"/>
                  <a:gd name="connsiteY138" fmla="*/ 1431925 h 2838450"/>
                  <a:gd name="connsiteX139" fmla="*/ 152400 w 2546350"/>
                  <a:gd name="connsiteY139" fmla="*/ 1435100 h 2838450"/>
                  <a:gd name="connsiteX140" fmla="*/ 168275 w 2546350"/>
                  <a:gd name="connsiteY140" fmla="*/ 1422400 h 2838450"/>
                  <a:gd name="connsiteX141" fmla="*/ 117475 w 2546350"/>
                  <a:gd name="connsiteY141" fmla="*/ 1314450 h 2838450"/>
                  <a:gd name="connsiteX142" fmla="*/ 171450 w 2546350"/>
                  <a:gd name="connsiteY142" fmla="*/ 1254125 h 2838450"/>
                  <a:gd name="connsiteX143" fmla="*/ 146050 w 2546350"/>
                  <a:gd name="connsiteY143" fmla="*/ 1216025 h 2838450"/>
                  <a:gd name="connsiteX144" fmla="*/ 193675 w 2546350"/>
                  <a:gd name="connsiteY144" fmla="*/ 1136650 h 2838450"/>
                  <a:gd name="connsiteX145" fmla="*/ 161925 w 2546350"/>
                  <a:gd name="connsiteY145" fmla="*/ 1127125 h 2838450"/>
                  <a:gd name="connsiteX146" fmla="*/ 95250 w 2546350"/>
                  <a:gd name="connsiteY146" fmla="*/ 1114425 h 2838450"/>
                  <a:gd name="connsiteX147" fmla="*/ 146050 w 2546350"/>
                  <a:gd name="connsiteY147" fmla="*/ 965200 h 2838450"/>
                  <a:gd name="connsiteX148" fmla="*/ 60325 w 2546350"/>
                  <a:gd name="connsiteY148" fmla="*/ 968375 h 2838450"/>
                  <a:gd name="connsiteX149" fmla="*/ 60325 w 2546350"/>
                  <a:gd name="connsiteY149" fmla="*/ 895350 h 2838450"/>
                  <a:gd name="connsiteX150" fmla="*/ 95250 w 2546350"/>
                  <a:gd name="connsiteY150" fmla="*/ 854075 h 2838450"/>
                  <a:gd name="connsiteX151" fmla="*/ 0 w 2546350"/>
                  <a:gd name="connsiteY151" fmla="*/ 704850 h 2838450"/>
                  <a:gd name="connsiteX152" fmla="*/ 44450 w 2546350"/>
                  <a:gd name="connsiteY152" fmla="*/ 644525 h 2838450"/>
                  <a:gd name="connsiteX153" fmla="*/ 146050 w 2546350"/>
                  <a:gd name="connsiteY153" fmla="*/ 663575 h 2838450"/>
                  <a:gd name="connsiteX154" fmla="*/ 196850 w 2546350"/>
                  <a:gd name="connsiteY154" fmla="*/ 704850 h 2838450"/>
                  <a:gd name="connsiteX155" fmla="*/ 266700 w 2546350"/>
                  <a:gd name="connsiteY155" fmla="*/ 596900 h 2838450"/>
                  <a:gd name="connsiteX156" fmla="*/ 301625 w 2546350"/>
                  <a:gd name="connsiteY156" fmla="*/ 657225 h 2838450"/>
                  <a:gd name="connsiteX157" fmla="*/ 396875 w 2546350"/>
                  <a:gd name="connsiteY157" fmla="*/ 647700 h 2838450"/>
                  <a:gd name="connsiteX158" fmla="*/ 425450 w 2546350"/>
                  <a:gd name="connsiteY158" fmla="*/ 193675 h 2838450"/>
                  <a:gd name="connsiteX159" fmla="*/ 422275 w 2546350"/>
                  <a:gd name="connsiteY159" fmla="*/ 139700 h 2838450"/>
                  <a:gd name="connsiteX160" fmla="*/ 514350 w 2546350"/>
                  <a:gd name="connsiteY160" fmla="*/ 0 h 2838450"/>
                  <a:gd name="connsiteX0" fmla="*/ 523875 w 2546350"/>
                  <a:gd name="connsiteY0" fmla="*/ 0 h 2828925"/>
                  <a:gd name="connsiteX1" fmla="*/ 558800 w 2546350"/>
                  <a:gd name="connsiteY1" fmla="*/ 57150 h 2828925"/>
                  <a:gd name="connsiteX2" fmla="*/ 625475 w 2546350"/>
                  <a:gd name="connsiteY2" fmla="*/ 66675 h 2828925"/>
                  <a:gd name="connsiteX3" fmla="*/ 638175 w 2546350"/>
                  <a:gd name="connsiteY3" fmla="*/ 60325 h 2828925"/>
                  <a:gd name="connsiteX4" fmla="*/ 660400 w 2546350"/>
                  <a:gd name="connsiteY4" fmla="*/ 133350 h 2828925"/>
                  <a:gd name="connsiteX5" fmla="*/ 708025 w 2546350"/>
                  <a:gd name="connsiteY5" fmla="*/ 228600 h 2828925"/>
                  <a:gd name="connsiteX6" fmla="*/ 708025 w 2546350"/>
                  <a:gd name="connsiteY6" fmla="*/ 260350 h 2828925"/>
                  <a:gd name="connsiteX7" fmla="*/ 850900 w 2546350"/>
                  <a:gd name="connsiteY7" fmla="*/ 295275 h 2828925"/>
                  <a:gd name="connsiteX8" fmla="*/ 895350 w 2546350"/>
                  <a:gd name="connsiteY8" fmla="*/ 292100 h 2828925"/>
                  <a:gd name="connsiteX9" fmla="*/ 958850 w 2546350"/>
                  <a:gd name="connsiteY9" fmla="*/ 314325 h 2828925"/>
                  <a:gd name="connsiteX10" fmla="*/ 1000125 w 2546350"/>
                  <a:gd name="connsiteY10" fmla="*/ 339725 h 2828925"/>
                  <a:gd name="connsiteX11" fmla="*/ 1003300 w 2546350"/>
                  <a:gd name="connsiteY11" fmla="*/ 466725 h 2828925"/>
                  <a:gd name="connsiteX12" fmla="*/ 1076325 w 2546350"/>
                  <a:gd name="connsiteY12" fmla="*/ 527050 h 2828925"/>
                  <a:gd name="connsiteX13" fmla="*/ 1092200 w 2546350"/>
                  <a:gd name="connsiteY13" fmla="*/ 615950 h 2828925"/>
                  <a:gd name="connsiteX14" fmla="*/ 1066800 w 2546350"/>
                  <a:gd name="connsiteY14" fmla="*/ 758825 h 2828925"/>
                  <a:gd name="connsiteX15" fmla="*/ 1177925 w 2546350"/>
                  <a:gd name="connsiteY15" fmla="*/ 768350 h 2828925"/>
                  <a:gd name="connsiteX16" fmla="*/ 1219200 w 2546350"/>
                  <a:gd name="connsiteY16" fmla="*/ 860425 h 2828925"/>
                  <a:gd name="connsiteX17" fmla="*/ 1289050 w 2546350"/>
                  <a:gd name="connsiteY17" fmla="*/ 863600 h 2828925"/>
                  <a:gd name="connsiteX18" fmla="*/ 1330325 w 2546350"/>
                  <a:gd name="connsiteY18" fmla="*/ 844550 h 2828925"/>
                  <a:gd name="connsiteX19" fmla="*/ 1343025 w 2546350"/>
                  <a:gd name="connsiteY19" fmla="*/ 889000 h 2828925"/>
                  <a:gd name="connsiteX20" fmla="*/ 1416050 w 2546350"/>
                  <a:gd name="connsiteY20" fmla="*/ 863600 h 2828925"/>
                  <a:gd name="connsiteX21" fmla="*/ 1450975 w 2546350"/>
                  <a:gd name="connsiteY21" fmla="*/ 885825 h 2828925"/>
                  <a:gd name="connsiteX22" fmla="*/ 1533525 w 2546350"/>
                  <a:gd name="connsiteY22" fmla="*/ 781050 h 2828925"/>
                  <a:gd name="connsiteX23" fmla="*/ 1597025 w 2546350"/>
                  <a:gd name="connsiteY23" fmla="*/ 749300 h 2828925"/>
                  <a:gd name="connsiteX24" fmla="*/ 1660525 w 2546350"/>
                  <a:gd name="connsiteY24" fmla="*/ 758825 h 2828925"/>
                  <a:gd name="connsiteX25" fmla="*/ 1670050 w 2546350"/>
                  <a:gd name="connsiteY25" fmla="*/ 857250 h 2828925"/>
                  <a:gd name="connsiteX26" fmla="*/ 1739900 w 2546350"/>
                  <a:gd name="connsiteY26" fmla="*/ 968375 h 2828925"/>
                  <a:gd name="connsiteX27" fmla="*/ 1717675 w 2546350"/>
                  <a:gd name="connsiteY27" fmla="*/ 1050925 h 2828925"/>
                  <a:gd name="connsiteX28" fmla="*/ 1727200 w 2546350"/>
                  <a:gd name="connsiteY28" fmla="*/ 1089025 h 2828925"/>
                  <a:gd name="connsiteX29" fmla="*/ 1838325 w 2546350"/>
                  <a:gd name="connsiteY29" fmla="*/ 1089025 h 2828925"/>
                  <a:gd name="connsiteX30" fmla="*/ 1841500 w 2546350"/>
                  <a:gd name="connsiteY30" fmla="*/ 1127125 h 2828925"/>
                  <a:gd name="connsiteX31" fmla="*/ 1905000 w 2546350"/>
                  <a:gd name="connsiteY31" fmla="*/ 1136650 h 2828925"/>
                  <a:gd name="connsiteX32" fmla="*/ 1905000 w 2546350"/>
                  <a:gd name="connsiteY32" fmla="*/ 1136650 h 2828925"/>
                  <a:gd name="connsiteX33" fmla="*/ 1993900 w 2546350"/>
                  <a:gd name="connsiteY33" fmla="*/ 1146175 h 2828925"/>
                  <a:gd name="connsiteX34" fmla="*/ 2000250 w 2546350"/>
                  <a:gd name="connsiteY34" fmla="*/ 1073150 h 2828925"/>
                  <a:gd name="connsiteX35" fmla="*/ 2022475 w 2546350"/>
                  <a:gd name="connsiteY35" fmla="*/ 1057275 h 2828925"/>
                  <a:gd name="connsiteX36" fmla="*/ 2095500 w 2546350"/>
                  <a:gd name="connsiteY36" fmla="*/ 1089025 h 2828925"/>
                  <a:gd name="connsiteX37" fmla="*/ 2098675 w 2546350"/>
                  <a:gd name="connsiteY37" fmla="*/ 1120775 h 2828925"/>
                  <a:gd name="connsiteX38" fmla="*/ 2127250 w 2546350"/>
                  <a:gd name="connsiteY38" fmla="*/ 1089025 h 2828925"/>
                  <a:gd name="connsiteX39" fmla="*/ 2168525 w 2546350"/>
                  <a:gd name="connsiteY39" fmla="*/ 1136650 h 2828925"/>
                  <a:gd name="connsiteX40" fmla="*/ 2184400 w 2546350"/>
                  <a:gd name="connsiteY40" fmla="*/ 1165225 h 2828925"/>
                  <a:gd name="connsiteX41" fmla="*/ 2219325 w 2546350"/>
                  <a:gd name="connsiteY41" fmla="*/ 1171575 h 2828925"/>
                  <a:gd name="connsiteX42" fmla="*/ 2292350 w 2546350"/>
                  <a:gd name="connsiteY42" fmla="*/ 1193800 h 2828925"/>
                  <a:gd name="connsiteX43" fmla="*/ 2336800 w 2546350"/>
                  <a:gd name="connsiteY43" fmla="*/ 1171575 h 2828925"/>
                  <a:gd name="connsiteX44" fmla="*/ 2339975 w 2546350"/>
                  <a:gd name="connsiteY44" fmla="*/ 1031875 h 2828925"/>
                  <a:gd name="connsiteX45" fmla="*/ 2365375 w 2546350"/>
                  <a:gd name="connsiteY45" fmla="*/ 1009650 h 2828925"/>
                  <a:gd name="connsiteX46" fmla="*/ 2397125 w 2546350"/>
                  <a:gd name="connsiteY46" fmla="*/ 1038225 h 2828925"/>
                  <a:gd name="connsiteX47" fmla="*/ 2381250 w 2546350"/>
                  <a:gd name="connsiteY47" fmla="*/ 1136650 h 2828925"/>
                  <a:gd name="connsiteX48" fmla="*/ 2413000 w 2546350"/>
                  <a:gd name="connsiteY48" fmla="*/ 1152525 h 2828925"/>
                  <a:gd name="connsiteX49" fmla="*/ 2413000 w 2546350"/>
                  <a:gd name="connsiteY49" fmla="*/ 1184275 h 2828925"/>
                  <a:gd name="connsiteX50" fmla="*/ 2374900 w 2546350"/>
                  <a:gd name="connsiteY50" fmla="*/ 1196975 h 2828925"/>
                  <a:gd name="connsiteX51" fmla="*/ 2400300 w 2546350"/>
                  <a:gd name="connsiteY51" fmla="*/ 1260475 h 2828925"/>
                  <a:gd name="connsiteX52" fmla="*/ 2393950 w 2546350"/>
                  <a:gd name="connsiteY52" fmla="*/ 1301750 h 2828925"/>
                  <a:gd name="connsiteX53" fmla="*/ 2393950 w 2546350"/>
                  <a:gd name="connsiteY53" fmla="*/ 1355725 h 2828925"/>
                  <a:gd name="connsiteX54" fmla="*/ 2419350 w 2546350"/>
                  <a:gd name="connsiteY54" fmla="*/ 1362075 h 2828925"/>
                  <a:gd name="connsiteX55" fmla="*/ 2406650 w 2546350"/>
                  <a:gd name="connsiteY55" fmla="*/ 1419225 h 2828925"/>
                  <a:gd name="connsiteX56" fmla="*/ 2413000 w 2546350"/>
                  <a:gd name="connsiteY56" fmla="*/ 1454150 h 2828925"/>
                  <a:gd name="connsiteX57" fmla="*/ 2432050 w 2546350"/>
                  <a:gd name="connsiteY57" fmla="*/ 1454150 h 2828925"/>
                  <a:gd name="connsiteX58" fmla="*/ 2403475 w 2546350"/>
                  <a:gd name="connsiteY58" fmla="*/ 1517650 h 2828925"/>
                  <a:gd name="connsiteX59" fmla="*/ 2435225 w 2546350"/>
                  <a:gd name="connsiteY59" fmla="*/ 1555750 h 2828925"/>
                  <a:gd name="connsiteX60" fmla="*/ 2457450 w 2546350"/>
                  <a:gd name="connsiteY60" fmla="*/ 1552575 h 2828925"/>
                  <a:gd name="connsiteX61" fmla="*/ 2460625 w 2546350"/>
                  <a:gd name="connsiteY61" fmla="*/ 1584325 h 2828925"/>
                  <a:gd name="connsiteX62" fmla="*/ 2416175 w 2546350"/>
                  <a:gd name="connsiteY62" fmla="*/ 1600200 h 2828925"/>
                  <a:gd name="connsiteX63" fmla="*/ 2432050 w 2546350"/>
                  <a:gd name="connsiteY63" fmla="*/ 1619250 h 2828925"/>
                  <a:gd name="connsiteX64" fmla="*/ 2470150 w 2546350"/>
                  <a:gd name="connsiteY64" fmla="*/ 1638300 h 2828925"/>
                  <a:gd name="connsiteX65" fmla="*/ 2466975 w 2546350"/>
                  <a:gd name="connsiteY65" fmla="*/ 1666875 h 2828925"/>
                  <a:gd name="connsiteX66" fmla="*/ 2495550 w 2546350"/>
                  <a:gd name="connsiteY66" fmla="*/ 1682750 h 2828925"/>
                  <a:gd name="connsiteX67" fmla="*/ 2527300 w 2546350"/>
                  <a:gd name="connsiteY67" fmla="*/ 1657350 h 2828925"/>
                  <a:gd name="connsiteX68" fmla="*/ 2533650 w 2546350"/>
                  <a:gd name="connsiteY68" fmla="*/ 1685925 h 2828925"/>
                  <a:gd name="connsiteX69" fmla="*/ 2546350 w 2546350"/>
                  <a:gd name="connsiteY69" fmla="*/ 1724025 h 2828925"/>
                  <a:gd name="connsiteX70" fmla="*/ 2495550 w 2546350"/>
                  <a:gd name="connsiteY70" fmla="*/ 1720850 h 2828925"/>
                  <a:gd name="connsiteX71" fmla="*/ 2466975 w 2546350"/>
                  <a:gd name="connsiteY71" fmla="*/ 1724025 h 2828925"/>
                  <a:gd name="connsiteX72" fmla="*/ 2432050 w 2546350"/>
                  <a:gd name="connsiteY72" fmla="*/ 1704975 h 2828925"/>
                  <a:gd name="connsiteX73" fmla="*/ 2365375 w 2546350"/>
                  <a:gd name="connsiteY73" fmla="*/ 1736725 h 2828925"/>
                  <a:gd name="connsiteX74" fmla="*/ 2330450 w 2546350"/>
                  <a:gd name="connsiteY74" fmla="*/ 1762125 h 2828925"/>
                  <a:gd name="connsiteX75" fmla="*/ 2327275 w 2546350"/>
                  <a:gd name="connsiteY75" fmla="*/ 1803400 h 2828925"/>
                  <a:gd name="connsiteX76" fmla="*/ 2308225 w 2546350"/>
                  <a:gd name="connsiteY76" fmla="*/ 1825625 h 2828925"/>
                  <a:gd name="connsiteX77" fmla="*/ 2254250 w 2546350"/>
                  <a:gd name="connsiteY77" fmla="*/ 1828800 h 2828925"/>
                  <a:gd name="connsiteX78" fmla="*/ 2251075 w 2546350"/>
                  <a:gd name="connsiteY78" fmla="*/ 1930400 h 2828925"/>
                  <a:gd name="connsiteX79" fmla="*/ 2273300 w 2546350"/>
                  <a:gd name="connsiteY79" fmla="*/ 2044700 h 2828925"/>
                  <a:gd name="connsiteX80" fmla="*/ 2270125 w 2546350"/>
                  <a:gd name="connsiteY80" fmla="*/ 2146300 h 2828925"/>
                  <a:gd name="connsiteX81" fmla="*/ 2282825 w 2546350"/>
                  <a:gd name="connsiteY81" fmla="*/ 2203450 h 2828925"/>
                  <a:gd name="connsiteX82" fmla="*/ 2266950 w 2546350"/>
                  <a:gd name="connsiteY82" fmla="*/ 2254250 h 2828925"/>
                  <a:gd name="connsiteX83" fmla="*/ 2260600 w 2546350"/>
                  <a:gd name="connsiteY83" fmla="*/ 2292350 h 2828925"/>
                  <a:gd name="connsiteX84" fmla="*/ 2139950 w 2546350"/>
                  <a:gd name="connsiteY84" fmla="*/ 2324100 h 2828925"/>
                  <a:gd name="connsiteX85" fmla="*/ 2082800 w 2546350"/>
                  <a:gd name="connsiteY85" fmla="*/ 2324100 h 2828925"/>
                  <a:gd name="connsiteX86" fmla="*/ 2063750 w 2546350"/>
                  <a:gd name="connsiteY86" fmla="*/ 2384425 h 2828925"/>
                  <a:gd name="connsiteX87" fmla="*/ 1987550 w 2546350"/>
                  <a:gd name="connsiteY87" fmla="*/ 2400300 h 2828925"/>
                  <a:gd name="connsiteX88" fmla="*/ 1974850 w 2546350"/>
                  <a:gd name="connsiteY88" fmla="*/ 2498725 h 2828925"/>
                  <a:gd name="connsiteX89" fmla="*/ 1905000 w 2546350"/>
                  <a:gd name="connsiteY89" fmla="*/ 2498725 h 2828925"/>
                  <a:gd name="connsiteX90" fmla="*/ 1847850 w 2546350"/>
                  <a:gd name="connsiteY90" fmla="*/ 2508250 h 2828925"/>
                  <a:gd name="connsiteX91" fmla="*/ 1724025 w 2546350"/>
                  <a:gd name="connsiteY91" fmla="*/ 2492375 h 2828925"/>
                  <a:gd name="connsiteX92" fmla="*/ 1704975 w 2546350"/>
                  <a:gd name="connsiteY92" fmla="*/ 2606675 h 2828925"/>
                  <a:gd name="connsiteX93" fmla="*/ 1641475 w 2546350"/>
                  <a:gd name="connsiteY93" fmla="*/ 2593975 h 2828925"/>
                  <a:gd name="connsiteX94" fmla="*/ 1593850 w 2546350"/>
                  <a:gd name="connsiteY94" fmla="*/ 2578100 h 2828925"/>
                  <a:gd name="connsiteX95" fmla="*/ 1552575 w 2546350"/>
                  <a:gd name="connsiteY95" fmla="*/ 2597150 h 2828925"/>
                  <a:gd name="connsiteX96" fmla="*/ 1454150 w 2546350"/>
                  <a:gd name="connsiteY96" fmla="*/ 2597150 h 2828925"/>
                  <a:gd name="connsiteX97" fmla="*/ 1419225 w 2546350"/>
                  <a:gd name="connsiteY97" fmla="*/ 2679700 h 2828925"/>
                  <a:gd name="connsiteX98" fmla="*/ 1339850 w 2546350"/>
                  <a:gd name="connsiteY98" fmla="*/ 2651125 h 2828925"/>
                  <a:gd name="connsiteX99" fmla="*/ 1222375 w 2546350"/>
                  <a:gd name="connsiteY99" fmla="*/ 2654300 h 2828925"/>
                  <a:gd name="connsiteX100" fmla="*/ 1149350 w 2546350"/>
                  <a:gd name="connsiteY100" fmla="*/ 2619375 h 2828925"/>
                  <a:gd name="connsiteX101" fmla="*/ 1127125 w 2546350"/>
                  <a:gd name="connsiteY101" fmla="*/ 2619375 h 2828925"/>
                  <a:gd name="connsiteX102" fmla="*/ 1127125 w 2546350"/>
                  <a:gd name="connsiteY102" fmla="*/ 2644775 h 2828925"/>
                  <a:gd name="connsiteX103" fmla="*/ 1146175 w 2546350"/>
                  <a:gd name="connsiteY103" fmla="*/ 2689225 h 2828925"/>
                  <a:gd name="connsiteX104" fmla="*/ 1085850 w 2546350"/>
                  <a:gd name="connsiteY104" fmla="*/ 2695575 h 2828925"/>
                  <a:gd name="connsiteX105" fmla="*/ 1006475 w 2546350"/>
                  <a:gd name="connsiteY105" fmla="*/ 2797175 h 2828925"/>
                  <a:gd name="connsiteX106" fmla="*/ 958850 w 2546350"/>
                  <a:gd name="connsiteY106" fmla="*/ 2797175 h 2828925"/>
                  <a:gd name="connsiteX107" fmla="*/ 946150 w 2546350"/>
                  <a:gd name="connsiteY107" fmla="*/ 2828925 h 2828925"/>
                  <a:gd name="connsiteX108" fmla="*/ 758825 w 2546350"/>
                  <a:gd name="connsiteY108" fmla="*/ 2787650 h 2828925"/>
                  <a:gd name="connsiteX109" fmla="*/ 698500 w 2546350"/>
                  <a:gd name="connsiteY109" fmla="*/ 2797175 h 2828925"/>
                  <a:gd name="connsiteX110" fmla="*/ 657225 w 2546350"/>
                  <a:gd name="connsiteY110" fmla="*/ 2787650 h 2828925"/>
                  <a:gd name="connsiteX111" fmla="*/ 704850 w 2546350"/>
                  <a:gd name="connsiteY111" fmla="*/ 2733675 h 2828925"/>
                  <a:gd name="connsiteX112" fmla="*/ 704850 w 2546350"/>
                  <a:gd name="connsiteY112" fmla="*/ 2695575 h 2828925"/>
                  <a:gd name="connsiteX113" fmla="*/ 660400 w 2546350"/>
                  <a:gd name="connsiteY113" fmla="*/ 2695575 h 2828925"/>
                  <a:gd name="connsiteX114" fmla="*/ 708025 w 2546350"/>
                  <a:gd name="connsiteY114" fmla="*/ 2543175 h 2828925"/>
                  <a:gd name="connsiteX115" fmla="*/ 752475 w 2546350"/>
                  <a:gd name="connsiteY115" fmla="*/ 2543175 h 2828925"/>
                  <a:gd name="connsiteX116" fmla="*/ 809625 w 2546350"/>
                  <a:gd name="connsiteY116" fmla="*/ 2400300 h 2828925"/>
                  <a:gd name="connsiteX117" fmla="*/ 866775 w 2546350"/>
                  <a:gd name="connsiteY117" fmla="*/ 2400300 h 2828925"/>
                  <a:gd name="connsiteX118" fmla="*/ 885825 w 2546350"/>
                  <a:gd name="connsiteY118" fmla="*/ 2308225 h 2828925"/>
                  <a:gd name="connsiteX119" fmla="*/ 850900 w 2546350"/>
                  <a:gd name="connsiteY119" fmla="*/ 2247900 h 2828925"/>
                  <a:gd name="connsiteX120" fmla="*/ 815975 w 2546350"/>
                  <a:gd name="connsiteY120" fmla="*/ 2301875 h 2828925"/>
                  <a:gd name="connsiteX121" fmla="*/ 749300 w 2546350"/>
                  <a:gd name="connsiteY121" fmla="*/ 2276475 h 2828925"/>
                  <a:gd name="connsiteX122" fmla="*/ 720725 w 2546350"/>
                  <a:gd name="connsiteY122" fmla="*/ 2279650 h 2828925"/>
                  <a:gd name="connsiteX123" fmla="*/ 685800 w 2546350"/>
                  <a:gd name="connsiteY123" fmla="*/ 2209800 h 2828925"/>
                  <a:gd name="connsiteX124" fmla="*/ 746125 w 2546350"/>
                  <a:gd name="connsiteY124" fmla="*/ 2162175 h 2828925"/>
                  <a:gd name="connsiteX125" fmla="*/ 447675 w 2546350"/>
                  <a:gd name="connsiteY125" fmla="*/ 1968500 h 2828925"/>
                  <a:gd name="connsiteX126" fmla="*/ 479425 w 2546350"/>
                  <a:gd name="connsiteY126" fmla="*/ 1908175 h 2828925"/>
                  <a:gd name="connsiteX127" fmla="*/ 517525 w 2546350"/>
                  <a:gd name="connsiteY127" fmla="*/ 1908175 h 2828925"/>
                  <a:gd name="connsiteX128" fmla="*/ 473075 w 2546350"/>
                  <a:gd name="connsiteY128" fmla="*/ 1825625 h 2828925"/>
                  <a:gd name="connsiteX129" fmla="*/ 469900 w 2546350"/>
                  <a:gd name="connsiteY129" fmla="*/ 1600200 h 2828925"/>
                  <a:gd name="connsiteX130" fmla="*/ 377825 w 2546350"/>
                  <a:gd name="connsiteY130" fmla="*/ 1600200 h 2828925"/>
                  <a:gd name="connsiteX131" fmla="*/ 342900 w 2546350"/>
                  <a:gd name="connsiteY131" fmla="*/ 1631950 h 2828925"/>
                  <a:gd name="connsiteX132" fmla="*/ 285750 w 2546350"/>
                  <a:gd name="connsiteY132" fmla="*/ 1587500 h 2828925"/>
                  <a:gd name="connsiteX133" fmla="*/ 152400 w 2546350"/>
                  <a:gd name="connsiteY133" fmla="*/ 1663700 h 2828925"/>
                  <a:gd name="connsiteX134" fmla="*/ 73025 w 2546350"/>
                  <a:gd name="connsiteY134" fmla="*/ 1641475 h 2828925"/>
                  <a:gd name="connsiteX135" fmla="*/ 95250 w 2546350"/>
                  <a:gd name="connsiteY135" fmla="*/ 1558925 h 2828925"/>
                  <a:gd name="connsiteX136" fmla="*/ 98425 w 2546350"/>
                  <a:gd name="connsiteY136" fmla="*/ 1514475 h 2828925"/>
                  <a:gd name="connsiteX137" fmla="*/ 53975 w 2546350"/>
                  <a:gd name="connsiteY137" fmla="*/ 1498600 h 2828925"/>
                  <a:gd name="connsiteX138" fmla="*/ 114300 w 2546350"/>
                  <a:gd name="connsiteY138" fmla="*/ 1422400 h 2828925"/>
                  <a:gd name="connsiteX139" fmla="*/ 152400 w 2546350"/>
                  <a:gd name="connsiteY139" fmla="*/ 1425575 h 2828925"/>
                  <a:gd name="connsiteX140" fmla="*/ 168275 w 2546350"/>
                  <a:gd name="connsiteY140" fmla="*/ 1412875 h 2828925"/>
                  <a:gd name="connsiteX141" fmla="*/ 117475 w 2546350"/>
                  <a:gd name="connsiteY141" fmla="*/ 1304925 h 2828925"/>
                  <a:gd name="connsiteX142" fmla="*/ 171450 w 2546350"/>
                  <a:gd name="connsiteY142" fmla="*/ 1244600 h 2828925"/>
                  <a:gd name="connsiteX143" fmla="*/ 146050 w 2546350"/>
                  <a:gd name="connsiteY143" fmla="*/ 1206500 h 2828925"/>
                  <a:gd name="connsiteX144" fmla="*/ 193675 w 2546350"/>
                  <a:gd name="connsiteY144" fmla="*/ 1127125 h 2828925"/>
                  <a:gd name="connsiteX145" fmla="*/ 161925 w 2546350"/>
                  <a:gd name="connsiteY145" fmla="*/ 1117600 h 2828925"/>
                  <a:gd name="connsiteX146" fmla="*/ 95250 w 2546350"/>
                  <a:gd name="connsiteY146" fmla="*/ 1104900 h 2828925"/>
                  <a:gd name="connsiteX147" fmla="*/ 146050 w 2546350"/>
                  <a:gd name="connsiteY147" fmla="*/ 955675 h 2828925"/>
                  <a:gd name="connsiteX148" fmla="*/ 60325 w 2546350"/>
                  <a:gd name="connsiteY148" fmla="*/ 958850 h 2828925"/>
                  <a:gd name="connsiteX149" fmla="*/ 60325 w 2546350"/>
                  <a:gd name="connsiteY149" fmla="*/ 885825 h 2828925"/>
                  <a:gd name="connsiteX150" fmla="*/ 95250 w 2546350"/>
                  <a:gd name="connsiteY150" fmla="*/ 844550 h 2828925"/>
                  <a:gd name="connsiteX151" fmla="*/ 0 w 2546350"/>
                  <a:gd name="connsiteY151" fmla="*/ 695325 h 2828925"/>
                  <a:gd name="connsiteX152" fmla="*/ 44450 w 2546350"/>
                  <a:gd name="connsiteY152" fmla="*/ 635000 h 2828925"/>
                  <a:gd name="connsiteX153" fmla="*/ 146050 w 2546350"/>
                  <a:gd name="connsiteY153" fmla="*/ 654050 h 2828925"/>
                  <a:gd name="connsiteX154" fmla="*/ 196850 w 2546350"/>
                  <a:gd name="connsiteY154" fmla="*/ 695325 h 2828925"/>
                  <a:gd name="connsiteX155" fmla="*/ 266700 w 2546350"/>
                  <a:gd name="connsiteY155" fmla="*/ 587375 h 2828925"/>
                  <a:gd name="connsiteX156" fmla="*/ 301625 w 2546350"/>
                  <a:gd name="connsiteY156" fmla="*/ 647700 h 2828925"/>
                  <a:gd name="connsiteX157" fmla="*/ 396875 w 2546350"/>
                  <a:gd name="connsiteY157" fmla="*/ 638175 h 2828925"/>
                  <a:gd name="connsiteX158" fmla="*/ 425450 w 2546350"/>
                  <a:gd name="connsiteY158" fmla="*/ 184150 h 2828925"/>
                  <a:gd name="connsiteX159" fmla="*/ 422275 w 2546350"/>
                  <a:gd name="connsiteY159" fmla="*/ 130175 h 2828925"/>
                  <a:gd name="connsiteX160" fmla="*/ 523875 w 2546350"/>
                  <a:gd name="connsiteY160" fmla="*/ 0 h 2828925"/>
                  <a:gd name="connsiteX0" fmla="*/ 523875 w 2546350"/>
                  <a:gd name="connsiteY0" fmla="*/ 0 h 2828925"/>
                  <a:gd name="connsiteX1" fmla="*/ 558800 w 2546350"/>
                  <a:gd name="connsiteY1" fmla="*/ 57150 h 2828925"/>
                  <a:gd name="connsiteX2" fmla="*/ 625475 w 2546350"/>
                  <a:gd name="connsiteY2" fmla="*/ 66675 h 2828925"/>
                  <a:gd name="connsiteX3" fmla="*/ 638175 w 2546350"/>
                  <a:gd name="connsiteY3" fmla="*/ 60325 h 2828925"/>
                  <a:gd name="connsiteX4" fmla="*/ 660400 w 2546350"/>
                  <a:gd name="connsiteY4" fmla="*/ 133350 h 2828925"/>
                  <a:gd name="connsiteX5" fmla="*/ 708025 w 2546350"/>
                  <a:gd name="connsiteY5" fmla="*/ 228600 h 2828925"/>
                  <a:gd name="connsiteX6" fmla="*/ 708025 w 2546350"/>
                  <a:gd name="connsiteY6" fmla="*/ 260350 h 2828925"/>
                  <a:gd name="connsiteX7" fmla="*/ 850900 w 2546350"/>
                  <a:gd name="connsiteY7" fmla="*/ 295275 h 2828925"/>
                  <a:gd name="connsiteX8" fmla="*/ 895350 w 2546350"/>
                  <a:gd name="connsiteY8" fmla="*/ 292100 h 2828925"/>
                  <a:gd name="connsiteX9" fmla="*/ 958850 w 2546350"/>
                  <a:gd name="connsiteY9" fmla="*/ 314325 h 2828925"/>
                  <a:gd name="connsiteX10" fmla="*/ 1000125 w 2546350"/>
                  <a:gd name="connsiteY10" fmla="*/ 339725 h 2828925"/>
                  <a:gd name="connsiteX11" fmla="*/ 1003300 w 2546350"/>
                  <a:gd name="connsiteY11" fmla="*/ 466725 h 2828925"/>
                  <a:gd name="connsiteX12" fmla="*/ 1076325 w 2546350"/>
                  <a:gd name="connsiteY12" fmla="*/ 527050 h 2828925"/>
                  <a:gd name="connsiteX13" fmla="*/ 1092200 w 2546350"/>
                  <a:gd name="connsiteY13" fmla="*/ 615950 h 2828925"/>
                  <a:gd name="connsiteX14" fmla="*/ 1066800 w 2546350"/>
                  <a:gd name="connsiteY14" fmla="*/ 758825 h 2828925"/>
                  <a:gd name="connsiteX15" fmla="*/ 1177925 w 2546350"/>
                  <a:gd name="connsiteY15" fmla="*/ 768350 h 2828925"/>
                  <a:gd name="connsiteX16" fmla="*/ 1219200 w 2546350"/>
                  <a:gd name="connsiteY16" fmla="*/ 860425 h 2828925"/>
                  <a:gd name="connsiteX17" fmla="*/ 1289050 w 2546350"/>
                  <a:gd name="connsiteY17" fmla="*/ 863600 h 2828925"/>
                  <a:gd name="connsiteX18" fmla="*/ 1330325 w 2546350"/>
                  <a:gd name="connsiteY18" fmla="*/ 844550 h 2828925"/>
                  <a:gd name="connsiteX19" fmla="*/ 1343025 w 2546350"/>
                  <a:gd name="connsiteY19" fmla="*/ 889000 h 2828925"/>
                  <a:gd name="connsiteX20" fmla="*/ 1416050 w 2546350"/>
                  <a:gd name="connsiteY20" fmla="*/ 863600 h 2828925"/>
                  <a:gd name="connsiteX21" fmla="*/ 1450975 w 2546350"/>
                  <a:gd name="connsiteY21" fmla="*/ 885825 h 2828925"/>
                  <a:gd name="connsiteX22" fmla="*/ 1533525 w 2546350"/>
                  <a:gd name="connsiteY22" fmla="*/ 781050 h 2828925"/>
                  <a:gd name="connsiteX23" fmla="*/ 1597025 w 2546350"/>
                  <a:gd name="connsiteY23" fmla="*/ 749300 h 2828925"/>
                  <a:gd name="connsiteX24" fmla="*/ 1660525 w 2546350"/>
                  <a:gd name="connsiteY24" fmla="*/ 758825 h 2828925"/>
                  <a:gd name="connsiteX25" fmla="*/ 1670050 w 2546350"/>
                  <a:gd name="connsiteY25" fmla="*/ 857250 h 2828925"/>
                  <a:gd name="connsiteX26" fmla="*/ 1739900 w 2546350"/>
                  <a:gd name="connsiteY26" fmla="*/ 968375 h 2828925"/>
                  <a:gd name="connsiteX27" fmla="*/ 1717675 w 2546350"/>
                  <a:gd name="connsiteY27" fmla="*/ 1050925 h 2828925"/>
                  <a:gd name="connsiteX28" fmla="*/ 1727200 w 2546350"/>
                  <a:gd name="connsiteY28" fmla="*/ 1089025 h 2828925"/>
                  <a:gd name="connsiteX29" fmla="*/ 1838325 w 2546350"/>
                  <a:gd name="connsiteY29" fmla="*/ 1089025 h 2828925"/>
                  <a:gd name="connsiteX30" fmla="*/ 1841500 w 2546350"/>
                  <a:gd name="connsiteY30" fmla="*/ 1127125 h 2828925"/>
                  <a:gd name="connsiteX31" fmla="*/ 1905000 w 2546350"/>
                  <a:gd name="connsiteY31" fmla="*/ 1136650 h 2828925"/>
                  <a:gd name="connsiteX32" fmla="*/ 1905000 w 2546350"/>
                  <a:gd name="connsiteY32" fmla="*/ 1136650 h 2828925"/>
                  <a:gd name="connsiteX33" fmla="*/ 1993900 w 2546350"/>
                  <a:gd name="connsiteY33" fmla="*/ 1146175 h 2828925"/>
                  <a:gd name="connsiteX34" fmla="*/ 2000250 w 2546350"/>
                  <a:gd name="connsiteY34" fmla="*/ 1073150 h 2828925"/>
                  <a:gd name="connsiteX35" fmla="*/ 2022475 w 2546350"/>
                  <a:gd name="connsiteY35" fmla="*/ 1057275 h 2828925"/>
                  <a:gd name="connsiteX36" fmla="*/ 2095500 w 2546350"/>
                  <a:gd name="connsiteY36" fmla="*/ 1089025 h 2828925"/>
                  <a:gd name="connsiteX37" fmla="*/ 2098675 w 2546350"/>
                  <a:gd name="connsiteY37" fmla="*/ 1120775 h 2828925"/>
                  <a:gd name="connsiteX38" fmla="*/ 2127250 w 2546350"/>
                  <a:gd name="connsiteY38" fmla="*/ 1089025 h 2828925"/>
                  <a:gd name="connsiteX39" fmla="*/ 2168525 w 2546350"/>
                  <a:gd name="connsiteY39" fmla="*/ 1136650 h 2828925"/>
                  <a:gd name="connsiteX40" fmla="*/ 2184400 w 2546350"/>
                  <a:gd name="connsiteY40" fmla="*/ 1165225 h 2828925"/>
                  <a:gd name="connsiteX41" fmla="*/ 2219325 w 2546350"/>
                  <a:gd name="connsiteY41" fmla="*/ 1171575 h 2828925"/>
                  <a:gd name="connsiteX42" fmla="*/ 2292350 w 2546350"/>
                  <a:gd name="connsiteY42" fmla="*/ 1193800 h 2828925"/>
                  <a:gd name="connsiteX43" fmla="*/ 2336800 w 2546350"/>
                  <a:gd name="connsiteY43" fmla="*/ 1171575 h 2828925"/>
                  <a:gd name="connsiteX44" fmla="*/ 2339975 w 2546350"/>
                  <a:gd name="connsiteY44" fmla="*/ 1031875 h 2828925"/>
                  <a:gd name="connsiteX45" fmla="*/ 2365375 w 2546350"/>
                  <a:gd name="connsiteY45" fmla="*/ 1009650 h 2828925"/>
                  <a:gd name="connsiteX46" fmla="*/ 2397125 w 2546350"/>
                  <a:gd name="connsiteY46" fmla="*/ 1038225 h 2828925"/>
                  <a:gd name="connsiteX47" fmla="*/ 2381250 w 2546350"/>
                  <a:gd name="connsiteY47" fmla="*/ 1136650 h 2828925"/>
                  <a:gd name="connsiteX48" fmla="*/ 2413000 w 2546350"/>
                  <a:gd name="connsiteY48" fmla="*/ 1152525 h 2828925"/>
                  <a:gd name="connsiteX49" fmla="*/ 2413000 w 2546350"/>
                  <a:gd name="connsiteY49" fmla="*/ 1184275 h 2828925"/>
                  <a:gd name="connsiteX50" fmla="*/ 2374900 w 2546350"/>
                  <a:gd name="connsiteY50" fmla="*/ 1196975 h 2828925"/>
                  <a:gd name="connsiteX51" fmla="*/ 2400300 w 2546350"/>
                  <a:gd name="connsiteY51" fmla="*/ 1260475 h 2828925"/>
                  <a:gd name="connsiteX52" fmla="*/ 2393950 w 2546350"/>
                  <a:gd name="connsiteY52" fmla="*/ 1301750 h 2828925"/>
                  <a:gd name="connsiteX53" fmla="*/ 2393950 w 2546350"/>
                  <a:gd name="connsiteY53" fmla="*/ 1355725 h 2828925"/>
                  <a:gd name="connsiteX54" fmla="*/ 2419350 w 2546350"/>
                  <a:gd name="connsiteY54" fmla="*/ 1362075 h 2828925"/>
                  <a:gd name="connsiteX55" fmla="*/ 2406650 w 2546350"/>
                  <a:gd name="connsiteY55" fmla="*/ 1419225 h 2828925"/>
                  <a:gd name="connsiteX56" fmla="*/ 2413000 w 2546350"/>
                  <a:gd name="connsiteY56" fmla="*/ 1454150 h 2828925"/>
                  <a:gd name="connsiteX57" fmla="*/ 2432050 w 2546350"/>
                  <a:gd name="connsiteY57" fmla="*/ 1454150 h 2828925"/>
                  <a:gd name="connsiteX58" fmla="*/ 2403475 w 2546350"/>
                  <a:gd name="connsiteY58" fmla="*/ 1517650 h 2828925"/>
                  <a:gd name="connsiteX59" fmla="*/ 2435225 w 2546350"/>
                  <a:gd name="connsiteY59" fmla="*/ 1555750 h 2828925"/>
                  <a:gd name="connsiteX60" fmla="*/ 2457450 w 2546350"/>
                  <a:gd name="connsiteY60" fmla="*/ 1552575 h 2828925"/>
                  <a:gd name="connsiteX61" fmla="*/ 2460625 w 2546350"/>
                  <a:gd name="connsiteY61" fmla="*/ 1584325 h 2828925"/>
                  <a:gd name="connsiteX62" fmla="*/ 2416175 w 2546350"/>
                  <a:gd name="connsiteY62" fmla="*/ 1600200 h 2828925"/>
                  <a:gd name="connsiteX63" fmla="*/ 2432050 w 2546350"/>
                  <a:gd name="connsiteY63" fmla="*/ 1619250 h 2828925"/>
                  <a:gd name="connsiteX64" fmla="*/ 2470150 w 2546350"/>
                  <a:gd name="connsiteY64" fmla="*/ 1638300 h 2828925"/>
                  <a:gd name="connsiteX65" fmla="*/ 2466975 w 2546350"/>
                  <a:gd name="connsiteY65" fmla="*/ 1666875 h 2828925"/>
                  <a:gd name="connsiteX66" fmla="*/ 2495550 w 2546350"/>
                  <a:gd name="connsiteY66" fmla="*/ 1682750 h 2828925"/>
                  <a:gd name="connsiteX67" fmla="*/ 2527300 w 2546350"/>
                  <a:gd name="connsiteY67" fmla="*/ 1657350 h 2828925"/>
                  <a:gd name="connsiteX68" fmla="*/ 2533650 w 2546350"/>
                  <a:gd name="connsiteY68" fmla="*/ 1685925 h 2828925"/>
                  <a:gd name="connsiteX69" fmla="*/ 2546350 w 2546350"/>
                  <a:gd name="connsiteY69" fmla="*/ 1724025 h 2828925"/>
                  <a:gd name="connsiteX70" fmla="*/ 2495550 w 2546350"/>
                  <a:gd name="connsiteY70" fmla="*/ 1720850 h 2828925"/>
                  <a:gd name="connsiteX71" fmla="*/ 2466975 w 2546350"/>
                  <a:gd name="connsiteY71" fmla="*/ 1724025 h 2828925"/>
                  <a:gd name="connsiteX72" fmla="*/ 2432050 w 2546350"/>
                  <a:gd name="connsiteY72" fmla="*/ 1704975 h 2828925"/>
                  <a:gd name="connsiteX73" fmla="*/ 2365375 w 2546350"/>
                  <a:gd name="connsiteY73" fmla="*/ 1736725 h 2828925"/>
                  <a:gd name="connsiteX74" fmla="*/ 2330450 w 2546350"/>
                  <a:gd name="connsiteY74" fmla="*/ 1762125 h 2828925"/>
                  <a:gd name="connsiteX75" fmla="*/ 2327275 w 2546350"/>
                  <a:gd name="connsiteY75" fmla="*/ 1803400 h 2828925"/>
                  <a:gd name="connsiteX76" fmla="*/ 2308225 w 2546350"/>
                  <a:gd name="connsiteY76" fmla="*/ 1825625 h 2828925"/>
                  <a:gd name="connsiteX77" fmla="*/ 2254250 w 2546350"/>
                  <a:gd name="connsiteY77" fmla="*/ 1828800 h 2828925"/>
                  <a:gd name="connsiteX78" fmla="*/ 2251075 w 2546350"/>
                  <a:gd name="connsiteY78" fmla="*/ 1930400 h 2828925"/>
                  <a:gd name="connsiteX79" fmla="*/ 2273300 w 2546350"/>
                  <a:gd name="connsiteY79" fmla="*/ 2044700 h 2828925"/>
                  <a:gd name="connsiteX80" fmla="*/ 2270125 w 2546350"/>
                  <a:gd name="connsiteY80" fmla="*/ 2146300 h 2828925"/>
                  <a:gd name="connsiteX81" fmla="*/ 2282825 w 2546350"/>
                  <a:gd name="connsiteY81" fmla="*/ 2203450 h 2828925"/>
                  <a:gd name="connsiteX82" fmla="*/ 2266950 w 2546350"/>
                  <a:gd name="connsiteY82" fmla="*/ 2254250 h 2828925"/>
                  <a:gd name="connsiteX83" fmla="*/ 2260600 w 2546350"/>
                  <a:gd name="connsiteY83" fmla="*/ 2292350 h 2828925"/>
                  <a:gd name="connsiteX84" fmla="*/ 2139950 w 2546350"/>
                  <a:gd name="connsiteY84" fmla="*/ 2324100 h 2828925"/>
                  <a:gd name="connsiteX85" fmla="*/ 2082800 w 2546350"/>
                  <a:gd name="connsiteY85" fmla="*/ 2324100 h 2828925"/>
                  <a:gd name="connsiteX86" fmla="*/ 2063750 w 2546350"/>
                  <a:gd name="connsiteY86" fmla="*/ 2384425 h 2828925"/>
                  <a:gd name="connsiteX87" fmla="*/ 1987550 w 2546350"/>
                  <a:gd name="connsiteY87" fmla="*/ 2400300 h 2828925"/>
                  <a:gd name="connsiteX88" fmla="*/ 1974850 w 2546350"/>
                  <a:gd name="connsiteY88" fmla="*/ 2498725 h 2828925"/>
                  <a:gd name="connsiteX89" fmla="*/ 1905000 w 2546350"/>
                  <a:gd name="connsiteY89" fmla="*/ 2498725 h 2828925"/>
                  <a:gd name="connsiteX90" fmla="*/ 1847850 w 2546350"/>
                  <a:gd name="connsiteY90" fmla="*/ 2508250 h 2828925"/>
                  <a:gd name="connsiteX91" fmla="*/ 1724025 w 2546350"/>
                  <a:gd name="connsiteY91" fmla="*/ 2492375 h 2828925"/>
                  <a:gd name="connsiteX92" fmla="*/ 1704975 w 2546350"/>
                  <a:gd name="connsiteY92" fmla="*/ 2606675 h 2828925"/>
                  <a:gd name="connsiteX93" fmla="*/ 1641475 w 2546350"/>
                  <a:gd name="connsiteY93" fmla="*/ 2593975 h 2828925"/>
                  <a:gd name="connsiteX94" fmla="*/ 1593850 w 2546350"/>
                  <a:gd name="connsiteY94" fmla="*/ 2578100 h 2828925"/>
                  <a:gd name="connsiteX95" fmla="*/ 1552575 w 2546350"/>
                  <a:gd name="connsiteY95" fmla="*/ 2597150 h 2828925"/>
                  <a:gd name="connsiteX96" fmla="*/ 1454150 w 2546350"/>
                  <a:gd name="connsiteY96" fmla="*/ 2597150 h 2828925"/>
                  <a:gd name="connsiteX97" fmla="*/ 1419225 w 2546350"/>
                  <a:gd name="connsiteY97" fmla="*/ 2679700 h 2828925"/>
                  <a:gd name="connsiteX98" fmla="*/ 1339850 w 2546350"/>
                  <a:gd name="connsiteY98" fmla="*/ 2651125 h 2828925"/>
                  <a:gd name="connsiteX99" fmla="*/ 1222375 w 2546350"/>
                  <a:gd name="connsiteY99" fmla="*/ 2654300 h 2828925"/>
                  <a:gd name="connsiteX100" fmla="*/ 1149350 w 2546350"/>
                  <a:gd name="connsiteY100" fmla="*/ 2619375 h 2828925"/>
                  <a:gd name="connsiteX101" fmla="*/ 1127125 w 2546350"/>
                  <a:gd name="connsiteY101" fmla="*/ 2619375 h 2828925"/>
                  <a:gd name="connsiteX102" fmla="*/ 1127125 w 2546350"/>
                  <a:gd name="connsiteY102" fmla="*/ 2644775 h 2828925"/>
                  <a:gd name="connsiteX103" fmla="*/ 1146175 w 2546350"/>
                  <a:gd name="connsiteY103" fmla="*/ 2689225 h 2828925"/>
                  <a:gd name="connsiteX104" fmla="*/ 1085850 w 2546350"/>
                  <a:gd name="connsiteY104" fmla="*/ 2695575 h 2828925"/>
                  <a:gd name="connsiteX105" fmla="*/ 1006475 w 2546350"/>
                  <a:gd name="connsiteY105" fmla="*/ 2797175 h 2828925"/>
                  <a:gd name="connsiteX106" fmla="*/ 958850 w 2546350"/>
                  <a:gd name="connsiteY106" fmla="*/ 2797175 h 2828925"/>
                  <a:gd name="connsiteX107" fmla="*/ 946150 w 2546350"/>
                  <a:gd name="connsiteY107" fmla="*/ 2828925 h 2828925"/>
                  <a:gd name="connsiteX108" fmla="*/ 758825 w 2546350"/>
                  <a:gd name="connsiteY108" fmla="*/ 2787650 h 2828925"/>
                  <a:gd name="connsiteX109" fmla="*/ 698500 w 2546350"/>
                  <a:gd name="connsiteY109" fmla="*/ 2797175 h 2828925"/>
                  <a:gd name="connsiteX110" fmla="*/ 657225 w 2546350"/>
                  <a:gd name="connsiteY110" fmla="*/ 2787650 h 2828925"/>
                  <a:gd name="connsiteX111" fmla="*/ 704850 w 2546350"/>
                  <a:gd name="connsiteY111" fmla="*/ 2733675 h 2828925"/>
                  <a:gd name="connsiteX112" fmla="*/ 704850 w 2546350"/>
                  <a:gd name="connsiteY112" fmla="*/ 2695575 h 2828925"/>
                  <a:gd name="connsiteX113" fmla="*/ 660400 w 2546350"/>
                  <a:gd name="connsiteY113" fmla="*/ 2695575 h 2828925"/>
                  <a:gd name="connsiteX114" fmla="*/ 708025 w 2546350"/>
                  <a:gd name="connsiteY114" fmla="*/ 2543175 h 2828925"/>
                  <a:gd name="connsiteX115" fmla="*/ 752475 w 2546350"/>
                  <a:gd name="connsiteY115" fmla="*/ 2543175 h 2828925"/>
                  <a:gd name="connsiteX116" fmla="*/ 809625 w 2546350"/>
                  <a:gd name="connsiteY116" fmla="*/ 2400300 h 2828925"/>
                  <a:gd name="connsiteX117" fmla="*/ 866775 w 2546350"/>
                  <a:gd name="connsiteY117" fmla="*/ 2400300 h 2828925"/>
                  <a:gd name="connsiteX118" fmla="*/ 885825 w 2546350"/>
                  <a:gd name="connsiteY118" fmla="*/ 2308225 h 2828925"/>
                  <a:gd name="connsiteX119" fmla="*/ 850900 w 2546350"/>
                  <a:gd name="connsiteY119" fmla="*/ 2247900 h 2828925"/>
                  <a:gd name="connsiteX120" fmla="*/ 815975 w 2546350"/>
                  <a:gd name="connsiteY120" fmla="*/ 2301875 h 2828925"/>
                  <a:gd name="connsiteX121" fmla="*/ 749300 w 2546350"/>
                  <a:gd name="connsiteY121" fmla="*/ 2276475 h 2828925"/>
                  <a:gd name="connsiteX122" fmla="*/ 720725 w 2546350"/>
                  <a:gd name="connsiteY122" fmla="*/ 2279650 h 2828925"/>
                  <a:gd name="connsiteX123" fmla="*/ 685800 w 2546350"/>
                  <a:gd name="connsiteY123" fmla="*/ 2209800 h 2828925"/>
                  <a:gd name="connsiteX124" fmla="*/ 746125 w 2546350"/>
                  <a:gd name="connsiteY124" fmla="*/ 2162175 h 2828925"/>
                  <a:gd name="connsiteX125" fmla="*/ 447675 w 2546350"/>
                  <a:gd name="connsiteY125" fmla="*/ 1968500 h 2828925"/>
                  <a:gd name="connsiteX126" fmla="*/ 479425 w 2546350"/>
                  <a:gd name="connsiteY126" fmla="*/ 1908175 h 2828925"/>
                  <a:gd name="connsiteX127" fmla="*/ 517525 w 2546350"/>
                  <a:gd name="connsiteY127" fmla="*/ 1908175 h 2828925"/>
                  <a:gd name="connsiteX128" fmla="*/ 473075 w 2546350"/>
                  <a:gd name="connsiteY128" fmla="*/ 1825625 h 2828925"/>
                  <a:gd name="connsiteX129" fmla="*/ 469900 w 2546350"/>
                  <a:gd name="connsiteY129" fmla="*/ 1600200 h 2828925"/>
                  <a:gd name="connsiteX130" fmla="*/ 377825 w 2546350"/>
                  <a:gd name="connsiteY130" fmla="*/ 1600200 h 2828925"/>
                  <a:gd name="connsiteX131" fmla="*/ 342900 w 2546350"/>
                  <a:gd name="connsiteY131" fmla="*/ 1631950 h 2828925"/>
                  <a:gd name="connsiteX132" fmla="*/ 285750 w 2546350"/>
                  <a:gd name="connsiteY132" fmla="*/ 1587500 h 2828925"/>
                  <a:gd name="connsiteX133" fmla="*/ 152400 w 2546350"/>
                  <a:gd name="connsiteY133" fmla="*/ 1663700 h 2828925"/>
                  <a:gd name="connsiteX134" fmla="*/ 73025 w 2546350"/>
                  <a:gd name="connsiteY134" fmla="*/ 1641475 h 2828925"/>
                  <a:gd name="connsiteX135" fmla="*/ 95250 w 2546350"/>
                  <a:gd name="connsiteY135" fmla="*/ 1558925 h 2828925"/>
                  <a:gd name="connsiteX136" fmla="*/ 98425 w 2546350"/>
                  <a:gd name="connsiteY136" fmla="*/ 1514475 h 2828925"/>
                  <a:gd name="connsiteX137" fmla="*/ 53975 w 2546350"/>
                  <a:gd name="connsiteY137" fmla="*/ 1498600 h 2828925"/>
                  <a:gd name="connsiteX138" fmla="*/ 114300 w 2546350"/>
                  <a:gd name="connsiteY138" fmla="*/ 1422400 h 2828925"/>
                  <a:gd name="connsiteX139" fmla="*/ 152400 w 2546350"/>
                  <a:gd name="connsiteY139" fmla="*/ 1425575 h 2828925"/>
                  <a:gd name="connsiteX140" fmla="*/ 168275 w 2546350"/>
                  <a:gd name="connsiteY140" fmla="*/ 1412875 h 2828925"/>
                  <a:gd name="connsiteX141" fmla="*/ 117475 w 2546350"/>
                  <a:gd name="connsiteY141" fmla="*/ 1304925 h 2828925"/>
                  <a:gd name="connsiteX142" fmla="*/ 171450 w 2546350"/>
                  <a:gd name="connsiteY142" fmla="*/ 1244600 h 2828925"/>
                  <a:gd name="connsiteX143" fmla="*/ 146050 w 2546350"/>
                  <a:gd name="connsiteY143" fmla="*/ 1206500 h 2828925"/>
                  <a:gd name="connsiteX144" fmla="*/ 193675 w 2546350"/>
                  <a:gd name="connsiteY144" fmla="*/ 1127125 h 2828925"/>
                  <a:gd name="connsiteX145" fmla="*/ 161925 w 2546350"/>
                  <a:gd name="connsiteY145" fmla="*/ 1117600 h 2828925"/>
                  <a:gd name="connsiteX146" fmla="*/ 95250 w 2546350"/>
                  <a:gd name="connsiteY146" fmla="*/ 1104900 h 2828925"/>
                  <a:gd name="connsiteX147" fmla="*/ 146050 w 2546350"/>
                  <a:gd name="connsiteY147" fmla="*/ 955675 h 2828925"/>
                  <a:gd name="connsiteX148" fmla="*/ 60325 w 2546350"/>
                  <a:gd name="connsiteY148" fmla="*/ 958850 h 2828925"/>
                  <a:gd name="connsiteX149" fmla="*/ 60325 w 2546350"/>
                  <a:gd name="connsiteY149" fmla="*/ 885825 h 2828925"/>
                  <a:gd name="connsiteX150" fmla="*/ 95250 w 2546350"/>
                  <a:gd name="connsiteY150" fmla="*/ 844550 h 2828925"/>
                  <a:gd name="connsiteX151" fmla="*/ 0 w 2546350"/>
                  <a:gd name="connsiteY151" fmla="*/ 695325 h 2828925"/>
                  <a:gd name="connsiteX152" fmla="*/ 44450 w 2546350"/>
                  <a:gd name="connsiteY152" fmla="*/ 635000 h 2828925"/>
                  <a:gd name="connsiteX153" fmla="*/ 146050 w 2546350"/>
                  <a:gd name="connsiteY153" fmla="*/ 654050 h 2828925"/>
                  <a:gd name="connsiteX154" fmla="*/ 196850 w 2546350"/>
                  <a:gd name="connsiteY154" fmla="*/ 695325 h 2828925"/>
                  <a:gd name="connsiteX155" fmla="*/ 266700 w 2546350"/>
                  <a:gd name="connsiteY155" fmla="*/ 587375 h 2828925"/>
                  <a:gd name="connsiteX156" fmla="*/ 301625 w 2546350"/>
                  <a:gd name="connsiteY156" fmla="*/ 647700 h 2828925"/>
                  <a:gd name="connsiteX157" fmla="*/ 396875 w 2546350"/>
                  <a:gd name="connsiteY157" fmla="*/ 638175 h 2828925"/>
                  <a:gd name="connsiteX158" fmla="*/ 425450 w 2546350"/>
                  <a:gd name="connsiteY158" fmla="*/ 184150 h 2828925"/>
                  <a:gd name="connsiteX159" fmla="*/ 422275 w 2546350"/>
                  <a:gd name="connsiteY159" fmla="*/ 130175 h 2828925"/>
                  <a:gd name="connsiteX160" fmla="*/ 523875 w 2546350"/>
                  <a:gd name="connsiteY160" fmla="*/ 0 h 2828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</a:cxnLst>
                <a:rect l="l" t="t" r="r" b="b"/>
                <a:pathLst>
                  <a:path w="2546350" h="2828925">
                    <a:moveTo>
                      <a:pt x="523875" y="0"/>
                    </a:moveTo>
                    <a:lnTo>
                      <a:pt x="558800" y="57150"/>
                    </a:lnTo>
                    <a:lnTo>
                      <a:pt x="625475" y="66675"/>
                    </a:lnTo>
                    <a:lnTo>
                      <a:pt x="638175" y="60325"/>
                    </a:lnTo>
                    <a:lnTo>
                      <a:pt x="660400" y="133350"/>
                    </a:lnTo>
                    <a:lnTo>
                      <a:pt x="708025" y="228600"/>
                    </a:lnTo>
                    <a:lnTo>
                      <a:pt x="708025" y="260350"/>
                    </a:lnTo>
                    <a:lnTo>
                      <a:pt x="850900" y="295275"/>
                    </a:lnTo>
                    <a:lnTo>
                      <a:pt x="895350" y="292100"/>
                    </a:lnTo>
                    <a:lnTo>
                      <a:pt x="958850" y="314325"/>
                    </a:lnTo>
                    <a:lnTo>
                      <a:pt x="1000125" y="339725"/>
                    </a:lnTo>
                    <a:cubicBezTo>
                      <a:pt x="1001183" y="382058"/>
                      <a:pt x="1002242" y="424392"/>
                      <a:pt x="1003300" y="466725"/>
                    </a:cubicBezTo>
                    <a:lnTo>
                      <a:pt x="1076325" y="527050"/>
                    </a:lnTo>
                    <a:lnTo>
                      <a:pt x="1092200" y="615950"/>
                    </a:lnTo>
                    <a:lnTo>
                      <a:pt x="1066800" y="758825"/>
                    </a:lnTo>
                    <a:lnTo>
                      <a:pt x="1177925" y="768350"/>
                    </a:lnTo>
                    <a:lnTo>
                      <a:pt x="1219200" y="860425"/>
                    </a:lnTo>
                    <a:lnTo>
                      <a:pt x="1289050" y="863600"/>
                    </a:lnTo>
                    <a:lnTo>
                      <a:pt x="1330325" y="844550"/>
                    </a:lnTo>
                    <a:lnTo>
                      <a:pt x="1343025" y="889000"/>
                    </a:lnTo>
                    <a:lnTo>
                      <a:pt x="1416050" y="863600"/>
                    </a:lnTo>
                    <a:lnTo>
                      <a:pt x="1450975" y="885825"/>
                    </a:lnTo>
                    <a:lnTo>
                      <a:pt x="1533525" y="781050"/>
                    </a:lnTo>
                    <a:lnTo>
                      <a:pt x="1597025" y="749300"/>
                    </a:lnTo>
                    <a:lnTo>
                      <a:pt x="1660525" y="758825"/>
                    </a:lnTo>
                    <a:lnTo>
                      <a:pt x="1670050" y="857250"/>
                    </a:lnTo>
                    <a:lnTo>
                      <a:pt x="1739900" y="968375"/>
                    </a:lnTo>
                    <a:lnTo>
                      <a:pt x="1717675" y="1050925"/>
                    </a:lnTo>
                    <a:lnTo>
                      <a:pt x="1727200" y="1089025"/>
                    </a:lnTo>
                    <a:lnTo>
                      <a:pt x="1838325" y="1089025"/>
                    </a:lnTo>
                    <a:lnTo>
                      <a:pt x="1841500" y="1127125"/>
                    </a:lnTo>
                    <a:lnTo>
                      <a:pt x="1905000" y="1136650"/>
                    </a:lnTo>
                    <a:lnTo>
                      <a:pt x="1905000" y="1136650"/>
                    </a:lnTo>
                    <a:lnTo>
                      <a:pt x="1993900" y="1146175"/>
                    </a:lnTo>
                    <a:lnTo>
                      <a:pt x="2000250" y="1073150"/>
                    </a:lnTo>
                    <a:lnTo>
                      <a:pt x="2022475" y="1057275"/>
                    </a:lnTo>
                    <a:lnTo>
                      <a:pt x="2095500" y="1089025"/>
                    </a:lnTo>
                    <a:lnTo>
                      <a:pt x="2098675" y="1120775"/>
                    </a:lnTo>
                    <a:lnTo>
                      <a:pt x="2127250" y="1089025"/>
                    </a:lnTo>
                    <a:lnTo>
                      <a:pt x="2168525" y="1136650"/>
                    </a:lnTo>
                    <a:lnTo>
                      <a:pt x="2184400" y="1165225"/>
                    </a:lnTo>
                    <a:lnTo>
                      <a:pt x="2219325" y="1171575"/>
                    </a:lnTo>
                    <a:lnTo>
                      <a:pt x="2292350" y="1193800"/>
                    </a:lnTo>
                    <a:lnTo>
                      <a:pt x="2336800" y="1171575"/>
                    </a:lnTo>
                    <a:cubicBezTo>
                      <a:pt x="2337858" y="1125008"/>
                      <a:pt x="2338917" y="1078442"/>
                      <a:pt x="2339975" y="1031875"/>
                    </a:cubicBezTo>
                    <a:lnTo>
                      <a:pt x="2365375" y="1009650"/>
                    </a:lnTo>
                    <a:lnTo>
                      <a:pt x="2397125" y="1038225"/>
                    </a:lnTo>
                    <a:lnTo>
                      <a:pt x="2381250" y="1136650"/>
                    </a:lnTo>
                    <a:lnTo>
                      <a:pt x="2413000" y="1152525"/>
                    </a:lnTo>
                    <a:lnTo>
                      <a:pt x="2413000" y="1184275"/>
                    </a:lnTo>
                    <a:lnTo>
                      <a:pt x="2374900" y="1196975"/>
                    </a:lnTo>
                    <a:lnTo>
                      <a:pt x="2400300" y="1260475"/>
                    </a:lnTo>
                    <a:lnTo>
                      <a:pt x="2393950" y="1301750"/>
                    </a:lnTo>
                    <a:lnTo>
                      <a:pt x="2393950" y="1355725"/>
                    </a:lnTo>
                    <a:lnTo>
                      <a:pt x="2419350" y="1362075"/>
                    </a:lnTo>
                    <a:lnTo>
                      <a:pt x="2406650" y="1419225"/>
                    </a:lnTo>
                    <a:lnTo>
                      <a:pt x="2413000" y="1454150"/>
                    </a:lnTo>
                    <a:lnTo>
                      <a:pt x="2432050" y="1454150"/>
                    </a:lnTo>
                    <a:lnTo>
                      <a:pt x="2403475" y="1517650"/>
                    </a:lnTo>
                    <a:lnTo>
                      <a:pt x="2435225" y="1555750"/>
                    </a:lnTo>
                    <a:lnTo>
                      <a:pt x="2457450" y="1552575"/>
                    </a:lnTo>
                    <a:lnTo>
                      <a:pt x="2460625" y="1584325"/>
                    </a:lnTo>
                    <a:lnTo>
                      <a:pt x="2416175" y="1600200"/>
                    </a:lnTo>
                    <a:lnTo>
                      <a:pt x="2432050" y="1619250"/>
                    </a:lnTo>
                    <a:lnTo>
                      <a:pt x="2470150" y="1638300"/>
                    </a:lnTo>
                    <a:lnTo>
                      <a:pt x="2466975" y="1666875"/>
                    </a:lnTo>
                    <a:lnTo>
                      <a:pt x="2495550" y="1682750"/>
                    </a:lnTo>
                    <a:lnTo>
                      <a:pt x="2527300" y="1657350"/>
                    </a:lnTo>
                    <a:lnTo>
                      <a:pt x="2533650" y="1685925"/>
                    </a:lnTo>
                    <a:lnTo>
                      <a:pt x="2546350" y="1724025"/>
                    </a:lnTo>
                    <a:lnTo>
                      <a:pt x="2495550" y="1720850"/>
                    </a:lnTo>
                    <a:lnTo>
                      <a:pt x="2466975" y="1724025"/>
                    </a:lnTo>
                    <a:lnTo>
                      <a:pt x="2432050" y="1704975"/>
                    </a:lnTo>
                    <a:lnTo>
                      <a:pt x="2365375" y="1736725"/>
                    </a:lnTo>
                    <a:lnTo>
                      <a:pt x="2330450" y="1762125"/>
                    </a:lnTo>
                    <a:lnTo>
                      <a:pt x="2327275" y="1803400"/>
                    </a:lnTo>
                    <a:lnTo>
                      <a:pt x="2308225" y="1825625"/>
                    </a:lnTo>
                    <a:lnTo>
                      <a:pt x="2254250" y="1828800"/>
                    </a:lnTo>
                    <a:cubicBezTo>
                      <a:pt x="2253192" y="1862667"/>
                      <a:pt x="2252133" y="1896533"/>
                      <a:pt x="2251075" y="1930400"/>
                    </a:cubicBezTo>
                    <a:lnTo>
                      <a:pt x="2273300" y="2044700"/>
                    </a:lnTo>
                    <a:cubicBezTo>
                      <a:pt x="2272242" y="2078567"/>
                      <a:pt x="2271183" y="2112433"/>
                      <a:pt x="2270125" y="2146300"/>
                    </a:cubicBezTo>
                    <a:lnTo>
                      <a:pt x="2282825" y="2203450"/>
                    </a:lnTo>
                    <a:lnTo>
                      <a:pt x="2266950" y="2254250"/>
                    </a:lnTo>
                    <a:lnTo>
                      <a:pt x="2260600" y="2292350"/>
                    </a:lnTo>
                    <a:lnTo>
                      <a:pt x="2139950" y="2324100"/>
                    </a:lnTo>
                    <a:lnTo>
                      <a:pt x="2082800" y="2324100"/>
                    </a:lnTo>
                    <a:lnTo>
                      <a:pt x="2063750" y="2384425"/>
                    </a:lnTo>
                    <a:lnTo>
                      <a:pt x="1987550" y="2400300"/>
                    </a:lnTo>
                    <a:lnTo>
                      <a:pt x="1974850" y="2498725"/>
                    </a:lnTo>
                    <a:lnTo>
                      <a:pt x="1905000" y="2498725"/>
                    </a:lnTo>
                    <a:lnTo>
                      <a:pt x="1847850" y="2508250"/>
                    </a:lnTo>
                    <a:lnTo>
                      <a:pt x="1724025" y="2492375"/>
                    </a:lnTo>
                    <a:lnTo>
                      <a:pt x="1704975" y="2606675"/>
                    </a:lnTo>
                    <a:lnTo>
                      <a:pt x="1641475" y="2593975"/>
                    </a:lnTo>
                    <a:lnTo>
                      <a:pt x="1593850" y="2578100"/>
                    </a:lnTo>
                    <a:lnTo>
                      <a:pt x="1552575" y="2597150"/>
                    </a:lnTo>
                    <a:lnTo>
                      <a:pt x="1454150" y="2597150"/>
                    </a:lnTo>
                    <a:lnTo>
                      <a:pt x="1419225" y="2679700"/>
                    </a:lnTo>
                    <a:lnTo>
                      <a:pt x="1339850" y="2651125"/>
                    </a:lnTo>
                    <a:lnTo>
                      <a:pt x="1222375" y="2654300"/>
                    </a:lnTo>
                    <a:lnTo>
                      <a:pt x="1149350" y="2619375"/>
                    </a:lnTo>
                    <a:lnTo>
                      <a:pt x="1127125" y="2619375"/>
                    </a:lnTo>
                    <a:lnTo>
                      <a:pt x="1127125" y="2644775"/>
                    </a:lnTo>
                    <a:lnTo>
                      <a:pt x="1146175" y="2689225"/>
                    </a:lnTo>
                    <a:lnTo>
                      <a:pt x="1085850" y="2695575"/>
                    </a:lnTo>
                    <a:lnTo>
                      <a:pt x="1006475" y="2797175"/>
                    </a:lnTo>
                    <a:lnTo>
                      <a:pt x="958850" y="2797175"/>
                    </a:lnTo>
                    <a:lnTo>
                      <a:pt x="946150" y="2828925"/>
                    </a:lnTo>
                    <a:lnTo>
                      <a:pt x="758825" y="2787650"/>
                    </a:lnTo>
                    <a:lnTo>
                      <a:pt x="698500" y="2797175"/>
                    </a:lnTo>
                    <a:lnTo>
                      <a:pt x="657225" y="2787650"/>
                    </a:lnTo>
                    <a:lnTo>
                      <a:pt x="704850" y="2733675"/>
                    </a:lnTo>
                    <a:lnTo>
                      <a:pt x="704850" y="2695575"/>
                    </a:lnTo>
                    <a:lnTo>
                      <a:pt x="660400" y="2695575"/>
                    </a:lnTo>
                    <a:lnTo>
                      <a:pt x="708025" y="2543175"/>
                    </a:lnTo>
                    <a:lnTo>
                      <a:pt x="752475" y="2543175"/>
                    </a:lnTo>
                    <a:lnTo>
                      <a:pt x="809625" y="2400300"/>
                    </a:lnTo>
                    <a:lnTo>
                      <a:pt x="866775" y="2400300"/>
                    </a:lnTo>
                    <a:lnTo>
                      <a:pt x="885825" y="2308225"/>
                    </a:lnTo>
                    <a:lnTo>
                      <a:pt x="850900" y="2247900"/>
                    </a:lnTo>
                    <a:lnTo>
                      <a:pt x="815975" y="2301875"/>
                    </a:lnTo>
                    <a:lnTo>
                      <a:pt x="749300" y="2276475"/>
                    </a:lnTo>
                    <a:lnTo>
                      <a:pt x="720725" y="2279650"/>
                    </a:lnTo>
                    <a:lnTo>
                      <a:pt x="685800" y="2209800"/>
                    </a:lnTo>
                    <a:lnTo>
                      <a:pt x="746125" y="2162175"/>
                    </a:lnTo>
                    <a:lnTo>
                      <a:pt x="447675" y="1968500"/>
                    </a:lnTo>
                    <a:lnTo>
                      <a:pt x="479425" y="1908175"/>
                    </a:lnTo>
                    <a:lnTo>
                      <a:pt x="517525" y="1908175"/>
                    </a:lnTo>
                    <a:lnTo>
                      <a:pt x="473075" y="1825625"/>
                    </a:lnTo>
                    <a:cubicBezTo>
                      <a:pt x="472017" y="1750483"/>
                      <a:pt x="470958" y="1675342"/>
                      <a:pt x="469900" y="1600200"/>
                    </a:cubicBezTo>
                    <a:lnTo>
                      <a:pt x="377825" y="1600200"/>
                    </a:lnTo>
                    <a:lnTo>
                      <a:pt x="342900" y="1631950"/>
                    </a:lnTo>
                    <a:lnTo>
                      <a:pt x="285750" y="1587500"/>
                    </a:lnTo>
                    <a:lnTo>
                      <a:pt x="152400" y="1663700"/>
                    </a:lnTo>
                    <a:lnTo>
                      <a:pt x="73025" y="1641475"/>
                    </a:lnTo>
                    <a:lnTo>
                      <a:pt x="95250" y="1558925"/>
                    </a:lnTo>
                    <a:lnTo>
                      <a:pt x="98425" y="1514475"/>
                    </a:lnTo>
                    <a:lnTo>
                      <a:pt x="53975" y="1498600"/>
                    </a:lnTo>
                    <a:lnTo>
                      <a:pt x="114300" y="1422400"/>
                    </a:lnTo>
                    <a:lnTo>
                      <a:pt x="152400" y="1425575"/>
                    </a:lnTo>
                    <a:lnTo>
                      <a:pt x="168275" y="1412875"/>
                    </a:lnTo>
                    <a:lnTo>
                      <a:pt x="117475" y="1304925"/>
                    </a:lnTo>
                    <a:lnTo>
                      <a:pt x="171450" y="1244600"/>
                    </a:lnTo>
                    <a:lnTo>
                      <a:pt x="146050" y="1206500"/>
                    </a:lnTo>
                    <a:lnTo>
                      <a:pt x="193675" y="1127125"/>
                    </a:lnTo>
                    <a:lnTo>
                      <a:pt x="161925" y="1117600"/>
                    </a:lnTo>
                    <a:lnTo>
                      <a:pt x="95250" y="1104900"/>
                    </a:lnTo>
                    <a:lnTo>
                      <a:pt x="146050" y="955675"/>
                    </a:lnTo>
                    <a:lnTo>
                      <a:pt x="60325" y="958850"/>
                    </a:lnTo>
                    <a:lnTo>
                      <a:pt x="60325" y="885825"/>
                    </a:lnTo>
                    <a:lnTo>
                      <a:pt x="95250" y="844550"/>
                    </a:lnTo>
                    <a:lnTo>
                      <a:pt x="0" y="695325"/>
                    </a:lnTo>
                    <a:lnTo>
                      <a:pt x="44450" y="635000"/>
                    </a:lnTo>
                    <a:lnTo>
                      <a:pt x="146050" y="654050"/>
                    </a:lnTo>
                    <a:lnTo>
                      <a:pt x="196850" y="695325"/>
                    </a:lnTo>
                    <a:lnTo>
                      <a:pt x="266700" y="587375"/>
                    </a:lnTo>
                    <a:lnTo>
                      <a:pt x="301625" y="647700"/>
                    </a:lnTo>
                    <a:lnTo>
                      <a:pt x="396875" y="638175"/>
                    </a:lnTo>
                    <a:lnTo>
                      <a:pt x="425450" y="184150"/>
                    </a:lnTo>
                    <a:lnTo>
                      <a:pt x="422275" y="130175"/>
                    </a:lnTo>
                    <a:cubicBezTo>
                      <a:pt x="456142" y="86783"/>
                      <a:pt x="497152" y="60061"/>
                      <a:pt x="523875" y="0"/>
                    </a:cubicBezTo>
                    <a:close/>
                  </a:path>
                </a:pathLst>
              </a:custGeom>
              <a:solidFill>
                <a:srgbClr val="ED7D31">
                  <a:lumMod val="20000"/>
                  <a:lumOff val="80000"/>
                </a:srgbClr>
              </a:solidFill>
              <a:ln w="12700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itchFamily="-97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" name="Freeform: Shape 368">
                <a:extLst>
                  <a:ext uri="{FF2B5EF4-FFF2-40B4-BE49-F238E27FC236}">
                    <a16:creationId xmlns:a16="http://schemas.microsoft.com/office/drawing/2014/main" xmlns="" id="{E7CC2CCE-C08D-40AE-9DB2-C3CF72EB3C06}"/>
                  </a:ext>
                </a:extLst>
              </p:cNvPr>
              <p:cNvSpPr/>
              <p:nvPr/>
            </p:nvSpPr>
            <p:spPr>
              <a:xfrm>
                <a:off x="8164887" y="3157280"/>
                <a:ext cx="1415152" cy="1224856"/>
              </a:xfrm>
              <a:custGeom>
                <a:avLst/>
                <a:gdLst>
                  <a:gd name="connsiteX0" fmla="*/ 504825 w 1533525"/>
                  <a:gd name="connsiteY0" fmla="*/ 383382 h 1264444"/>
                  <a:gd name="connsiteX1" fmla="*/ 347663 w 1533525"/>
                  <a:gd name="connsiteY1" fmla="*/ 292894 h 1264444"/>
                  <a:gd name="connsiteX2" fmla="*/ 288132 w 1533525"/>
                  <a:gd name="connsiteY2" fmla="*/ 347663 h 1264444"/>
                  <a:gd name="connsiteX3" fmla="*/ 209550 w 1533525"/>
                  <a:gd name="connsiteY3" fmla="*/ 326232 h 1264444"/>
                  <a:gd name="connsiteX4" fmla="*/ 173832 w 1533525"/>
                  <a:gd name="connsiteY4" fmla="*/ 392907 h 1264444"/>
                  <a:gd name="connsiteX5" fmla="*/ 130969 w 1533525"/>
                  <a:gd name="connsiteY5" fmla="*/ 400050 h 1264444"/>
                  <a:gd name="connsiteX6" fmla="*/ 85725 w 1533525"/>
                  <a:gd name="connsiteY6" fmla="*/ 438150 h 1264444"/>
                  <a:gd name="connsiteX7" fmla="*/ 90488 w 1533525"/>
                  <a:gd name="connsiteY7" fmla="*/ 526257 h 1264444"/>
                  <a:gd name="connsiteX8" fmla="*/ 33338 w 1533525"/>
                  <a:gd name="connsiteY8" fmla="*/ 526257 h 1264444"/>
                  <a:gd name="connsiteX9" fmla="*/ 28575 w 1533525"/>
                  <a:gd name="connsiteY9" fmla="*/ 569119 h 1264444"/>
                  <a:gd name="connsiteX10" fmla="*/ 0 w 1533525"/>
                  <a:gd name="connsiteY10" fmla="*/ 583407 h 1264444"/>
                  <a:gd name="connsiteX11" fmla="*/ 38100 w 1533525"/>
                  <a:gd name="connsiteY11" fmla="*/ 671513 h 1264444"/>
                  <a:gd name="connsiteX12" fmla="*/ 21432 w 1533525"/>
                  <a:gd name="connsiteY12" fmla="*/ 685800 h 1264444"/>
                  <a:gd name="connsiteX13" fmla="*/ 71438 w 1533525"/>
                  <a:gd name="connsiteY13" fmla="*/ 666750 h 1264444"/>
                  <a:gd name="connsiteX14" fmla="*/ 171450 w 1533525"/>
                  <a:gd name="connsiteY14" fmla="*/ 723900 h 1264444"/>
                  <a:gd name="connsiteX15" fmla="*/ 128588 w 1533525"/>
                  <a:gd name="connsiteY15" fmla="*/ 747713 h 1264444"/>
                  <a:gd name="connsiteX16" fmla="*/ 95250 w 1533525"/>
                  <a:gd name="connsiteY16" fmla="*/ 785813 h 1264444"/>
                  <a:gd name="connsiteX17" fmla="*/ 100013 w 1533525"/>
                  <a:gd name="connsiteY17" fmla="*/ 802482 h 1264444"/>
                  <a:gd name="connsiteX18" fmla="*/ 54769 w 1533525"/>
                  <a:gd name="connsiteY18" fmla="*/ 888207 h 1264444"/>
                  <a:gd name="connsiteX19" fmla="*/ 111919 w 1533525"/>
                  <a:gd name="connsiteY19" fmla="*/ 928688 h 1264444"/>
                  <a:gd name="connsiteX20" fmla="*/ 157163 w 1533525"/>
                  <a:gd name="connsiteY20" fmla="*/ 912019 h 1264444"/>
                  <a:gd name="connsiteX21" fmla="*/ 238125 w 1533525"/>
                  <a:gd name="connsiteY21" fmla="*/ 976313 h 1264444"/>
                  <a:gd name="connsiteX22" fmla="*/ 314325 w 1533525"/>
                  <a:gd name="connsiteY22" fmla="*/ 995363 h 1264444"/>
                  <a:gd name="connsiteX23" fmla="*/ 323850 w 1533525"/>
                  <a:gd name="connsiteY23" fmla="*/ 885825 h 1264444"/>
                  <a:gd name="connsiteX24" fmla="*/ 402432 w 1533525"/>
                  <a:gd name="connsiteY24" fmla="*/ 923925 h 1264444"/>
                  <a:gd name="connsiteX25" fmla="*/ 466725 w 1533525"/>
                  <a:gd name="connsiteY25" fmla="*/ 928688 h 1264444"/>
                  <a:gd name="connsiteX26" fmla="*/ 471488 w 1533525"/>
                  <a:gd name="connsiteY26" fmla="*/ 995363 h 1264444"/>
                  <a:gd name="connsiteX27" fmla="*/ 557213 w 1533525"/>
                  <a:gd name="connsiteY27" fmla="*/ 997744 h 1264444"/>
                  <a:gd name="connsiteX28" fmla="*/ 564357 w 1533525"/>
                  <a:gd name="connsiteY28" fmla="*/ 1071563 h 1264444"/>
                  <a:gd name="connsiteX29" fmla="*/ 614363 w 1533525"/>
                  <a:gd name="connsiteY29" fmla="*/ 1078707 h 1264444"/>
                  <a:gd name="connsiteX30" fmla="*/ 590550 w 1533525"/>
                  <a:gd name="connsiteY30" fmla="*/ 1154907 h 1264444"/>
                  <a:gd name="connsiteX31" fmla="*/ 561975 w 1533525"/>
                  <a:gd name="connsiteY31" fmla="*/ 1164432 h 1264444"/>
                  <a:gd name="connsiteX32" fmla="*/ 552450 w 1533525"/>
                  <a:gd name="connsiteY32" fmla="*/ 1185863 h 1264444"/>
                  <a:gd name="connsiteX33" fmla="*/ 602457 w 1533525"/>
                  <a:gd name="connsiteY33" fmla="*/ 1209675 h 1264444"/>
                  <a:gd name="connsiteX34" fmla="*/ 611982 w 1533525"/>
                  <a:gd name="connsiteY34" fmla="*/ 1216819 h 1264444"/>
                  <a:gd name="connsiteX35" fmla="*/ 645319 w 1533525"/>
                  <a:gd name="connsiteY35" fmla="*/ 1200150 h 1264444"/>
                  <a:gd name="connsiteX36" fmla="*/ 669132 w 1533525"/>
                  <a:gd name="connsiteY36" fmla="*/ 1231107 h 1264444"/>
                  <a:gd name="connsiteX37" fmla="*/ 709613 w 1533525"/>
                  <a:gd name="connsiteY37" fmla="*/ 1176338 h 1264444"/>
                  <a:gd name="connsiteX38" fmla="*/ 731044 w 1533525"/>
                  <a:gd name="connsiteY38" fmla="*/ 1185863 h 1264444"/>
                  <a:gd name="connsiteX39" fmla="*/ 766763 w 1533525"/>
                  <a:gd name="connsiteY39" fmla="*/ 1176338 h 1264444"/>
                  <a:gd name="connsiteX40" fmla="*/ 809625 w 1533525"/>
                  <a:gd name="connsiteY40" fmla="*/ 1193007 h 1264444"/>
                  <a:gd name="connsiteX41" fmla="*/ 854869 w 1533525"/>
                  <a:gd name="connsiteY41" fmla="*/ 1173957 h 1264444"/>
                  <a:gd name="connsiteX42" fmla="*/ 909638 w 1533525"/>
                  <a:gd name="connsiteY42" fmla="*/ 1183482 h 1264444"/>
                  <a:gd name="connsiteX43" fmla="*/ 954882 w 1533525"/>
                  <a:gd name="connsiteY43" fmla="*/ 1176338 h 1264444"/>
                  <a:gd name="connsiteX44" fmla="*/ 969169 w 1533525"/>
                  <a:gd name="connsiteY44" fmla="*/ 1119188 h 1264444"/>
                  <a:gd name="connsiteX45" fmla="*/ 990600 w 1533525"/>
                  <a:gd name="connsiteY45" fmla="*/ 1131094 h 1264444"/>
                  <a:gd name="connsiteX46" fmla="*/ 990600 w 1533525"/>
                  <a:gd name="connsiteY46" fmla="*/ 1173957 h 1264444"/>
                  <a:gd name="connsiteX47" fmla="*/ 1023938 w 1533525"/>
                  <a:gd name="connsiteY47" fmla="*/ 1197769 h 1264444"/>
                  <a:gd name="connsiteX48" fmla="*/ 1038225 w 1533525"/>
                  <a:gd name="connsiteY48" fmla="*/ 1223963 h 1264444"/>
                  <a:gd name="connsiteX49" fmla="*/ 1085850 w 1533525"/>
                  <a:gd name="connsiteY49" fmla="*/ 1264444 h 1264444"/>
                  <a:gd name="connsiteX50" fmla="*/ 1138238 w 1533525"/>
                  <a:gd name="connsiteY50" fmla="*/ 1264444 h 1264444"/>
                  <a:gd name="connsiteX51" fmla="*/ 1166813 w 1533525"/>
                  <a:gd name="connsiteY51" fmla="*/ 1221582 h 1264444"/>
                  <a:gd name="connsiteX52" fmla="*/ 1138238 w 1533525"/>
                  <a:gd name="connsiteY52" fmla="*/ 1190625 h 1264444"/>
                  <a:gd name="connsiteX53" fmla="*/ 1126332 w 1533525"/>
                  <a:gd name="connsiteY53" fmla="*/ 1100138 h 1264444"/>
                  <a:gd name="connsiteX54" fmla="*/ 1209675 w 1533525"/>
                  <a:gd name="connsiteY54" fmla="*/ 1040607 h 1264444"/>
                  <a:gd name="connsiteX55" fmla="*/ 1178719 w 1533525"/>
                  <a:gd name="connsiteY55" fmla="*/ 983457 h 1264444"/>
                  <a:gd name="connsiteX56" fmla="*/ 1421607 w 1533525"/>
                  <a:gd name="connsiteY56" fmla="*/ 1059657 h 1264444"/>
                  <a:gd name="connsiteX57" fmla="*/ 1443038 w 1533525"/>
                  <a:gd name="connsiteY57" fmla="*/ 954882 h 1264444"/>
                  <a:gd name="connsiteX58" fmla="*/ 1393032 w 1533525"/>
                  <a:gd name="connsiteY58" fmla="*/ 938213 h 1264444"/>
                  <a:gd name="connsiteX59" fmla="*/ 1459707 w 1533525"/>
                  <a:gd name="connsiteY59" fmla="*/ 864394 h 1264444"/>
                  <a:gd name="connsiteX60" fmla="*/ 1500188 w 1533525"/>
                  <a:gd name="connsiteY60" fmla="*/ 866775 h 1264444"/>
                  <a:gd name="connsiteX61" fmla="*/ 1512094 w 1533525"/>
                  <a:gd name="connsiteY61" fmla="*/ 852488 h 1264444"/>
                  <a:gd name="connsiteX62" fmla="*/ 1459707 w 1533525"/>
                  <a:gd name="connsiteY62" fmla="*/ 745332 h 1264444"/>
                  <a:gd name="connsiteX63" fmla="*/ 1512094 w 1533525"/>
                  <a:gd name="connsiteY63" fmla="*/ 683419 h 1264444"/>
                  <a:gd name="connsiteX64" fmla="*/ 1488282 w 1533525"/>
                  <a:gd name="connsiteY64" fmla="*/ 650082 h 1264444"/>
                  <a:gd name="connsiteX65" fmla="*/ 1533525 w 1533525"/>
                  <a:gd name="connsiteY65" fmla="*/ 564357 h 1264444"/>
                  <a:gd name="connsiteX66" fmla="*/ 1438275 w 1533525"/>
                  <a:gd name="connsiteY66" fmla="*/ 533400 h 1264444"/>
                  <a:gd name="connsiteX67" fmla="*/ 1488282 w 1533525"/>
                  <a:gd name="connsiteY67" fmla="*/ 400050 h 1264444"/>
                  <a:gd name="connsiteX68" fmla="*/ 1402557 w 1533525"/>
                  <a:gd name="connsiteY68" fmla="*/ 400050 h 1264444"/>
                  <a:gd name="connsiteX69" fmla="*/ 1397794 w 1533525"/>
                  <a:gd name="connsiteY69" fmla="*/ 326232 h 1264444"/>
                  <a:gd name="connsiteX70" fmla="*/ 1435894 w 1533525"/>
                  <a:gd name="connsiteY70" fmla="*/ 280988 h 1264444"/>
                  <a:gd name="connsiteX71" fmla="*/ 1335882 w 1533525"/>
                  <a:gd name="connsiteY71" fmla="*/ 130969 h 1264444"/>
                  <a:gd name="connsiteX72" fmla="*/ 1295400 w 1533525"/>
                  <a:gd name="connsiteY72" fmla="*/ 90488 h 1264444"/>
                  <a:gd name="connsiteX73" fmla="*/ 1045369 w 1533525"/>
                  <a:gd name="connsiteY73" fmla="*/ 97632 h 1264444"/>
                  <a:gd name="connsiteX74" fmla="*/ 1040607 w 1533525"/>
                  <a:gd name="connsiteY74" fmla="*/ 57150 h 1264444"/>
                  <a:gd name="connsiteX75" fmla="*/ 990600 w 1533525"/>
                  <a:gd name="connsiteY75" fmla="*/ 64294 h 1264444"/>
                  <a:gd name="connsiteX76" fmla="*/ 923925 w 1533525"/>
                  <a:gd name="connsiteY76" fmla="*/ 0 h 1264444"/>
                  <a:gd name="connsiteX77" fmla="*/ 695325 w 1533525"/>
                  <a:gd name="connsiteY77" fmla="*/ 9525 h 1264444"/>
                  <a:gd name="connsiteX78" fmla="*/ 623888 w 1533525"/>
                  <a:gd name="connsiteY78" fmla="*/ 109538 h 1264444"/>
                  <a:gd name="connsiteX79" fmla="*/ 550069 w 1533525"/>
                  <a:gd name="connsiteY79" fmla="*/ 69057 h 1264444"/>
                  <a:gd name="connsiteX80" fmla="*/ 383382 w 1533525"/>
                  <a:gd name="connsiteY80" fmla="*/ 119063 h 1264444"/>
                  <a:gd name="connsiteX81" fmla="*/ 504825 w 1533525"/>
                  <a:gd name="connsiteY81" fmla="*/ 383382 h 1264444"/>
                  <a:gd name="connsiteX0" fmla="*/ 504825 w 1533525"/>
                  <a:gd name="connsiteY0" fmla="*/ 383382 h 1264444"/>
                  <a:gd name="connsiteX1" fmla="*/ 347663 w 1533525"/>
                  <a:gd name="connsiteY1" fmla="*/ 292894 h 1264444"/>
                  <a:gd name="connsiteX2" fmla="*/ 288132 w 1533525"/>
                  <a:gd name="connsiteY2" fmla="*/ 347663 h 1264444"/>
                  <a:gd name="connsiteX3" fmla="*/ 209550 w 1533525"/>
                  <a:gd name="connsiteY3" fmla="*/ 326232 h 1264444"/>
                  <a:gd name="connsiteX4" fmla="*/ 173832 w 1533525"/>
                  <a:gd name="connsiteY4" fmla="*/ 392907 h 1264444"/>
                  <a:gd name="connsiteX5" fmla="*/ 130969 w 1533525"/>
                  <a:gd name="connsiteY5" fmla="*/ 400050 h 1264444"/>
                  <a:gd name="connsiteX6" fmla="*/ 85725 w 1533525"/>
                  <a:gd name="connsiteY6" fmla="*/ 438150 h 1264444"/>
                  <a:gd name="connsiteX7" fmla="*/ 90488 w 1533525"/>
                  <a:gd name="connsiteY7" fmla="*/ 526257 h 1264444"/>
                  <a:gd name="connsiteX8" fmla="*/ 33338 w 1533525"/>
                  <a:gd name="connsiteY8" fmla="*/ 526257 h 1264444"/>
                  <a:gd name="connsiteX9" fmla="*/ 28575 w 1533525"/>
                  <a:gd name="connsiteY9" fmla="*/ 569119 h 1264444"/>
                  <a:gd name="connsiteX10" fmla="*/ 0 w 1533525"/>
                  <a:gd name="connsiteY10" fmla="*/ 583407 h 1264444"/>
                  <a:gd name="connsiteX11" fmla="*/ 38100 w 1533525"/>
                  <a:gd name="connsiteY11" fmla="*/ 671513 h 1264444"/>
                  <a:gd name="connsiteX12" fmla="*/ 21432 w 1533525"/>
                  <a:gd name="connsiteY12" fmla="*/ 685800 h 1264444"/>
                  <a:gd name="connsiteX13" fmla="*/ 71438 w 1533525"/>
                  <a:gd name="connsiteY13" fmla="*/ 666750 h 1264444"/>
                  <a:gd name="connsiteX14" fmla="*/ 171450 w 1533525"/>
                  <a:gd name="connsiteY14" fmla="*/ 723900 h 1264444"/>
                  <a:gd name="connsiteX15" fmla="*/ 128588 w 1533525"/>
                  <a:gd name="connsiteY15" fmla="*/ 747713 h 1264444"/>
                  <a:gd name="connsiteX16" fmla="*/ 95250 w 1533525"/>
                  <a:gd name="connsiteY16" fmla="*/ 785813 h 1264444"/>
                  <a:gd name="connsiteX17" fmla="*/ 100013 w 1533525"/>
                  <a:gd name="connsiteY17" fmla="*/ 802482 h 1264444"/>
                  <a:gd name="connsiteX18" fmla="*/ 54769 w 1533525"/>
                  <a:gd name="connsiteY18" fmla="*/ 888207 h 1264444"/>
                  <a:gd name="connsiteX19" fmla="*/ 111919 w 1533525"/>
                  <a:gd name="connsiteY19" fmla="*/ 928688 h 1264444"/>
                  <a:gd name="connsiteX20" fmla="*/ 157163 w 1533525"/>
                  <a:gd name="connsiteY20" fmla="*/ 912019 h 1264444"/>
                  <a:gd name="connsiteX21" fmla="*/ 238125 w 1533525"/>
                  <a:gd name="connsiteY21" fmla="*/ 976313 h 1264444"/>
                  <a:gd name="connsiteX22" fmla="*/ 314325 w 1533525"/>
                  <a:gd name="connsiteY22" fmla="*/ 995363 h 1264444"/>
                  <a:gd name="connsiteX23" fmla="*/ 323850 w 1533525"/>
                  <a:gd name="connsiteY23" fmla="*/ 885825 h 1264444"/>
                  <a:gd name="connsiteX24" fmla="*/ 402432 w 1533525"/>
                  <a:gd name="connsiteY24" fmla="*/ 923925 h 1264444"/>
                  <a:gd name="connsiteX25" fmla="*/ 466725 w 1533525"/>
                  <a:gd name="connsiteY25" fmla="*/ 928688 h 1264444"/>
                  <a:gd name="connsiteX26" fmla="*/ 471488 w 1533525"/>
                  <a:gd name="connsiteY26" fmla="*/ 995363 h 1264444"/>
                  <a:gd name="connsiteX27" fmla="*/ 557213 w 1533525"/>
                  <a:gd name="connsiteY27" fmla="*/ 997744 h 1264444"/>
                  <a:gd name="connsiteX28" fmla="*/ 564357 w 1533525"/>
                  <a:gd name="connsiteY28" fmla="*/ 1071563 h 1264444"/>
                  <a:gd name="connsiteX29" fmla="*/ 614363 w 1533525"/>
                  <a:gd name="connsiteY29" fmla="*/ 1078707 h 1264444"/>
                  <a:gd name="connsiteX30" fmla="*/ 590550 w 1533525"/>
                  <a:gd name="connsiteY30" fmla="*/ 1154907 h 1264444"/>
                  <a:gd name="connsiteX31" fmla="*/ 561975 w 1533525"/>
                  <a:gd name="connsiteY31" fmla="*/ 1164432 h 1264444"/>
                  <a:gd name="connsiteX32" fmla="*/ 552450 w 1533525"/>
                  <a:gd name="connsiteY32" fmla="*/ 1185863 h 1264444"/>
                  <a:gd name="connsiteX33" fmla="*/ 602457 w 1533525"/>
                  <a:gd name="connsiteY33" fmla="*/ 1209675 h 1264444"/>
                  <a:gd name="connsiteX34" fmla="*/ 611982 w 1533525"/>
                  <a:gd name="connsiteY34" fmla="*/ 1216819 h 1264444"/>
                  <a:gd name="connsiteX35" fmla="*/ 645319 w 1533525"/>
                  <a:gd name="connsiteY35" fmla="*/ 1200150 h 1264444"/>
                  <a:gd name="connsiteX36" fmla="*/ 669132 w 1533525"/>
                  <a:gd name="connsiteY36" fmla="*/ 1231107 h 1264444"/>
                  <a:gd name="connsiteX37" fmla="*/ 709613 w 1533525"/>
                  <a:gd name="connsiteY37" fmla="*/ 1176338 h 1264444"/>
                  <a:gd name="connsiteX38" fmla="*/ 731044 w 1533525"/>
                  <a:gd name="connsiteY38" fmla="*/ 1185863 h 1264444"/>
                  <a:gd name="connsiteX39" fmla="*/ 766763 w 1533525"/>
                  <a:gd name="connsiteY39" fmla="*/ 1176338 h 1264444"/>
                  <a:gd name="connsiteX40" fmla="*/ 809625 w 1533525"/>
                  <a:gd name="connsiteY40" fmla="*/ 1193007 h 1264444"/>
                  <a:gd name="connsiteX41" fmla="*/ 854869 w 1533525"/>
                  <a:gd name="connsiteY41" fmla="*/ 1173957 h 1264444"/>
                  <a:gd name="connsiteX42" fmla="*/ 909638 w 1533525"/>
                  <a:gd name="connsiteY42" fmla="*/ 1183482 h 1264444"/>
                  <a:gd name="connsiteX43" fmla="*/ 954882 w 1533525"/>
                  <a:gd name="connsiteY43" fmla="*/ 1176338 h 1264444"/>
                  <a:gd name="connsiteX44" fmla="*/ 969169 w 1533525"/>
                  <a:gd name="connsiteY44" fmla="*/ 1119188 h 1264444"/>
                  <a:gd name="connsiteX45" fmla="*/ 990600 w 1533525"/>
                  <a:gd name="connsiteY45" fmla="*/ 1131094 h 1264444"/>
                  <a:gd name="connsiteX46" fmla="*/ 990600 w 1533525"/>
                  <a:gd name="connsiteY46" fmla="*/ 1173957 h 1264444"/>
                  <a:gd name="connsiteX47" fmla="*/ 1023938 w 1533525"/>
                  <a:gd name="connsiteY47" fmla="*/ 1197769 h 1264444"/>
                  <a:gd name="connsiteX48" fmla="*/ 1038225 w 1533525"/>
                  <a:gd name="connsiteY48" fmla="*/ 1223963 h 1264444"/>
                  <a:gd name="connsiteX49" fmla="*/ 1085850 w 1533525"/>
                  <a:gd name="connsiteY49" fmla="*/ 1264444 h 1264444"/>
                  <a:gd name="connsiteX50" fmla="*/ 1138238 w 1533525"/>
                  <a:gd name="connsiteY50" fmla="*/ 1264444 h 1264444"/>
                  <a:gd name="connsiteX51" fmla="*/ 1166813 w 1533525"/>
                  <a:gd name="connsiteY51" fmla="*/ 1221582 h 1264444"/>
                  <a:gd name="connsiteX52" fmla="*/ 1138238 w 1533525"/>
                  <a:gd name="connsiteY52" fmla="*/ 1190625 h 1264444"/>
                  <a:gd name="connsiteX53" fmla="*/ 1126332 w 1533525"/>
                  <a:gd name="connsiteY53" fmla="*/ 1100138 h 1264444"/>
                  <a:gd name="connsiteX54" fmla="*/ 1209675 w 1533525"/>
                  <a:gd name="connsiteY54" fmla="*/ 1040607 h 1264444"/>
                  <a:gd name="connsiteX55" fmla="*/ 1178719 w 1533525"/>
                  <a:gd name="connsiteY55" fmla="*/ 983457 h 1264444"/>
                  <a:gd name="connsiteX56" fmla="*/ 1421607 w 1533525"/>
                  <a:gd name="connsiteY56" fmla="*/ 1059657 h 1264444"/>
                  <a:gd name="connsiteX57" fmla="*/ 1443038 w 1533525"/>
                  <a:gd name="connsiteY57" fmla="*/ 954882 h 1264444"/>
                  <a:gd name="connsiteX58" fmla="*/ 1393032 w 1533525"/>
                  <a:gd name="connsiteY58" fmla="*/ 938213 h 1264444"/>
                  <a:gd name="connsiteX59" fmla="*/ 1459707 w 1533525"/>
                  <a:gd name="connsiteY59" fmla="*/ 864394 h 1264444"/>
                  <a:gd name="connsiteX60" fmla="*/ 1500188 w 1533525"/>
                  <a:gd name="connsiteY60" fmla="*/ 866775 h 1264444"/>
                  <a:gd name="connsiteX61" fmla="*/ 1512094 w 1533525"/>
                  <a:gd name="connsiteY61" fmla="*/ 852488 h 1264444"/>
                  <a:gd name="connsiteX62" fmla="*/ 1459707 w 1533525"/>
                  <a:gd name="connsiteY62" fmla="*/ 745332 h 1264444"/>
                  <a:gd name="connsiteX63" fmla="*/ 1512094 w 1533525"/>
                  <a:gd name="connsiteY63" fmla="*/ 683419 h 1264444"/>
                  <a:gd name="connsiteX64" fmla="*/ 1488282 w 1533525"/>
                  <a:gd name="connsiteY64" fmla="*/ 650082 h 1264444"/>
                  <a:gd name="connsiteX65" fmla="*/ 1533525 w 1533525"/>
                  <a:gd name="connsiteY65" fmla="*/ 564357 h 1264444"/>
                  <a:gd name="connsiteX66" fmla="*/ 1438275 w 1533525"/>
                  <a:gd name="connsiteY66" fmla="*/ 533400 h 1264444"/>
                  <a:gd name="connsiteX67" fmla="*/ 1488282 w 1533525"/>
                  <a:gd name="connsiteY67" fmla="*/ 400050 h 1264444"/>
                  <a:gd name="connsiteX68" fmla="*/ 1402557 w 1533525"/>
                  <a:gd name="connsiteY68" fmla="*/ 400050 h 1264444"/>
                  <a:gd name="connsiteX69" fmla="*/ 1397794 w 1533525"/>
                  <a:gd name="connsiteY69" fmla="*/ 326232 h 1264444"/>
                  <a:gd name="connsiteX70" fmla="*/ 1435894 w 1533525"/>
                  <a:gd name="connsiteY70" fmla="*/ 280988 h 1264444"/>
                  <a:gd name="connsiteX71" fmla="*/ 1335882 w 1533525"/>
                  <a:gd name="connsiteY71" fmla="*/ 130969 h 1264444"/>
                  <a:gd name="connsiteX72" fmla="*/ 1295400 w 1533525"/>
                  <a:gd name="connsiteY72" fmla="*/ 90488 h 1264444"/>
                  <a:gd name="connsiteX73" fmla="*/ 1045369 w 1533525"/>
                  <a:gd name="connsiteY73" fmla="*/ 97632 h 1264444"/>
                  <a:gd name="connsiteX74" fmla="*/ 1040607 w 1533525"/>
                  <a:gd name="connsiteY74" fmla="*/ 57150 h 1264444"/>
                  <a:gd name="connsiteX75" fmla="*/ 990600 w 1533525"/>
                  <a:gd name="connsiteY75" fmla="*/ 64294 h 1264444"/>
                  <a:gd name="connsiteX76" fmla="*/ 923925 w 1533525"/>
                  <a:gd name="connsiteY76" fmla="*/ 0 h 1264444"/>
                  <a:gd name="connsiteX77" fmla="*/ 695325 w 1533525"/>
                  <a:gd name="connsiteY77" fmla="*/ 9525 h 1264444"/>
                  <a:gd name="connsiteX78" fmla="*/ 623888 w 1533525"/>
                  <a:gd name="connsiteY78" fmla="*/ 109538 h 1264444"/>
                  <a:gd name="connsiteX79" fmla="*/ 550069 w 1533525"/>
                  <a:gd name="connsiteY79" fmla="*/ 69057 h 1264444"/>
                  <a:gd name="connsiteX80" fmla="*/ 383382 w 1533525"/>
                  <a:gd name="connsiteY80" fmla="*/ 119063 h 1264444"/>
                  <a:gd name="connsiteX81" fmla="*/ 504825 w 1533525"/>
                  <a:gd name="connsiteY81" fmla="*/ 383382 h 126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1533525" h="1264444">
                    <a:moveTo>
                      <a:pt x="504825" y="383382"/>
                    </a:moveTo>
                    <a:lnTo>
                      <a:pt x="347663" y="292894"/>
                    </a:lnTo>
                    <a:lnTo>
                      <a:pt x="288132" y="347663"/>
                    </a:lnTo>
                    <a:lnTo>
                      <a:pt x="209550" y="326232"/>
                    </a:lnTo>
                    <a:lnTo>
                      <a:pt x="173832" y="392907"/>
                    </a:lnTo>
                    <a:lnTo>
                      <a:pt x="130969" y="400050"/>
                    </a:lnTo>
                    <a:lnTo>
                      <a:pt x="85725" y="438150"/>
                    </a:lnTo>
                    <a:lnTo>
                      <a:pt x="90488" y="526257"/>
                    </a:lnTo>
                    <a:lnTo>
                      <a:pt x="33338" y="526257"/>
                    </a:lnTo>
                    <a:lnTo>
                      <a:pt x="28575" y="569119"/>
                    </a:lnTo>
                    <a:lnTo>
                      <a:pt x="0" y="583407"/>
                    </a:lnTo>
                    <a:lnTo>
                      <a:pt x="38100" y="671513"/>
                    </a:lnTo>
                    <a:lnTo>
                      <a:pt x="21432" y="685800"/>
                    </a:lnTo>
                    <a:lnTo>
                      <a:pt x="71438" y="666750"/>
                    </a:lnTo>
                    <a:lnTo>
                      <a:pt x="171450" y="723900"/>
                    </a:lnTo>
                    <a:lnTo>
                      <a:pt x="128588" y="747713"/>
                    </a:lnTo>
                    <a:lnTo>
                      <a:pt x="95250" y="785813"/>
                    </a:lnTo>
                    <a:lnTo>
                      <a:pt x="100013" y="802482"/>
                    </a:lnTo>
                    <a:lnTo>
                      <a:pt x="54769" y="888207"/>
                    </a:lnTo>
                    <a:lnTo>
                      <a:pt x="111919" y="928688"/>
                    </a:lnTo>
                    <a:lnTo>
                      <a:pt x="157163" y="912019"/>
                    </a:lnTo>
                    <a:lnTo>
                      <a:pt x="238125" y="976313"/>
                    </a:lnTo>
                    <a:lnTo>
                      <a:pt x="314325" y="995363"/>
                    </a:lnTo>
                    <a:lnTo>
                      <a:pt x="323850" y="885825"/>
                    </a:lnTo>
                    <a:lnTo>
                      <a:pt x="402432" y="923925"/>
                    </a:lnTo>
                    <a:lnTo>
                      <a:pt x="466725" y="928688"/>
                    </a:lnTo>
                    <a:lnTo>
                      <a:pt x="471488" y="995363"/>
                    </a:lnTo>
                    <a:lnTo>
                      <a:pt x="557213" y="997744"/>
                    </a:lnTo>
                    <a:lnTo>
                      <a:pt x="564357" y="1071563"/>
                    </a:lnTo>
                    <a:lnTo>
                      <a:pt x="614363" y="1078707"/>
                    </a:lnTo>
                    <a:lnTo>
                      <a:pt x="590550" y="1154907"/>
                    </a:lnTo>
                    <a:lnTo>
                      <a:pt x="561975" y="1164432"/>
                    </a:lnTo>
                    <a:lnTo>
                      <a:pt x="552450" y="1185863"/>
                    </a:lnTo>
                    <a:lnTo>
                      <a:pt x="602457" y="1209675"/>
                    </a:lnTo>
                    <a:lnTo>
                      <a:pt x="611982" y="1216819"/>
                    </a:lnTo>
                    <a:lnTo>
                      <a:pt x="645319" y="1200150"/>
                    </a:lnTo>
                    <a:lnTo>
                      <a:pt x="669132" y="1231107"/>
                    </a:lnTo>
                    <a:lnTo>
                      <a:pt x="709613" y="1176338"/>
                    </a:lnTo>
                    <a:lnTo>
                      <a:pt x="731044" y="1185863"/>
                    </a:lnTo>
                    <a:lnTo>
                      <a:pt x="766763" y="1176338"/>
                    </a:lnTo>
                    <a:lnTo>
                      <a:pt x="809625" y="1193007"/>
                    </a:lnTo>
                    <a:lnTo>
                      <a:pt x="854869" y="1173957"/>
                    </a:lnTo>
                    <a:lnTo>
                      <a:pt x="909638" y="1183482"/>
                    </a:lnTo>
                    <a:lnTo>
                      <a:pt x="954882" y="1176338"/>
                    </a:lnTo>
                    <a:lnTo>
                      <a:pt x="969169" y="1119188"/>
                    </a:lnTo>
                    <a:lnTo>
                      <a:pt x="990600" y="1131094"/>
                    </a:lnTo>
                    <a:lnTo>
                      <a:pt x="990600" y="1173957"/>
                    </a:lnTo>
                    <a:lnTo>
                      <a:pt x="1023938" y="1197769"/>
                    </a:lnTo>
                    <a:lnTo>
                      <a:pt x="1038225" y="1223963"/>
                    </a:lnTo>
                    <a:lnTo>
                      <a:pt x="1085850" y="1264444"/>
                    </a:lnTo>
                    <a:lnTo>
                      <a:pt x="1138238" y="1264444"/>
                    </a:lnTo>
                    <a:lnTo>
                      <a:pt x="1166813" y="1221582"/>
                    </a:lnTo>
                    <a:lnTo>
                      <a:pt x="1138238" y="1190625"/>
                    </a:lnTo>
                    <a:lnTo>
                      <a:pt x="1126332" y="1100138"/>
                    </a:lnTo>
                    <a:lnTo>
                      <a:pt x="1209675" y="1040607"/>
                    </a:lnTo>
                    <a:lnTo>
                      <a:pt x="1178719" y="983457"/>
                    </a:lnTo>
                    <a:lnTo>
                      <a:pt x="1421607" y="1059657"/>
                    </a:lnTo>
                    <a:lnTo>
                      <a:pt x="1443038" y="954882"/>
                    </a:lnTo>
                    <a:lnTo>
                      <a:pt x="1393032" y="938213"/>
                    </a:lnTo>
                    <a:lnTo>
                      <a:pt x="1459707" y="864394"/>
                    </a:lnTo>
                    <a:lnTo>
                      <a:pt x="1500188" y="866775"/>
                    </a:lnTo>
                    <a:lnTo>
                      <a:pt x="1512094" y="852488"/>
                    </a:lnTo>
                    <a:lnTo>
                      <a:pt x="1459707" y="745332"/>
                    </a:lnTo>
                    <a:lnTo>
                      <a:pt x="1512094" y="683419"/>
                    </a:lnTo>
                    <a:lnTo>
                      <a:pt x="1488282" y="650082"/>
                    </a:lnTo>
                    <a:lnTo>
                      <a:pt x="1533525" y="564357"/>
                    </a:lnTo>
                    <a:lnTo>
                      <a:pt x="1438275" y="533400"/>
                    </a:lnTo>
                    <a:lnTo>
                      <a:pt x="1488282" y="400050"/>
                    </a:lnTo>
                    <a:lnTo>
                      <a:pt x="1402557" y="400050"/>
                    </a:lnTo>
                    <a:lnTo>
                      <a:pt x="1397794" y="326232"/>
                    </a:lnTo>
                    <a:lnTo>
                      <a:pt x="1435894" y="280988"/>
                    </a:lnTo>
                    <a:lnTo>
                      <a:pt x="1335882" y="130969"/>
                    </a:lnTo>
                    <a:lnTo>
                      <a:pt x="1295400" y="90488"/>
                    </a:lnTo>
                    <a:lnTo>
                      <a:pt x="1045369" y="97632"/>
                    </a:lnTo>
                    <a:lnTo>
                      <a:pt x="1040607" y="57150"/>
                    </a:lnTo>
                    <a:lnTo>
                      <a:pt x="990600" y="64294"/>
                    </a:lnTo>
                    <a:lnTo>
                      <a:pt x="923925" y="0"/>
                    </a:lnTo>
                    <a:lnTo>
                      <a:pt x="695325" y="9525"/>
                    </a:lnTo>
                    <a:lnTo>
                      <a:pt x="623888" y="109538"/>
                    </a:lnTo>
                    <a:lnTo>
                      <a:pt x="550069" y="69057"/>
                    </a:lnTo>
                    <a:lnTo>
                      <a:pt x="383382" y="119063"/>
                    </a:lnTo>
                    <a:lnTo>
                      <a:pt x="504825" y="383382"/>
                    </a:lnTo>
                    <a:close/>
                  </a:path>
                </a:pathLst>
              </a:custGeom>
              <a:solidFill>
                <a:srgbClr val="E7E6E6"/>
              </a:solidFill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2" name="Freeform: Shape 369">
                <a:extLst>
                  <a:ext uri="{FF2B5EF4-FFF2-40B4-BE49-F238E27FC236}">
                    <a16:creationId xmlns:a16="http://schemas.microsoft.com/office/drawing/2014/main" xmlns="" id="{5C97F46A-2F41-4BAC-8801-CAD87DE33D03}"/>
                  </a:ext>
                </a:extLst>
              </p:cNvPr>
              <p:cNvSpPr/>
              <p:nvPr/>
            </p:nvSpPr>
            <p:spPr>
              <a:xfrm>
                <a:off x="8808738" y="4112253"/>
                <a:ext cx="1498654" cy="2094481"/>
              </a:xfrm>
              <a:custGeom>
                <a:avLst/>
                <a:gdLst>
                  <a:gd name="connsiteX0" fmla="*/ 483393 w 1624012"/>
                  <a:gd name="connsiteY0" fmla="*/ 0 h 2162175"/>
                  <a:gd name="connsiteX1" fmla="*/ 514350 w 1624012"/>
                  <a:gd name="connsiteY1" fmla="*/ 59531 h 2162175"/>
                  <a:gd name="connsiteX2" fmla="*/ 423862 w 1624012"/>
                  <a:gd name="connsiteY2" fmla="*/ 116681 h 2162175"/>
                  <a:gd name="connsiteX3" fmla="*/ 442912 w 1624012"/>
                  <a:gd name="connsiteY3" fmla="*/ 209550 h 2162175"/>
                  <a:gd name="connsiteX4" fmla="*/ 469106 w 1624012"/>
                  <a:gd name="connsiteY4" fmla="*/ 238125 h 2162175"/>
                  <a:gd name="connsiteX5" fmla="*/ 442912 w 1624012"/>
                  <a:gd name="connsiteY5" fmla="*/ 283369 h 2162175"/>
                  <a:gd name="connsiteX6" fmla="*/ 416718 w 1624012"/>
                  <a:gd name="connsiteY6" fmla="*/ 285750 h 2162175"/>
                  <a:gd name="connsiteX7" fmla="*/ 407193 w 1624012"/>
                  <a:gd name="connsiteY7" fmla="*/ 323850 h 2162175"/>
                  <a:gd name="connsiteX8" fmla="*/ 407193 w 1624012"/>
                  <a:gd name="connsiteY8" fmla="*/ 323850 h 2162175"/>
                  <a:gd name="connsiteX9" fmla="*/ 354806 w 1624012"/>
                  <a:gd name="connsiteY9" fmla="*/ 314325 h 2162175"/>
                  <a:gd name="connsiteX10" fmla="*/ 319087 w 1624012"/>
                  <a:gd name="connsiteY10" fmla="*/ 316706 h 2162175"/>
                  <a:gd name="connsiteX11" fmla="*/ 307181 w 1624012"/>
                  <a:gd name="connsiteY11" fmla="*/ 397669 h 2162175"/>
                  <a:gd name="connsiteX12" fmla="*/ 252412 w 1624012"/>
                  <a:gd name="connsiteY12" fmla="*/ 381000 h 2162175"/>
                  <a:gd name="connsiteX13" fmla="*/ 152400 w 1624012"/>
                  <a:gd name="connsiteY13" fmla="*/ 352425 h 2162175"/>
                  <a:gd name="connsiteX14" fmla="*/ 0 w 1624012"/>
                  <a:gd name="connsiteY14" fmla="*/ 345281 h 2162175"/>
                  <a:gd name="connsiteX15" fmla="*/ 19050 w 1624012"/>
                  <a:gd name="connsiteY15" fmla="*/ 381000 h 2162175"/>
                  <a:gd name="connsiteX16" fmla="*/ 133350 w 1624012"/>
                  <a:gd name="connsiteY16" fmla="*/ 419100 h 2162175"/>
                  <a:gd name="connsiteX17" fmla="*/ 135731 w 1624012"/>
                  <a:gd name="connsiteY17" fmla="*/ 595312 h 2162175"/>
                  <a:gd name="connsiteX18" fmla="*/ 195262 w 1624012"/>
                  <a:gd name="connsiteY18" fmla="*/ 590550 h 2162175"/>
                  <a:gd name="connsiteX19" fmla="*/ 238125 w 1624012"/>
                  <a:gd name="connsiteY19" fmla="*/ 647700 h 2162175"/>
                  <a:gd name="connsiteX20" fmla="*/ 300037 w 1624012"/>
                  <a:gd name="connsiteY20" fmla="*/ 652462 h 2162175"/>
                  <a:gd name="connsiteX21" fmla="*/ 300037 w 1624012"/>
                  <a:gd name="connsiteY21" fmla="*/ 685800 h 2162175"/>
                  <a:gd name="connsiteX22" fmla="*/ 230981 w 1624012"/>
                  <a:gd name="connsiteY22" fmla="*/ 692944 h 2162175"/>
                  <a:gd name="connsiteX23" fmla="*/ 230981 w 1624012"/>
                  <a:gd name="connsiteY23" fmla="*/ 842962 h 2162175"/>
                  <a:gd name="connsiteX24" fmla="*/ 138112 w 1624012"/>
                  <a:gd name="connsiteY24" fmla="*/ 842962 h 2162175"/>
                  <a:gd name="connsiteX25" fmla="*/ 140493 w 1624012"/>
                  <a:gd name="connsiteY25" fmla="*/ 883444 h 2162175"/>
                  <a:gd name="connsiteX26" fmla="*/ 142875 w 1624012"/>
                  <a:gd name="connsiteY26" fmla="*/ 992981 h 2162175"/>
                  <a:gd name="connsiteX27" fmla="*/ 133350 w 1624012"/>
                  <a:gd name="connsiteY27" fmla="*/ 1107281 h 2162175"/>
                  <a:gd name="connsiteX28" fmla="*/ 140493 w 1624012"/>
                  <a:gd name="connsiteY28" fmla="*/ 1193006 h 2162175"/>
                  <a:gd name="connsiteX29" fmla="*/ 69056 w 1624012"/>
                  <a:gd name="connsiteY29" fmla="*/ 1271587 h 2162175"/>
                  <a:gd name="connsiteX30" fmla="*/ 176212 w 1624012"/>
                  <a:gd name="connsiteY30" fmla="*/ 1269206 h 2162175"/>
                  <a:gd name="connsiteX31" fmla="*/ 223837 w 1624012"/>
                  <a:gd name="connsiteY31" fmla="*/ 1226344 h 2162175"/>
                  <a:gd name="connsiteX32" fmla="*/ 271462 w 1624012"/>
                  <a:gd name="connsiteY32" fmla="*/ 1333500 h 2162175"/>
                  <a:gd name="connsiteX33" fmla="*/ 407193 w 1624012"/>
                  <a:gd name="connsiteY33" fmla="*/ 1366837 h 2162175"/>
                  <a:gd name="connsiteX34" fmla="*/ 392906 w 1624012"/>
                  <a:gd name="connsiteY34" fmla="*/ 1464469 h 2162175"/>
                  <a:gd name="connsiteX35" fmla="*/ 311943 w 1624012"/>
                  <a:gd name="connsiteY35" fmla="*/ 1519237 h 2162175"/>
                  <a:gd name="connsiteX36" fmla="*/ 266700 w 1624012"/>
                  <a:gd name="connsiteY36" fmla="*/ 1521619 h 2162175"/>
                  <a:gd name="connsiteX37" fmla="*/ 264318 w 1624012"/>
                  <a:gd name="connsiteY37" fmla="*/ 1550194 h 2162175"/>
                  <a:gd name="connsiteX38" fmla="*/ 219075 w 1624012"/>
                  <a:gd name="connsiteY38" fmla="*/ 1550194 h 2162175"/>
                  <a:gd name="connsiteX39" fmla="*/ 195262 w 1624012"/>
                  <a:gd name="connsiteY39" fmla="*/ 1528762 h 2162175"/>
                  <a:gd name="connsiteX40" fmla="*/ 104775 w 1624012"/>
                  <a:gd name="connsiteY40" fmla="*/ 1519237 h 2162175"/>
                  <a:gd name="connsiteX41" fmla="*/ 100012 w 1624012"/>
                  <a:gd name="connsiteY41" fmla="*/ 1652587 h 2162175"/>
                  <a:gd name="connsiteX42" fmla="*/ 66675 w 1624012"/>
                  <a:gd name="connsiteY42" fmla="*/ 1683544 h 2162175"/>
                  <a:gd name="connsiteX43" fmla="*/ 66675 w 1624012"/>
                  <a:gd name="connsiteY43" fmla="*/ 1714500 h 2162175"/>
                  <a:gd name="connsiteX44" fmla="*/ 116681 w 1624012"/>
                  <a:gd name="connsiteY44" fmla="*/ 1724025 h 2162175"/>
                  <a:gd name="connsiteX45" fmla="*/ 128587 w 1624012"/>
                  <a:gd name="connsiteY45" fmla="*/ 1778794 h 2162175"/>
                  <a:gd name="connsiteX46" fmla="*/ 238125 w 1624012"/>
                  <a:gd name="connsiteY46" fmla="*/ 1804987 h 2162175"/>
                  <a:gd name="connsiteX47" fmla="*/ 147637 w 1624012"/>
                  <a:gd name="connsiteY47" fmla="*/ 2074069 h 2162175"/>
                  <a:gd name="connsiteX48" fmla="*/ 190500 w 1624012"/>
                  <a:gd name="connsiteY48" fmla="*/ 2095500 h 2162175"/>
                  <a:gd name="connsiteX49" fmla="*/ 254793 w 1624012"/>
                  <a:gd name="connsiteY49" fmla="*/ 2085975 h 2162175"/>
                  <a:gd name="connsiteX50" fmla="*/ 330993 w 1624012"/>
                  <a:gd name="connsiteY50" fmla="*/ 2162175 h 2162175"/>
                  <a:gd name="connsiteX51" fmla="*/ 388143 w 1624012"/>
                  <a:gd name="connsiteY51" fmla="*/ 2133600 h 2162175"/>
                  <a:gd name="connsiteX52" fmla="*/ 433387 w 1624012"/>
                  <a:gd name="connsiteY52" fmla="*/ 2133600 h 2162175"/>
                  <a:gd name="connsiteX53" fmla="*/ 464343 w 1624012"/>
                  <a:gd name="connsiteY53" fmla="*/ 1950244 h 2162175"/>
                  <a:gd name="connsiteX54" fmla="*/ 481012 w 1624012"/>
                  <a:gd name="connsiteY54" fmla="*/ 1921669 h 2162175"/>
                  <a:gd name="connsiteX55" fmla="*/ 507206 w 1624012"/>
                  <a:gd name="connsiteY55" fmla="*/ 1940719 h 2162175"/>
                  <a:gd name="connsiteX56" fmla="*/ 631031 w 1624012"/>
                  <a:gd name="connsiteY56" fmla="*/ 1952625 h 2162175"/>
                  <a:gd name="connsiteX57" fmla="*/ 666750 w 1624012"/>
                  <a:gd name="connsiteY57" fmla="*/ 1964531 h 2162175"/>
                  <a:gd name="connsiteX58" fmla="*/ 669131 w 1624012"/>
                  <a:gd name="connsiteY58" fmla="*/ 1902619 h 2162175"/>
                  <a:gd name="connsiteX59" fmla="*/ 719137 w 1624012"/>
                  <a:gd name="connsiteY59" fmla="*/ 1883569 h 2162175"/>
                  <a:gd name="connsiteX60" fmla="*/ 776287 w 1624012"/>
                  <a:gd name="connsiteY60" fmla="*/ 1812131 h 2162175"/>
                  <a:gd name="connsiteX61" fmla="*/ 792956 w 1624012"/>
                  <a:gd name="connsiteY61" fmla="*/ 1797844 h 2162175"/>
                  <a:gd name="connsiteX62" fmla="*/ 926306 w 1624012"/>
                  <a:gd name="connsiteY62" fmla="*/ 1802606 h 2162175"/>
                  <a:gd name="connsiteX63" fmla="*/ 966787 w 1624012"/>
                  <a:gd name="connsiteY63" fmla="*/ 1809750 h 2162175"/>
                  <a:gd name="connsiteX64" fmla="*/ 1000125 w 1624012"/>
                  <a:gd name="connsiteY64" fmla="*/ 1747837 h 2162175"/>
                  <a:gd name="connsiteX65" fmla="*/ 1066800 w 1624012"/>
                  <a:gd name="connsiteY65" fmla="*/ 1712119 h 2162175"/>
                  <a:gd name="connsiteX66" fmla="*/ 1095375 w 1624012"/>
                  <a:gd name="connsiteY66" fmla="*/ 1707356 h 2162175"/>
                  <a:gd name="connsiteX67" fmla="*/ 1119187 w 1624012"/>
                  <a:gd name="connsiteY67" fmla="*/ 1683544 h 2162175"/>
                  <a:gd name="connsiteX68" fmla="*/ 1140618 w 1624012"/>
                  <a:gd name="connsiteY68" fmla="*/ 1704975 h 2162175"/>
                  <a:gd name="connsiteX69" fmla="*/ 1154906 w 1624012"/>
                  <a:gd name="connsiteY69" fmla="*/ 1750219 h 2162175"/>
                  <a:gd name="connsiteX70" fmla="*/ 1150143 w 1624012"/>
                  <a:gd name="connsiteY70" fmla="*/ 1895475 h 2162175"/>
                  <a:gd name="connsiteX71" fmla="*/ 1259681 w 1624012"/>
                  <a:gd name="connsiteY71" fmla="*/ 1864519 h 2162175"/>
                  <a:gd name="connsiteX72" fmla="*/ 1269206 w 1624012"/>
                  <a:gd name="connsiteY72" fmla="*/ 1843087 h 2162175"/>
                  <a:gd name="connsiteX73" fmla="*/ 1340643 w 1624012"/>
                  <a:gd name="connsiteY73" fmla="*/ 1812131 h 2162175"/>
                  <a:gd name="connsiteX74" fmla="*/ 1371600 w 1624012"/>
                  <a:gd name="connsiteY74" fmla="*/ 1785937 h 2162175"/>
                  <a:gd name="connsiteX75" fmla="*/ 1419225 w 1624012"/>
                  <a:gd name="connsiteY75" fmla="*/ 1783556 h 2162175"/>
                  <a:gd name="connsiteX76" fmla="*/ 1457325 w 1624012"/>
                  <a:gd name="connsiteY76" fmla="*/ 1752600 h 2162175"/>
                  <a:gd name="connsiteX77" fmla="*/ 1478756 w 1624012"/>
                  <a:gd name="connsiteY77" fmla="*/ 1690687 h 2162175"/>
                  <a:gd name="connsiteX78" fmla="*/ 1504950 w 1624012"/>
                  <a:gd name="connsiteY78" fmla="*/ 1654969 h 2162175"/>
                  <a:gd name="connsiteX79" fmla="*/ 1585912 w 1624012"/>
                  <a:gd name="connsiteY79" fmla="*/ 1633537 h 2162175"/>
                  <a:gd name="connsiteX80" fmla="*/ 1616868 w 1624012"/>
                  <a:gd name="connsiteY80" fmla="*/ 1574006 h 2162175"/>
                  <a:gd name="connsiteX81" fmla="*/ 1624012 w 1624012"/>
                  <a:gd name="connsiteY81" fmla="*/ 1554956 h 2162175"/>
                  <a:gd name="connsiteX82" fmla="*/ 1585912 w 1624012"/>
                  <a:gd name="connsiteY82" fmla="*/ 1473994 h 2162175"/>
                  <a:gd name="connsiteX83" fmla="*/ 1612106 w 1624012"/>
                  <a:gd name="connsiteY83" fmla="*/ 1443037 h 2162175"/>
                  <a:gd name="connsiteX84" fmla="*/ 1600200 w 1624012"/>
                  <a:gd name="connsiteY84" fmla="*/ 1397794 h 2162175"/>
                  <a:gd name="connsiteX85" fmla="*/ 1574006 w 1624012"/>
                  <a:gd name="connsiteY85" fmla="*/ 1378744 h 2162175"/>
                  <a:gd name="connsiteX86" fmla="*/ 1593056 w 1624012"/>
                  <a:gd name="connsiteY86" fmla="*/ 1283494 h 2162175"/>
                  <a:gd name="connsiteX87" fmla="*/ 1390650 w 1624012"/>
                  <a:gd name="connsiteY87" fmla="*/ 1243012 h 2162175"/>
                  <a:gd name="connsiteX88" fmla="*/ 1350168 w 1624012"/>
                  <a:gd name="connsiteY88" fmla="*/ 1259681 h 2162175"/>
                  <a:gd name="connsiteX89" fmla="*/ 1295400 w 1624012"/>
                  <a:gd name="connsiteY89" fmla="*/ 1245394 h 2162175"/>
                  <a:gd name="connsiteX90" fmla="*/ 1345406 w 1624012"/>
                  <a:gd name="connsiteY90" fmla="*/ 1193006 h 2162175"/>
                  <a:gd name="connsiteX91" fmla="*/ 1350168 w 1624012"/>
                  <a:gd name="connsiteY91" fmla="*/ 1152525 h 2162175"/>
                  <a:gd name="connsiteX92" fmla="*/ 1302543 w 1624012"/>
                  <a:gd name="connsiteY92" fmla="*/ 1150144 h 2162175"/>
                  <a:gd name="connsiteX93" fmla="*/ 1350168 w 1624012"/>
                  <a:gd name="connsiteY93" fmla="*/ 1000125 h 2162175"/>
                  <a:gd name="connsiteX94" fmla="*/ 1397793 w 1624012"/>
                  <a:gd name="connsiteY94" fmla="*/ 1000125 h 2162175"/>
                  <a:gd name="connsiteX95" fmla="*/ 1454943 w 1624012"/>
                  <a:gd name="connsiteY95" fmla="*/ 857250 h 2162175"/>
                  <a:gd name="connsiteX96" fmla="*/ 1512093 w 1624012"/>
                  <a:gd name="connsiteY96" fmla="*/ 862012 h 2162175"/>
                  <a:gd name="connsiteX97" fmla="*/ 1533525 w 1624012"/>
                  <a:gd name="connsiteY97" fmla="*/ 766762 h 2162175"/>
                  <a:gd name="connsiteX98" fmla="*/ 1497806 w 1624012"/>
                  <a:gd name="connsiteY98" fmla="*/ 704850 h 2162175"/>
                  <a:gd name="connsiteX99" fmla="*/ 1457325 w 1624012"/>
                  <a:gd name="connsiteY99" fmla="*/ 757237 h 2162175"/>
                  <a:gd name="connsiteX100" fmla="*/ 1400175 w 1624012"/>
                  <a:gd name="connsiteY100" fmla="*/ 733425 h 2162175"/>
                  <a:gd name="connsiteX101" fmla="*/ 1359693 w 1624012"/>
                  <a:gd name="connsiteY101" fmla="*/ 738187 h 2162175"/>
                  <a:gd name="connsiteX102" fmla="*/ 1323975 w 1624012"/>
                  <a:gd name="connsiteY102" fmla="*/ 661987 h 2162175"/>
                  <a:gd name="connsiteX103" fmla="*/ 1376362 w 1624012"/>
                  <a:gd name="connsiteY103" fmla="*/ 609600 h 2162175"/>
                  <a:gd name="connsiteX104" fmla="*/ 1095375 w 1624012"/>
                  <a:gd name="connsiteY104" fmla="*/ 423862 h 2162175"/>
                  <a:gd name="connsiteX105" fmla="*/ 1126331 w 1624012"/>
                  <a:gd name="connsiteY105" fmla="*/ 364331 h 2162175"/>
                  <a:gd name="connsiteX106" fmla="*/ 1169193 w 1624012"/>
                  <a:gd name="connsiteY106" fmla="*/ 366712 h 2162175"/>
                  <a:gd name="connsiteX107" fmla="*/ 1123950 w 1624012"/>
                  <a:gd name="connsiteY107" fmla="*/ 273844 h 2162175"/>
                  <a:gd name="connsiteX108" fmla="*/ 1112043 w 1624012"/>
                  <a:gd name="connsiteY108" fmla="*/ 54769 h 2162175"/>
                  <a:gd name="connsiteX109" fmla="*/ 1021556 w 1624012"/>
                  <a:gd name="connsiteY109" fmla="*/ 57150 h 2162175"/>
                  <a:gd name="connsiteX110" fmla="*/ 983456 w 1624012"/>
                  <a:gd name="connsiteY110" fmla="*/ 88106 h 2162175"/>
                  <a:gd name="connsiteX111" fmla="*/ 923925 w 1624012"/>
                  <a:gd name="connsiteY111" fmla="*/ 40481 h 2162175"/>
                  <a:gd name="connsiteX112" fmla="*/ 792956 w 1624012"/>
                  <a:gd name="connsiteY112" fmla="*/ 114300 h 2162175"/>
                  <a:gd name="connsiteX113" fmla="*/ 711993 w 1624012"/>
                  <a:gd name="connsiteY113" fmla="*/ 102394 h 2162175"/>
                  <a:gd name="connsiteX114" fmla="*/ 726281 w 1624012"/>
                  <a:gd name="connsiteY114" fmla="*/ 66675 h 2162175"/>
                  <a:gd name="connsiteX115" fmla="*/ 483393 w 1624012"/>
                  <a:gd name="connsiteY115" fmla="*/ 0 h 2162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624012" h="2162175">
                    <a:moveTo>
                      <a:pt x="483393" y="0"/>
                    </a:moveTo>
                    <a:lnTo>
                      <a:pt x="514350" y="59531"/>
                    </a:lnTo>
                    <a:lnTo>
                      <a:pt x="423862" y="116681"/>
                    </a:lnTo>
                    <a:lnTo>
                      <a:pt x="442912" y="209550"/>
                    </a:lnTo>
                    <a:lnTo>
                      <a:pt x="469106" y="238125"/>
                    </a:lnTo>
                    <a:lnTo>
                      <a:pt x="442912" y="283369"/>
                    </a:lnTo>
                    <a:lnTo>
                      <a:pt x="416718" y="285750"/>
                    </a:lnTo>
                    <a:lnTo>
                      <a:pt x="407193" y="323850"/>
                    </a:lnTo>
                    <a:lnTo>
                      <a:pt x="407193" y="323850"/>
                    </a:lnTo>
                    <a:lnTo>
                      <a:pt x="354806" y="314325"/>
                    </a:lnTo>
                    <a:lnTo>
                      <a:pt x="319087" y="316706"/>
                    </a:lnTo>
                    <a:lnTo>
                      <a:pt x="307181" y="397669"/>
                    </a:lnTo>
                    <a:lnTo>
                      <a:pt x="252412" y="381000"/>
                    </a:lnTo>
                    <a:lnTo>
                      <a:pt x="152400" y="352425"/>
                    </a:lnTo>
                    <a:lnTo>
                      <a:pt x="0" y="345281"/>
                    </a:lnTo>
                    <a:lnTo>
                      <a:pt x="19050" y="381000"/>
                    </a:lnTo>
                    <a:lnTo>
                      <a:pt x="133350" y="419100"/>
                    </a:lnTo>
                    <a:cubicBezTo>
                      <a:pt x="134144" y="477837"/>
                      <a:pt x="134937" y="536575"/>
                      <a:pt x="135731" y="595312"/>
                    </a:cubicBezTo>
                    <a:lnTo>
                      <a:pt x="195262" y="590550"/>
                    </a:lnTo>
                    <a:lnTo>
                      <a:pt x="238125" y="647700"/>
                    </a:lnTo>
                    <a:lnTo>
                      <a:pt x="300037" y="652462"/>
                    </a:lnTo>
                    <a:lnTo>
                      <a:pt x="300037" y="685800"/>
                    </a:lnTo>
                    <a:lnTo>
                      <a:pt x="230981" y="692944"/>
                    </a:lnTo>
                    <a:lnTo>
                      <a:pt x="230981" y="842962"/>
                    </a:lnTo>
                    <a:lnTo>
                      <a:pt x="138112" y="842962"/>
                    </a:lnTo>
                    <a:lnTo>
                      <a:pt x="140493" y="883444"/>
                    </a:lnTo>
                    <a:lnTo>
                      <a:pt x="142875" y="992981"/>
                    </a:lnTo>
                    <a:lnTo>
                      <a:pt x="133350" y="1107281"/>
                    </a:lnTo>
                    <a:lnTo>
                      <a:pt x="140493" y="1193006"/>
                    </a:lnTo>
                    <a:lnTo>
                      <a:pt x="69056" y="1271587"/>
                    </a:lnTo>
                    <a:lnTo>
                      <a:pt x="176212" y="1269206"/>
                    </a:lnTo>
                    <a:lnTo>
                      <a:pt x="223837" y="1226344"/>
                    </a:lnTo>
                    <a:lnTo>
                      <a:pt x="271462" y="1333500"/>
                    </a:lnTo>
                    <a:lnTo>
                      <a:pt x="407193" y="1366837"/>
                    </a:lnTo>
                    <a:lnTo>
                      <a:pt x="392906" y="1464469"/>
                    </a:lnTo>
                    <a:lnTo>
                      <a:pt x="311943" y="1519237"/>
                    </a:lnTo>
                    <a:lnTo>
                      <a:pt x="266700" y="1521619"/>
                    </a:lnTo>
                    <a:lnTo>
                      <a:pt x="264318" y="1550194"/>
                    </a:lnTo>
                    <a:lnTo>
                      <a:pt x="219075" y="1550194"/>
                    </a:lnTo>
                    <a:lnTo>
                      <a:pt x="195262" y="1528762"/>
                    </a:lnTo>
                    <a:lnTo>
                      <a:pt x="104775" y="1519237"/>
                    </a:lnTo>
                    <a:lnTo>
                      <a:pt x="100012" y="1652587"/>
                    </a:lnTo>
                    <a:lnTo>
                      <a:pt x="66675" y="1683544"/>
                    </a:lnTo>
                    <a:lnTo>
                      <a:pt x="66675" y="1714500"/>
                    </a:lnTo>
                    <a:lnTo>
                      <a:pt x="116681" y="1724025"/>
                    </a:lnTo>
                    <a:lnTo>
                      <a:pt x="128587" y="1778794"/>
                    </a:lnTo>
                    <a:lnTo>
                      <a:pt x="238125" y="1804987"/>
                    </a:lnTo>
                    <a:lnTo>
                      <a:pt x="147637" y="2074069"/>
                    </a:lnTo>
                    <a:lnTo>
                      <a:pt x="190500" y="2095500"/>
                    </a:lnTo>
                    <a:lnTo>
                      <a:pt x="254793" y="2085975"/>
                    </a:lnTo>
                    <a:lnTo>
                      <a:pt x="330993" y="2162175"/>
                    </a:lnTo>
                    <a:lnTo>
                      <a:pt x="388143" y="2133600"/>
                    </a:lnTo>
                    <a:lnTo>
                      <a:pt x="433387" y="2133600"/>
                    </a:lnTo>
                    <a:lnTo>
                      <a:pt x="464343" y="1950244"/>
                    </a:lnTo>
                    <a:lnTo>
                      <a:pt x="481012" y="1921669"/>
                    </a:lnTo>
                    <a:lnTo>
                      <a:pt x="507206" y="1940719"/>
                    </a:lnTo>
                    <a:lnTo>
                      <a:pt x="631031" y="1952625"/>
                    </a:lnTo>
                    <a:lnTo>
                      <a:pt x="666750" y="1964531"/>
                    </a:lnTo>
                    <a:cubicBezTo>
                      <a:pt x="667544" y="1943894"/>
                      <a:pt x="668337" y="1923256"/>
                      <a:pt x="669131" y="1902619"/>
                    </a:cubicBezTo>
                    <a:lnTo>
                      <a:pt x="719137" y="1883569"/>
                    </a:lnTo>
                    <a:lnTo>
                      <a:pt x="776287" y="1812131"/>
                    </a:lnTo>
                    <a:lnTo>
                      <a:pt x="792956" y="1797844"/>
                    </a:lnTo>
                    <a:lnTo>
                      <a:pt x="926306" y="1802606"/>
                    </a:lnTo>
                    <a:lnTo>
                      <a:pt x="966787" y="1809750"/>
                    </a:lnTo>
                    <a:lnTo>
                      <a:pt x="1000125" y="1747837"/>
                    </a:lnTo>
                    <a:lnTo>
                      <a:pt x="1066800" y="1712119"/>
                    </a:lnTo>
                    <a:lnTo>
                      <a:pt x="1095375" y="1707356"/>
                    </a:lnTo>
                    <a:lnTo>
                      <a:pt x="1119187" y="1683544"/>
                    </a:lnTo>
                    <a:lnTo>
                      <a:pt x="1140618" y="1704975"/>
                    </a:lnTo>
                    <a:lnTo>
                      <a:pt x="1154906" y="1750219"/>
                    </a:lnTo>
                    <a:lnTo>
                      <a:pt x="1150143" y="1895475"/>
                    </a:lnTo>
                    <a:lnTo>
                      <a:pt x="1259681" y="1864519"/>
                    </a:lnTo>
                    <a:lnTo>
                      <a:pt x="1269206" y="1843087"/>
                    </a:lnTo>
                    <a:lnTo>
                      <a:pt x="1340643" y="1812131"/>
                    </a:lnTo>
                    <a:lnTo>
                      <a:pt x="1371600" y="1785937"/>
                    </a:lnTo>
                    <a:lnTo>
                      <a:pt x="1419225" y="1783556"/>
                    </a:lnTo>
                    <a:lnTo>
                      <a:pt x="1457325" y="1752600"/>
                    </a:lnTo>
                    <a:lnTo>
                      <a:pt x="1478756" y="1690687"/>
                    </a:lnTo>
                    <a:lnTo>
                      <a:pt x="1504950" y="1654969"/>
                    </a:lnTo>
                    <a:lnTo>
                      <a:pt x="1585912" y="1633537"/>
                    </a:lnTo>
                    <a:lnTo>
                      <a:pt x="1616868" y="1574006"/>
                    </a:lnTo>
                    <a:lnTo>
                      <a:pt x="1624012" y="1554956"/>
                    </a:lnTo>
                    <a:lnTo>
                      <a:pt x="1585912" y="1473994"/>
                    </a:lnTo>
                    <a:lnTo>
                      <a:pt x="1612106" y="1443037"/>
                    </a:lnTo>
                    <a:lnTo>
                      <a:pt x="1600200" y="1397794"/>
                    </a:lnTo>
                    <a:lnTo>
                      <a:pt x="1574006" y="1378744"/>
                    </a:lnTo>
                    <a:lnTo>
                      <a:pt x="1593056" y="1283494"/>
                    </a:lnTo>
                    <a:lnTo>
                      <a:pt x="1390650" y="1243012"/>
                    </a:lnTo>
                    <a:lnTo>
                      <a:pt x="1350168" y="1259681"/>
                    </a:lnTo>
                    <a:lnTo>
                      <a:pt x="1295400" y="1245394"/>
                    </a:lnTo>
                    <a:lnTo>
                      <a:pt x="1345406" y="1193006"/>
                    </a:lnTo>
                    <a:lnTo>
                      <a:pt x="1350168" y="1152525"/>
                    </a:lnTo>
                    <a:lnTo>
                      <a:pt x="1302543" y="1150144"/>
                    </a:lnTo>
                    <a:lnTo>
                      <a:pt x="1350168" y="1000125"/>
                    </a:lnTo>
                    <a:lnTo>
                      <a:pt x="1397793" y="1000125"/>
                    </a:lnTo>
                    <a:lnTo>
                      <a:pt x="1454943" y="857250"/>
                    </a:lnTo>
                    <a:lnTo>
                      <a:pt x="1512093" y="862012"/>
                    </a:lnTo>
                    <a:lnTo>
                      <a:pt x="1533525" y="766762"/>
                    </a:lnTo>
                    <a:lnTo>
                      <a:pt x="1497806" y="704850"/>
                    </a:lnTo>
                    <a:lnTo>
                      <a:pt x="1457325" y="757237"/>
                    </a:lnTo>
                    <a:lnTo>
                      <a:pt x="1400175" y="733425"/>
                    </a:lnTo>
                    <a:lnTo>
                      <a:pt x="1359693" y="738187"/>
                    </a:lnTo>
                    <a:lnTo>
                      <a:pt x="1323975" y="661987"/>
                    </a:lnTo>
                    <a:lnTo>
                      <a:pt x="1376362" y="609600"/>
                    </a:lnTo>
                    <a:lnTo>
                      <a:pt x="1095375" y="423862"/>
                    </a:lnTo>
                    <a:lnTo>
                      <a:pt x="1126331" y="364331"/>
                    </a:lnTo>
                    <a:lnTo>
                      <a:pt x="1169193" y="366712"/>
                    </a:lnTo>
                    <a:lnTo>
                      <a:pt x="1123950" y="273844"/>
                    </a:lnTo>
                    <a:lnTo>
                      <a:pt x="1112043" y="54769"/>
                    </a:lnTo>
                    <a:lnTo>
                      <a:pt x="1021556" y="57150"/>
                    </a:lnTo>
                    <a:lnTo>
                      <a:pt x="983456" y="88106"/>
                    </a:lnTo>
                    <a:lnTo>
                      <a:pt x="923925" y="40481"/>
                    </a:lnTo>
                    <a:lnTo>
                      <a:pt x="792956" y="114300"/>
                    </a:lnTo>
                    <a:lnTo>
                      <a:pt x="711993" y="102394"/>
                    </a:lnTo>
                    <a:lnTo>
                      <a:pt x="726281" y="66675"/>
                    </a:lnTo>
                    <a:lnTo>
                      <a:pt x="483393" y="0"/>
                    </a:lnTo>
                    <a:close/>
                  </a:path>
                </a:pathLst>
              </a:custGeom>
              <a:solidFill>
                <a:srgbClr val="44546A">
                  <a:lumMod val="40000"/>
                  <a:lumOff val="60000"/>
                </a:srgbClr>
              </a:solidFill>
              <a:ln w="3175" cap="rnd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Freeform: Shape 370">
                <a:extLst>
                  <a:ext uri="{FF2B5EF4-FFF2-40B4-BE49-F238E27FC236}">
                    <a16:creationId xmlns:a16="http://schemas.microsoft.com/office/drawing/2014/main" xmlns="" id="{6D43A511-C6FC-408D-897E-5F6BE65A9982}"/>
                  </a:ext>
                </a:extLst>
              </p:cNvPr>
              <p:cNvSpPr/>
              <p:nvPr/>
            </p:nvSpPr>
            <p:spPr>
              <a:xfrm>
                <a:off x="7426547" y="3805464"/>
                <a:ext cx="1817283" cy="2315923"/>
              </a:xfrm>
              <a:custGeom>
                <a:avLst/>
                <a:gdLst>
                  <a:gd name="connsiteX0" fmla="*/ 185738 w 1969294"/>
                  <a:gd name="connsiteY0" fmla="*/ 288131 h 2390775"/>
                  <a:gd name="connsiteX1" fmla="*/ 207169 w 1969294"/>
                  <a:gd name="connsiteY1" fmla="*/ 371475 h 2390775"/>
                  <a:gd name="connsiteX2" fmla="*/ 214313 w 1969294"/>
                  <a:gd name="connsiteY2" fmla="*/ 495300 h 2390775"/>
                  <a:gd name="connsiteX3" fmla="*/ 171450 w 1969294"/>
                  <a:gd name="connsiteY3" fmla="*/ 585787 h 2390775"/>
                  <a:gd name="connsiteX4" fmla="*/ 214313 w 1969294"/>
                  <a:gd name="connsiteY4" fmla="*/ 631031 h 2390775"/>
                  <a:gd name="connsiteX5" fmla="*/ 197644 w 1969294"/>
                  <a:gd name="connsiteY5" fmla="*/ 683418 h 2390775"/>
                  <a:gd name="connsiteX6" fmla="*/ 157163 w 1969294"/>
                  <a:gd name="connsiteY6" fmla="*/ 731043 h 2390775"/>
                  <a:gd name="connsiteX7" fmla="*/ 161925 w 1969294"/>
                  <a:gd name="connsiteY7" fmla="*/ 752475 h 2390775"/>
                  <a:gd name="connsiteX8" fmla="*/ 173832 w 1969294"/>
                  <a:gd name="connsiteY8" fmla="*/ 785812 h 2390775"/>
                  <a:gd name="connsiteX9" fmla="*/ 221457 w 1969294"/>
                  <a:gd name="connsiteY9" fmla="*/ 790575 h 2390775"/>
                  <a:gd name="connsiteX10" fmla="*/ 223838 w 1969294"/>
                  <a:gd name="connsiteY10" fmla="*/ 821531 h 2390775"/>
                  <a:gd name="connsiteX11" fmla="*/ 216694 w 1969294"/>
                  <a:gd name="connsiteY11" fmla="*/ 847725 h 2390775"/>
                  <a:gd name="connsiteX12" fmla="*/ 214313 w 1969294"/>
                  <a:gd name="connsiteY12" fmla="*/ 892968 h 2390775"/>
                  <a:gd name="connsiteX13" fmla="*/ 192882 w 1969294"/>
                  <a:gd name="connsiteY13" fmla="*/ 926306 h 2390775"/>
                  <a:gd name="connsiteX14" fmla="*/ 228600 w 1969294"/>
                  <a:gd name="connsiteY14" fmla="*/ 942975 h 2390775"/>
                  <a:gd name="connsiteX15" fmla="*/ 254794 w 1969294"/>
                  <a:gd name="connsiteY15" fmla="*/ 959643 h 2390775"/>
                  <a:gd name="connsiteX16" fmla="*/ 338138 w 1969294"/>
                  <a:gd name="connsiteY16" fmla="*/ 971550 h 2390775"/>
                  <a:gd name="connsiteX17" fmla="*/ 338138 w 1969294"/>
                  <a:gd name="connsiteY17" fmla="*/ 1045368 h 2390775"/>
                  <a:gd name="connsiteX18" fmla="*/ 342900 w 1969294"/>
                  <a:gd name="connsiteY18" fmla="*/ 1083468 h 2390775"/>
                  <a:gd name="connsiteX19" fmla="*/ 300038 w 1969294"/>
                  <a:gd name="connsiteY19" fmla="*/ 1135856 h 2390775"/>
                  <a:gd name="connsiteX20" fmla="*/ 192882 w 1969294"/>
                  <a:gd name="connsiteY20" fmla="*/ 1123950 h 2390775"/>
                  <a:gd name="connsiteX21" fmla="*/ 159544 w 1969294"/>
                  <a:gd name="connsiteY21" fmla="*/ 1243012 h 2390775"/>
                  <a:gd name="connsiteX22" fmla="*/ 152400 w 1969294"/>
                  <a:gd name="connsiteY22" fmla="*/ 1293018 h 2390775"/>
                  <a:gd name="connsiteX23" fmla="*/ 95250 w 1969294"/>
                  <a:gd name="connsiteY23" fmla="*/ 1371600 h 2390775"/>
                  <a:gd name="connsiteX24" fmla="*/ 90488 w 1969294"/>
                  <a:gd name="connsiteY24" fmla="*/ 1421606 h 2390775"/>
                  <a:gd name="connsiteX25" fmla="*/ 9525 w 1969294"/>
                  <a:gd name="connsiteY25" fmla="*/ 1426368 h 2390775"/>
                  <a:gd name="connsiteX26" fmla="*/ 0 w 1969294"/>
                  <a:gd name="connsiteY26" fmla="*/ 1533525 h 2390775"/>
                  <a:gd name="connsiteX27" fmla="*/ 119063 w 1969294"/>
                  <a:gd name="connsiteY27" fmla="*/ 1685925 h 2390775"/>
                  <a:gd name="connsiteX28" fmla="*/ 135732 w 1969294"/>
                  <a:gd name="connsiteY28" fmla="*/ 1612106 h 2390775"/>
                  <a:gd name="connsiteX29" fmla="*/ 197644 w 1969294"/>
                  <a:gd name="connsiteY29" fmla="*/ 1533525 h 2390775"/>
                  <a:gd name="connsiteX30" fmla="*/ 238125 w 1969294"/>
                  <a:gd name="connsiteY30" fmla="*/ 1543050 h 2390775"/>
                  <a:gd name="connsiteX31" fmla="*/ 240507 w 1969294"/>
                  <a:gd name="connsiteY31" fmla="*/ 1559718 h 2390775"/>
                  <a:gd name="connsiteX32" fmla="*/ 228600 w 1969294"/>
                  <a:gd name="connsiteY32" fmla="*/ 1600200 h 2390775"/>
                  <a:gd name="connsiteX33" fmla="*/ 266700 w 1969294"/>
                  <a:gd name="connsiteY33" fmla="*/ 1609725 h 2390775"/>
                  <a:gd name="connsiteX34" fmla="*/ 292894 w 1969294"/>
                  <a:gd name="connsiteY34" fmla="*/ 1654968 h 2390775"/>
                  <a:gd name="connsiteX35" fmla="*/ 326232 w 1969294"/>
                  <a:gd name="connsiteY35" fmla="*/ 1659731 h 2390775"/>
                  <a:gd name="connsiteX36" fmla="*/ 328613 w 1969294"/>
                  <a:gd name="connsiteY36" fmla="*/ 1714500 h 2390775"/>
                  <a:gd name="connsiteX37" fmla="*/ 266700 w 1969294"/>
                  <a:gd name="connsiteY37" fmla="*/ 1714500 h 2390775"/>
                  <a:gd name="connsiteX38" fmla="*/ 271463 w 1969294"/>
                  <a:gd name="connsiteY38" fmla="*/ 1743075 h 2390775"/>
                  <a:gd name="connsiteX39" fmla="*/ 216694 w 1969294"/>
                  <a:gd name="connsiteY39" fmla="*/ 1802606 h 2390775"/>
                  <a:gd name="connsiteX40" fmla="*/ 228600 w 1969294"/>
                  <a:gd name="connsiteY40" fmla="*/ 1835943 h 2390775"/>
                  <a:gd name="connsiteX41" fmla="*/ 307182 w 1969294"/>
                  <a:gd name="connsiteY41" fmla="*/ 1838325 h 2390775"/>
                  <a:gd name="connsiteX42" fmla="*/ 311944 w 1969294"/>
                  <a:gd name="connsiteY42" fmla="*/ 1893093 h 2390775"/>
                  <a:gd name="connsiteX43" fmla="*/ 345282 w 1969294"/>
                  <a:gd name="connsiteY43" fmla="*/ 1895475 h 2390775"/>
                  <a:gd name="connsiteX44" fmla="*/ 376238 w 1969294"/>
                  <a:gd name="connsiteY44" fmla="*/ 1943100 h 2390775"/>
                  <a:gd name="connsiteX45" fmla="*/ 466725 w 1969294"/>
                  <a:gd name="connsiteY45" fmla="*/ 1928812 h 2390775"/>
                  <a:gd name="connsiteX46" fmla="*/ 531019 w 1969294"/>
                  <a:gd name="connsiteY46" fmla="*/ 1897856 h 2390775"/>
                  <a:gd name="connsiteX47" fmla="*/ 552450 w 1969294"/>
                  <a:gd name="connsiteY47" fmla="*/ 1921668 h 2390775"/>
                  <a:gd name="connsiteX48" fmla="*/ 576263 w 1969294"/>
                  <a:gd name="connsiteY48" fmla="*/ 1881187 h 2390775"/>
                  <a:gd name="connsiteX49" fmla="*/ 650082 w 1969294"/>
                  <a:gd name="connsiteY49" fmla="*/ 1840706 h 2390775"/>
                  <a:gd name="connsiteX50" fmla="*/ 666750 w 1969294"/>
                  <a:gd name="connsiteY50" fmla="*/ 1857375 h 2390775"/>
                  <a:gd name="connsiteX51" fmla="*/ 754857 w 1969294"/>
                  <a:gd name="connsiteY51" fmla="*/ 1969293 h 2390775"/>
                  <a:gd name="connsiteX52" fmla="*/ 816769 w 1969294"/>
                  <a:gd name="connsiteY52" fmla="*/ 1969293 h 2390775"/>
                  <a:gd name="connsiteX53" fmla="*/ 871538 w 1969294"/>
                  <a:gd name="connsiteY53" fmla="*/ 1909762 h 2390775"/>
                  <a:gd name="connsiteX54" fmla="*/ 928688 w 1969294"/>
                  <a:gd name="connsiteY54" fmla="*/ 1945481 h 2390775"/>
                  <a:gd name="connsiteX55" fmla="*/ 881063 w 1969294"/>
                  <a:gd name="connsiteY55" fmla="*/ 2005012 h 2390775"/>
                  <a:gd name="connsiteX56" fmla="*/ 881063 w 1969294"/>
                  <a:gd name="connsiteY56" fmla="*/ 2043112 h 2390775"/>
                  <a:gd name="connsiteX57" fmla="*/ 864394 w 1969294"/>
                  <a:gd name="connsiteY57" fmla="*/ 2074068 h 2390775"/>
                  <a:gd name="connsiteX58" fmla="*/ 904875 w 1969294"/>
                  <a:gd name="connsiteY58" fmla="*/ 2112168 h 2390775"/>
                  <a:gd name="connsiteX59" fmla="*/ 957263 w 1969294"/>
                  <a:gd name="connsiteY59" fmla="*/ 2114550 h 2390775"/>
                  <a:gd name="connsiteX60" fmla="*/ 992982 w 1969294"/>
                  <a:gd name="connsiteY60" fmla="*/ 2159793 h 2390775"/>
                  <a:gd name="connsiteX61" fmla="*/ 1033463 w 1969294"/>
                  <a:gd name="connsiteY61" fmla="*/ 2119312 h 2390775"/>
                  <a:gd name="connsiteX62" fmla="*/ 1100138 w 1969294"/>
                  <a:gd name="connsiteY62" fmla="*/ 2095500 h 2390775"/>
                  <a:gd name="connsiteX63" fmla="*/ 1100138 w 1969294"/>
                  <a:gd name="connsiteY63" fmla="*/ 2040731 h 2390775"/>
                  <a:gd name="connsiteX64" fmla="*/ 1135857 w 1969294"/>
                  <a:gd name="connsiteY64" fmla="*/ 2028825 h 2390775"/>
                  <a:gd name="connsiteX65" fmla="*/ 1145382 w 1969294"/>
                  <a:gd name="connsiteY65" fmla="*/ 2000250 h 2390775"/>
                  <a:gd name="connsiteX66" fmla="*/ 1152525 w 1969294"/>
                  <a:gd name="connsiteY66" fmla="*/ 2000250 h 2390775"/>
                  <a:gd name="connsiteX67" fmla="*/ 1159669 w 1969294"/>
                  <a:gd name="connsiteY67" fmla="*/ 1974056 h 2390775"/>
                  <a:gd name="connsiteX68" fmla="*/ 1262063 w 1969294"/>
                  <a:gd name="connsiteY68" fmla="*/ 1997868 h 2390775"/>
                  <a:gd name="connsiteX69" fmla="*/ 1285875 w 1969294"/>
                  <a:gd name="connsiteY69" fmla="*/ 2019300 h 2390775"/>
                  <a:gd name="connsiteX70" fmla="*/ 1266825 w 1969294"/>
                  <a:gd name="connsiteY70" fmla="*/ 2055018 h 2390775"/>
                  <a:gd name="connsiteX71" fmla="*/ 1254919 w 1969294"/>
                  <a:gd name="connsiteY71" fmla="*/ 2093118 h 2390775"/>
                  <a:gd name="connsiteX72" fmla="*/ 1254919 w 1969294"/>
                  <a:gd name="connsiteY72" fmla="*/ 2093118 h 2390775"/>
                  <a:gd name="connsiteX73" fmla="*/ 1264444 w 1969294"/>
                  <a:gd name="connsiteY73" fmla="*/ 2159793 h 2390775"/>
                  <a:gd name="connsiteX74" fmla="*/ 1252538 w 1969294"/>
                  <a:gd name="connsiteY74" fmla="*/ 2205037 h 2390775"/>
                  <a:gd name="connsiteX75" fmla="*/ 1247775 w 1969294"/>
                  <a:gd name="connsiteY75" fmla="*/ 2266950 h 2390775"/>
                  <a:gd name="connsiteX76" fmla="*/ 1388269 w 1969294"/>
                  <a:gd name="connsiteY76" fmla="*/ 2266950 h 2390775"/>
                  <a:gd name="connsiteX77" fmla="*/ 1426369 w 1969294"/>
                  <a:gd name="connsiteY77" fmla="*/ 2328862 h 2390775"/>
                  <a:gd name="connsiteX78" fmla="*/ 1419225 w 1969294"/>
                  <a:gd name="connsiteY78" fmla="*/ 2366962 h 2390775"/>
                  <a:gd name="connsiteX79" fmla="*/ 1481138 w 1969294"/>
                  <a:gd name="connsiteY79" fmla="*/ 2390775 h 2390775"/>
                  <a:gd name="connsiteX80" fmla="*/ 1574007 w 1969294"/>
                  <a:gd name="connsiteY80" fmla="*/ 2381250 h 2390775"/>
                  <a:gd name="connsiteX81" fmla="*/ 1650207 w 1969294"/>
                  <a:gd name="connsiteY81" fmla="*/ 2388393 h 2390775"/>
                  <a:gd name="connsiteX82" fmla="*/ 1731169 w 1969294"/>
                  <a:gd name="connsiteY82" fmla="*/ 2121693 h 2390775"/>
                  <a:gd name="connsiteX83" fmla="*/ 1626394 w 1969294"/>
                  <a:gd name="connsiteY83" fmla="*/ 2095500 h 2390775"/>
                  <a:gd name="connsiteX84" fmla="*/ 1614488 w 1969294"/>
                  <a:gd name="connsiteY84" fmla="*/ 2035968 h 2390775"/>
                  <a:gd name="connsiteX85" fmla="*/ 1566863 w 1969294"/>
                  <a:gd name="connsiteY85" fmla="*/ 2035968 h 2390775"/>
                  <a:gd name="connsiteX86" fmla="*/ 1566863 w 1969294"/>
                  <a:gd name="connsiteY86" fmla="*/ 1997868 h 2390775"/>
                  <a:gd name="connsiteX87" fmla="*/ 1597819 w 1969294"/>
                  <a:gd name="connsiteY87" fmla="*/ 1959768 h 2390775"/>
                  <a:gd name="connsiteX88" fmla="*/ 1607344 w 1969294"/>
                  <a:gd name="connsiteY88" fmla="*/ 1833562 h 2390775"/>
                  <a:gd name="connsiteX89" fmla="*/ 1688307 w 1969294"/>
                  <a:gd name="connsiteY89" fmla="*/ 1847850 h 2390775"/>
                  <a:gd name="connsiteX90" fmla="*/ 1721644 w 1969294"/>
                  <a:gd name="connsiteY90" fmla="*/ 1866900 h 2390775"/>
                  <a:gd name="connsiteX91" fmla="*/ 1759744 w 1969294"/>
                  <a:gd name="connsiteY91" fmla="*/ 1869281 h 2390775"/>
                  <a:gd name="connsiteX92" fmla="*/ 1764507 w 1969294"/>
                  <a:gd name="connsiteY92" fmla="*/ 1835943 h 2390775"/>
                  <a:gd name="connsiteX93" fmla="*/ 1814513 w 1969294"/>
                  <a:gd name="connsiteY93" fmla="*/ 1838325 h 2390775"/>
                  <a:gd name="connsiteX94" fmla="*/ 1888332 w 1969294"/>
                  <a:gd name="connsiteY94" fmla="*/ 1778793 h 2390775"/>
                  <a:gd name="connsiteX95" fmla="*/ 1897857 w 1969294"/>
                  <a:gd name="connsiteY95" fmla="*/ 1683543 h 2390775"/>
                  <a:gd name="connsiteX96" fmla="*/ 1766888 w 1969294"/>
                  <a:gd name="connsiteY96" fmla="*/ 1647825 h 2390775"/>
                  <a:gd name="connsiteX97" fmla="*/ 1719263 w 1969294"/>
                  <a:gd name="connsiteY97" fmla="*/ 1540668 h 2390775"/>
                  <a:gd name="connsiteX98" fmla="*/ 1678782 w 1969294"/>
                  <a:gd name="connsiteY98" fmla="*/ 1578768 h 2390775"/>
                  <a:gd name="connsiteX99" fmla="*/ 1559719 w 1969294"/>
                  <a:gd name="connsiteY99" fmla="*/ 1588293 h 2390775"/>
                  <a:gd name="connsiteX100" fmla="*/ 1638300 w 1969294"/>
                  <a:gd name="connsiteY100" fmla="*/ 1502568 h 2390775"/>
                  <a:gd name="connsiteX101" fmla="*/ 1635919 w 1969294"/>
                  <a:gd name="connsiteY101" fmla="*/ 1154906 h 2390775"/>
                  <a:gd name="connsiteX102" fmla="*/ 1731169 w 1969294"/>
                  <a:gd name="connsiteY102" fmla="*/ 1154906 h 2390775"/>
                  <a:gd name="connsiteX103" fmla="*/ 1731169 w 1969294"/>
                  <a:gd name="connsiteY103" fmla="*/ 1012031 h 2390775"/>
                  <a:gd name="connsiteX104" fmla="*/ 1800225 w 1969294"/>
                  <a:gd name="connsiteY104" fmla="*/ 995362 h 2390775"/>
                  <a:gd name="connsiteX105" fmla="*/ 1795463 w 1969294"/>
                  <a:gd name="connsiteY105" fmla="*/ 964406 h 2390775"/>
                  <a:gd name="connsiteX106" fmla="*/ 1735932 w 1969294"/>
                  <a:gd name="connsiteY106" fmla="*/ 966787 h 2390775"/>
                  <a:gd name="connsiteX107" fmla="*/ 1685925 w 1969294"/>
                  <a:gd name="connsiteY107" fmla="*/ 909637 h 2390775"/>
                  <a:gd name="connsiteX108" fmla="*/ 1633538 w 1969294"/>
                  <a:gd name="connsiteY108" fmla="*/ 909637 h 2390775"/>
                  <a:gd name="connsiteX109" fmla="*/ 1624013 w 1969294"/>
                  <a:gd name="connsiteY109" fmla="*/ 728662 h 2390775"/>
                  <a:gd name="connsiteX110" fmla="*/ 1512094 w 1969294"/>
                  <a:gd name="connsiteY110" fmla="*/ 702468 h 2390775"/>
                  <a:gd name="connsiteX111" fmla="*/ 1495425 w 1969294"/>
                  <a:gd name="connsiteY111" fmla="*/ 652462 h 2390775"/>
                  <a:gd name="connsiteX112" fmla="*/ 1650207 w 1969294"/>
                  <a:gd name="connsiteY112" fmla="*/ 664368 h 2390775"/>
                  <a:gd name="connsiteX113" fmla="*/ 1807369 w 1969294"/>
                  <a:gd name="connsiteY113" fmla="*/ 716756 h 2390775"/>
                  <a:gd name="connsiteX114" fmla="*/ 1812132 w 1969294"/>
                  <a:gd name="connsiteY114" fmla="*/ 628650 h 2390775"/>
                  <a:gd name="connsiteX115" fmla="*/ 1905000 w 1969294"/>
                  <a:gd name="connsiteY115" fmla="*/ 640556 h 2390775"/>
                  <a:gd name="connsiteX116" fmla="*/ 1912144 w 1969294"/>
                  <a:gd name="connsiteY116" fmla="*/ 607218 h 2390775"/>
                  <a:gd name="connsiteX117" fmla="*/ 1943100 w 1969294"/>
                  <a:gd name="connsiteY117" fmla="*/ 597693 h 2390775"/>
                  <a:gd name="connsiteX118" fmla="*/ 1966913 w 1969294"/>
                  <a:gd name="connsiteY118" fmla="*/ 557212 h 2390775"/>
                  <a:gd name="connsiteX119" fmla="*/ 1943100 w 1969294"/>
                  <a:gd name="connsiteY119" fmla="*/ 521493 h 2390775"/>
                  <a:gd name="connsiteX120" fmla="*/ 1969294 w 1969294"/>
                  <a:gd name="connsiteY120" fmla="*/ 554831 h 2390775"/>
                  <a:gd name="connsiteX121" fmla="*/ 1938338 w 1969294"/>
                  <a:gd name="connsiteY121" fmla="*/ 602456 h 2390775"/>
                  <a:gd name="connsiteX122" fmla="*/ 1878807 w 1969294"/>
                  <a:gd name="connsiteY122" fmla="*/ 597693 h 2390775"/>
                  <a:gd name="connsiteX123" fmla="*/ 1833563 w 1969294"/>
                  <a:gd name="connsiteY123" fmla="*/ 552450 h 2390775"/>
                  <a:gd name="connsiteX124" fmla="*/ 1824038 w 1969294"/>
                  <a:gd name="connsiteY124" fmla="*/ 526256 h 2390775"/>
                  <a:gd name="connsiteX125" fmla="*/ 1790700 w 1969294"/>
                  <a:gd name="connsiteY125" fmla="*/ 504825 h 2390775"/>
                  <a:gd name="connsiteX126" fmla="*/ 1790700 w 1969294"/>
                  <a:gd name="connsiteY126" fmla="*/ 461962 h 2390775"/>
                  <a:gd name="connsiteX127" fmla="*/ 1771650 w 1969294"/>
                  <a:gd name="connsiteY127" fmla="*/ 450056 h 2390775"/>
                  <a:gd name="connsiteX128" fmla="*/ 1754982 w 1969294"/>
                  <a:gd name="connsiteY128" fmla="*/ 509587 h 2390775"/>
                  <a:gd name="connsiteX129" fmla="*/ 1657350 w 1969294"/>
                  <a:gd name="connsiteY129" fmla="*/ 502443 h 2390775"/>
                  <a:gd name="connsiteX130" fmla="*/ 1616869 w 1969294"/>
                  <a:gd name="connsiteY130" fmla="*/ 528637 h 2390775"/>
                  <a:gd name="connsiteX131" fmla="*/ 1574007 w 1969294"/>
                  <a:gd name="connsiteY131" fmla="*/ 509587 h 2390775"/>
                  <a:gd name="connsiteX132" fmla="*/ 1528763 w 1969294"/>
                  <a:gd name="connsiteY132" fmla="*/ 521493 h 2390775"/>
                  <a:gd name="connsiteX133" fmla="*/ 1504950 w 1969294"/>
                  <a:gd name="connsiteY133" fmla="*/ 504825 h 2390775"/>
                  <a:gd name="connsiteX134" fmla="*/ 1466850 w 1969294"/>
                  <a:gd name="connsiteY134" fmla="*/ 561975 h 2390775"/>
                  <a:gd name="connsiteX135" fmla="*/ 1440657 w 1969294"/>
                  <a:gd name="connsiteY135" fmla="*/ 528637 h 2390775"/>
                  <a:gd name="connsiteX136" fmla="*/ 1409700 w 1969294"/>
                  <a:gd name="connsiteY136" fmla="*/ 554831 h 2390775"/>
                  <a:gd name="connsiteX137" fmla="*/ 1354932 w 1969294"/>
                  <a:gd name="connsiteY137" fmla="*/ 516731 h 2390775"/>
                  <a:gd name="connsiteX138" fmla="*/ 1354932 w 1969294"/>
                  <a:gd name="connsiteY138" fmla="*/ 490537 h 2390775"/>
                  <a:gd name="connsiteX139" fmla="*/ 1390650 w 1969294"/>
                  <a:gd name="connsiteY139" fmla="*/ 483393 h 2390775"/>
                  <a:gd name="connsiteX140" fmla="*/ 1412082 w 1969294"/>
                  <a:gd name="connsiteY140" fmla="*/ 404812 h 2390775"/>
                  <a:gd name="connsiteX141" fmla="*/ 1362075 w 1969294"/>
                  <a:gd name="connsiteY141" fmla="*/ 402431 h 2390775"/>
                  <a:gd name="connsiteX142" fmla="*/ 1359694 w 1969294"/>
                  <a:gd name="connsiteY142" fmla="*/ 321468 h 2390775"/>
                  <a:gd name="connsiteX143" fmla="*/ 1269207 w 1969294"/>
                  <a:gd name="connsiteY143" fmla="*/ 326231 h 2390775"/>
                  <a:gd name="connsiteX144" fmla="*/ 1262063 w 1969294"/>
                  <a:gd name="connsiteY144" fmla="*/ 259556 h 2390775"/>
                  <a:gd name="connsiteX145" fmla="*/ 1193007 w 1969294"/>
                  <a:gd name="connsiteY145" fmla="*/ 254793 h 2390775"/>
                  <a:gd name="connsiteX146" fmla="*/ 1123950 w 1969294"/>
                  <a:gd name="connsiteY146" fmla="*/ 219075 h 2390775"/>
                  <a:gd name="connsiteX147" fmla="*/ 1114425 w 1969294"/>
                  <a:gd name="connsiteY147" fmla="*/ 328612 h 2390775"/>
                  <a:gd name="connsiteX148" fmla="*/ 1033463 w 1969294"/>
                  <a:gd name="connsiteY148" fmla="*/ 309562 h 2390775"/>
                  <a:gd name="connsiteX149" fmla="*/ 959644 w 1969294"/>
                  <a:gd name="connsiteY149" fmla="*/ 247650 h 2390775"/>
                  <a:gd name="connsiteX150" fmla="*/ 919163 w 1969294"/>
                  <a:gd name="connsiteY150" fmla="*/ 266700 h 2390775"/>
                  <a:gd name="connsiteX151" fmla="*/ 857250 w 1969294"/>
                  <a:gd name="connsiteY151" fmla="*/ 219075 h 2390775"/>
                  <a:gd name="connsiteX152" fmla="*/ 900113 w 1969294"/>
                  <a:gd name="connsiteY152" fmla="*/ 130968 h 2390775"/>
                  <a:gd name="connsiteX153" fmla="*/ 897732 w 1969294"/>
                  <a:gd name="connsiteY153" fmla="*/ 100012 h 2390775"/>
                  <a:gd name="connsiteX154" fmla="*/ 921544 w 1969294"/>
                  <a:gd name="connsiteY154" fmla="*/ 73818 h 2390775"/>
                  <a:gd name="connsiteX155" fmla="*/ 969169 w 1969294"/>
                  <a:gd name="connsiteY155" fmla="*/ 42862 h 2390775"/>
                  <a:gd name="connsiteX156" fmla="*/ 873919 w 1969294"/>
                  <a:gd name="connsiteY156" fmla="*/ 0 h 2390775"/>
                  <a:gd name="connsiteX157" fmla="*/ 819150 w 1969294"/>
                  <a:gd name="connsiteY157" fmla="*/ 14287 h 2390775"/>
                  <a:gd name="connsiteX158" fmla="*/ 838200 w 1969294"/>
                  <a:gd name="connsiteY158" fmla="*/ 54768 h 2390775"/>
                  <a:gd name="connsiteX159" fmla="*/ 831057 w 1969294"/>
                  <a:gd name="connsiteY159" fmla="*/ 80962 h 2390775"/>
                  <a:gd name="connsiteX160" fmla="*/ 776288 w 1969294"/>
                  <a:gd name="connsiteY160" fmla="*/ 52387 h 2390775"/>
                  <a:gd name="connsiteX161" fmla="*/ 723900 w 1969294"/>
                  <a:gd name="connsiteY161" fmla="*/ 76200 h 2390775"/>
                  <a:gd name="connsiteX162" fmla="*/ 659607 w 1969294"/>
                  <a:gd name="connsiteY162" fmla="*/ 61912 h 2390775"/>
                  <a:gd name="connsiteX163" fmla="*/ 626269 w 1969294"/>
                  <a:gd name="connsiteY163" fmla="*/ 116681 h 2390775"/>
                  <a:gd name="connsiteX164" fmla="*/ 652463 w 1969294"/>
                  <a:gd name="connsiteY164" fmla="*/ 192881 h 2390775"/>
                  <a:gd name="connsiteX165" fmla="*/ 578644 w 1969294"/>
                  <a:gd name="connsiteY165" fmla="*/ 204787 h 2390775"/>
                  <a:gd name="connsiteX166" fmla="*/ 516732 w 1969294"/>
                  <a:gd name="connsiteY166" fmla="*/ 216693 h 2390775"/>
                  <a:gd name="connsiteX167" fmla="*/ 564357 w 1969294"/>
                  <a:gd name="connsiteY167" fmla="*/ 157162 h 2390775"/>
                  <a:gd name="connsiteX168" fmla="*/ 571500 w 1969294"/>
                  <a:gd name="connsiteY168" fmla="*/ 80962 h 2390775"/>
                  <a:gd name="connsiteX169" fmla="*/ 461963 w 1969294"/>
                  <a:gd name="connsiteY169" fmla="*/ 33337 h 2390775"/>
                  <a:gd name="connsiteX170" fmla="*/ 371475 w 1969294"/>
                  <a:gd name="connsiteY170" fmla="*/ 83343 h 2390775"/>
                  <a:gd name="connsiteX171" fmla="*/ 300038 w 1969294"/>
                  <a:gd name="connsiteY171" fmla="*/ 85725 h 2390775"/>
                  <a:gd name="connsiteX172" fmla="*/ 242888 w 1969294"/>
                  <a:gd name="connsiteY172" fmla="*/ 154781 h 2390775"/>
                  <a:gd name="connsiteX173" fmla="*/ 257175 w 1969294"/>
                  <a:gd name="connsiteY173" fmla="*/ 233362 h 2390775"/>
                  <a:gd name="connsiteX174" fmla="*/ 185738 w 1969294"/>
                  <a:gd name="connsiteY174" fmla="*/ 288131 h 2390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</a:cxnLst>
                <a:rect l="l" t="t" r="r" b="b"/>
                <a:pathLst>
                  <a:path w="1969294" h="2390775">
                    <a:moveTo>
                      <a:pt x="185738" y="288131"/>
                    </a:moveTo>
                    <a:lnTo>
                      <a:pt x="207169" y="371475"/>
                    </a:lnTo>
                    <a:lnTo>
                      <a:pt x="214313" y="495300"/>
                    </a:lnTo>
                    <a:lnTo>
                      <a:pt x="171450" y="585787"/>
                    </a:lnTo>
                    <a:lnTo>
                      <a:pt x="214313" y="631031"/>
                    </a:lnTo>
                    <a:lnTo>
                      <a:pt x="197644" y="683418"/>
                    </a:lnTo>
                    <a:lnTo>
                      <a:pt x="157163" y="731043"/>
                    </a:lnTo>
                    <a:lnTo>
                      <a:pt x="161925" y="752475"/>
                    </a:lnTo>
                    <a:lnTo>
                      <a:pt x="173832" y="785812"/>
                    </a:lnTo>
                    <a:lnTo>
                      <a:pt x="221457" y="790575"/>
                    </a:lnTo>
                    <a:lnTo>
                      <a:pt x="223838" y="821531"/>
                    </a:lnTo>
                    <a:lnTo>
                      <a:pt x="216694" y="847725"/>
                    </a:lnTo>
                    <a:lnTo>
                      <a:pt x="214313" y="892968"/>
                    </a:lnTo>
                    <a:lnTo>
                      <a:pt x="192882" y="926306"/>
                    </a:lnTo>
                    <a:lnTo>
                      <a:pt x="228600" y="942975"/>
                    </a:lnTo>
                    <a:lnTo>
                      <a:pt x="254794" y="959643"/>
                    </a:lnTo>
                    <a:lnTo>
                      <a:pt x="338138" y="971550"/>
                    </a:lnTo>
                    <a:lnTo>
                      <a:pt x="338138" y="1045368"/>
                    </a:lnTo>
                    <a:lnTo>
                      <a:pt x="342900" y="1083468"/>
                    </a:lnTo>
                    <a:lnTo>
                      <a:pt x="300038" y="1135856"/>
                    </a:lnTo>
                    <a:lnTo>
                      <a:pt x="192882" y="1123950"/>
                    </a:lnTo>
                    <a:lnTo>
                      <a:pt x="159544" y="1243012"/>
                    </a:lnTo>
                    <a:lnTo>
                      <a:pt x="152400" y="1293018"/>
                    </a:lnTo>
                    <a:lnTo>
                      <a:pt x="95250" y="1371600"/>
                    </a:lnTo>
                    <a:lnTo>
                      <a:pt x="90488" y="1421606"/>
                    </a:lnTo>
                    <a:lnTo>
                      <a:pt x="9525" y="1426368"/>
                    </a:lnTo>
                    <a:lnTo>
                      <a:pt x="0" y="1533525"/>
                    </a:lnTo>
                    <a:lnTo>
                      <a:pt x="119063" y="1685925"/>
                    </a:lnTo>
                    <a:lnTo>
                      <a:pt x="135732" y="1612106"/>
                    </a:lnTo>
                    <a:lnTo>
                      <a:pt x="197644" y="1533525"/>
                    </a:lnTo>
                    <a:lnTo>
                      <a:pt x="238125" y="1543050"/>
                    </a:lnTo>
                    <a:lnTo>
                      <a:pt x="240507" y="1559718"/>
                    </a:lnTo>
                    <a:lnTo>
                      <a:pt x="228600" y="1600200"/>
                    </a:lnTo>
                    <a:lnTo>
                      <a:pt x="266700" y="1609725"/>
                    </a:lnTo>
                    <a:lnTo>
                      <a:pt x="292894" y="1654968"/>
                    </a:lnTo>
                    <a:lnTo>
                      <a:pt x="326232" y="1659731"/>
                    </a:lnTo>
                    <a:cubicBezTo>
                      <a:pt x="327026" y="1677987"/>
                      <a:pt x="327819" y="1696244"/>
                      <a:pt x="328613" y="1714500"/>
                    </a:cubicBezTo>
                    <a:lnTo>
                      <a:pt x="266700" y="1714500"/>
                    </a:lnTo>
                    <a:lnTo>
                      <a:pt x="271463" y="1743075"/>
                    </a:lnTo>
                    <a:lnTo>
                      <a:pt x="216694" y="1802606"/>
                    </a:lnTo>
                    <a:lnTo>
                      <a:pt x="228600" y="1835943"/>
                    </a:lnTo>
                    <a:lnTo>
                      <a:pt x="307182" y="1838325"/>
                    </a:lnTo>
                    <a:lnTo>
                      <a:pt x="311944" y="1893093"/>
                    </a:lnTo>
                    <a:lnTo>
                      <a:pt x="345282" y="1895475"/>
                    </a:lnTo>
                    <a:lnTo>
                      <a:pt x="376238" y="1943100"/>
                    </a:lnTo>
                    <a:lnTo>
                      <a:pt x="466725" y="1928812"/>
                    </a:lnTo>
                    <a:lnTo>
                      <a:pt x="531019" y="1897856"/>
                    </a:lnTo>
                    <a:lnTo>
                      <a:pt x="552450" y="1921668"/>
                    </a:lnTo>
                    <a:lnTo>
                      <a:pt x="576263" y="1881187"/>
                    </a:lnTo>
                    <a:lnTo>
                      <a:pt x="650082" y="1840706"/>
                    </a:lnTo>
                    <a:lnTo>
                      <a:pt x="666750" y="1857375"/>
                    </a:lnTo>
                    <a:lnTo>
                      <a:pt x="754857" y="1969293"/>
                    </a:lnTo>
                    <a:lnTo>
                      <a:pt x="816769" y="1969293"/>
                    </a:lnTo>
                    <a:lnTo>
                      <a:pt x="871538" y="1909762"/>
                    </a:lnTo>
                    <a:lnTo>
                      <a:pt x="928688" y="1945481"/>
                    </a:lnTo>
                    <a:lnTo>
                      <a:pt x="881063" y="2005012"/>
                    </a:lnTo>
                    <a:lnTo>
                      <a:pt x="881063" y="2043112"/>
                    </a:lnTo>
                    <a:lnTo>
                      <a:pt x="864394" y="2074068"/>
                    </a:lnTo>
                    <a:lnTo>
                      <a:pt x="904875" y="2112168"/>
                    </a:lnTo>
                    <a:lnTo>
                      <a:pt x="957263" y="2114550"/>
                    </a:lnTo>
                    <a:lnTo>
                      <a:pt x="992982" y="2159793"/>
                    </a:lnTo>
                    <a:lnTo>
                      <a:pt x="1033463" y="2119312"/>
                    </a:lnTo>
                    <a:lnTo>
                      <a:pt x="1100138" y="2095500"/>
                    </a:lnTo>
                    <a:lnTo>
                      <a:pt x="1100138" y="2040731"/>
                    </a:lnTo>
                    <a:lnTo>
                      <a:pt x="1135857" y="2028825"/>
                    </a:lnTo>
                    <a:lnTo>
                      <a:pt x="1145382" y="2000250"/>
                    </a:lnTo>
                    <a:lnTo>
                      <a:pt x="1152525" y="2000250"/>
                    </a:lnTo>
                    <a:lnTo>
                      <a:pt x="1159669" y="1974056"/>
                    </a:lnTo>
                    <a:lnTo>
                      <a:pt x="1262063" y="1997868"/>
                    </a:lnTo>
                    <a:lnTo>
                      <a:pt x="1285875" y="2019300"/>
                    </a:lnTo>
                    <a:lnTo>
                      <a:pt x="1266825" y="2055018"/>
                    </a:lnTo>
                    <a:lnTo>
                      <a:pt x="1254919" y="2093118"/>
                    </a:lnTo>
                    <a:lnTo>
                      <a:pt x="1254919" y="2093118"/>
                    </a:lnTo>
                    <a:lnTo>
                      <a:pt x="1264444" y="2159793"/>
                    </a:lnTo>
                    <a:lnTo>
                      <a:pt x="1252538" y="2205037"/>
                    </a:lnTo>
                    <a:lnTo>
                      <a:pt x="1247775" y="2266950"/>
                    </a:lnTo>
                    <a:lnTo>
                      <a:pt x="1388269" y="2266950"/>
                    </a:lnTo>
                    <a:lnTo>
                      <a:pt x="1426369" y="2328862"/>
                    </a:lnTo>
                    <a:lnTo>
                      <a:pt x="1419225" y="2366962"/>
                    </a:lnTo>
                    <a:lnTo>
                      <a:pt x="1481138" y="2390775"/>
                    </a:lnTo>
                    <a:lnTo>
                      <a:pt x="1574007" y="2381250"/>
                    </a:lnTo>
                    <a:lnTo>
                      <a:pt x="1650207" y="2388393"/>
                    </a:lnTo>
                    <a:lnTo>
                      <a:pt x="1731169" y="2121693"/>
                    </a:lnTo>
                    <a:lnTo>
                      <a:pt x="1626394" y="2095500"/>
                    </a:lnTo>
                    <a:lnTo>
                      <a:pt x="1614488" y="2035968"/>
                    </a:lnTo>
                    <a:lnTo>
                      <a:pt x="1566863" y="2035968"/>
                    </a:lnTo>
                    <a:lnTo>
                      <a:pt x="1566863" y="1997868"/>
                    </a:lnTo>
                    <a:lnTo>
                      <a:pt x="1597819" y="1959768"/>
                    </a:lnTo>
                    <a:lnTo>
                      <a:pt x="1607344" y="1833562"/>
                    </a:lnTo>
                    <a:lnTo>
                      <a:pt x="1688307" y="1847850"/>
                    </a:lnTo>
                    <a:lnTo>
                      <a:pt x="1721644" y="1866900"/>
                    </a:lnTo>
                    <a:lnTo>
                      <a:pt x="1759744" y="1869281"/>
                    </a:lnTo>
                    <a:lnTo>
                      <a:pt x="1764507" y="1835943"/>
                    </a:lnTo>
                    <a:lnTo>
                      <a:pt x="1814513" y="1838325"/>
                    </a:lnTo>
                    <a:lnTo>
                      <a:pt x="1888332" y="1778793"/>
                    </a:lnTo>
                    <a:lnTo>
                      <a:pt x="1897857" y="1683543"/>
                    </a:lnTo>
                    <a:lnTo>
                      <a:pt x="1766888" y="1647825"/>
                    </a:lnTo>
                    <a:lnTo>
                      <a:pt x="1719263" y="1540668"/>
                    </a:lnTo>
                    <a:lnTo>
                      <a:pt x="1678782" y="1578768"/>
                    </a:lnTo>
                    <a:lnTo>
                      <a:pt x="1559719" y="1588293"/>
                    </a:lnTo>
                    <a:lnTo>
                      <a:pt x="1638300" y="1502568"/>
                    </a:lnTo>
                    <a:cubicBezTo>
                      <a:pt x="1637506" y="1386681"/>
                      <a:pt x="1636713" y="1270793"/>
                      <a:pt x="1635919" y="1154906"/>
                    </a:cubicBezTo>
                    <a:lnTo>
                      <a:pt x="1731169" y="1154906"/>
                    </a:lnTo>
                    <a:lnTo>
                      <a:pt x="1731169" y="1012031"/>
                    </a:lnTo>
                    <a:lnTo>
                      <a:pt x="1800225" y="995362"/>
                    </a:lnTo>
                    <a:lnTo>
                      <a:pt x="1795463" y="964406"/>
                    </a:lnTo>
                    <a:lnTo>
                      <a:pt x="1735932" y="966787"/>
                    </a:lnTo>
                    <a:lnTo>
                      <a:pt x="1685925" y="909637"/>
                    </a:lnTo>
                    <a:lnTo>
                      <a:pt x="1633538" y="909637"/>
                    </a:lnTo>
                    <a:lnTo>
                      <a:pt x="1624013" y="728662"/>
                    </a:lnTo>
                    <a:lnTo>
                      <a:pt x="1512094" y="702468"/>
                    </a:lnTo>
                    <a:lnTo>
                      <a:pt x="1495425" y="652462"/>
                    </a:lnTo>
                    <a:lnTo>
                      <a:pt x="1650207" y="664368"/>
                    </a:lnTo>
                    <a:lnTo>
                      <a:pt x="1807369" y="716756"/>
                    </a:lnTo>
                    <a:lnTo>
                      <a:pt x="1812132" y="628650"/>
                    </a:lnTo>
                    <a:lnTo>
                      <a:pt x="1905000" y="640556"/>
                    </a:lnTo>
                    <a:lnTo>
                      <a:pt x="1912144" y="607218"/>
                    </a:lnTo>
                    <a:lnTo>
                      <a:pt x="1943100" y="597693"/>
                    </a:lnTo>
                    <a:lnTo>
                      <a:pt x="1966913" y="557212"/>
                    </a:lnTo>
                    <a:lnTo>
                      <a:pt x="1943100" y="521493"/>
                    </a:lnTo>
                    <a:lnTo>
                      <a:pt x="1969294" y="554831"/>
                    </a:lnTo>
                    <a:lnTo>
                      <a:pt x="1938338" y="602456"/>
                    </a:lnTo>
                    <a:lnTo>
                      <a:pt x="1878807" y="597693"/>
                    </a:lnTo>
                    <a:lnTo>
                      <a:pt x="1833563" y="552450"/>
                    </a:lnTo>
                    <a:lnTo>
                      <a:pt x="1824038" y="526256"/>
                    </a:lnTo>
                    <a:lnTo>
                      <a:pt x="1790700" y="504825"/>
                    </a:lnTo>
                    <a:lnTo>
                      <a:pt x="1790700" y="461962"/>
                    </a:lnTo>
                    <a:lnTo>
                      <a:pt x="1771650" y="450056"/>
                    </a:lnTo>
                    <a:lnTo>
                      <a:pt x="1754982" y="509587"/>
                    </a:lnTo>
                    <a:lnTo>
                      <a:pt x="1657350" y="502443"/>
                    </a:lnTo>
                    <a:lnTo>
                      <a:pt x="1616869" y="528637"/>
                    </a:lnTo>
                    <a:lnTo>
                      <a:pt x="1574007" y="509587"/>
                    </a:lnTo>
                    <a:lnTo>
                      <a:pt x="1528763" y="521493"/>
                    </a:lnTo>
                    <a:lnTo>
                      <a:pt x="1504950" y="504825"/>
                    </a:lnTo>
                    <a:lnTo>
                      <a:pt x="1466850" y="561975"/>
                    </a:lnTo>
                    <a:lnTo>
                      <a:pt x="1440657" y="528637"/>
                    </a:lnTo>
                    <a:lnTo>
                      <a:pt x="1409700" y="554831"/>
                    </a:lnTo>
                    <a:lnTo>
                      <a:pt x="1354932" y="516731"/>
                    </a:lnTo>
                    <a:lnTo>
                      <a:pt x="1354932" y="490537"/>
                    </a:lnTo>
                    <a:lnTo>
                      <a:pt x="1390650" y="483393"/>
                    </a:lnTo>
                    <a:lnTo>
                      <a:pt x="1412082" y="404812"/>
                    </a:lnTo>
                    <a:lnTo>
                      <a:pt x="1362075" y="402431"/>
                    </a:lnTo>
                    <a:cubicBezTo>
                      <a:pt x="1361281" y="375443"/>
                      <a:pt x="1360488" y="348456"/>
                      <a:pt x="1359694" y="321468"/>
                    </a:cubicBezTo>
                    <a:lnTo>
                      <a:pt x="1269207" y="326231"/>
                    </a:lnTo>
                    <a:lnTo>
                      <a:pt x="1262063" y="259556"/>
                    </a:lnTo>
                    <a:lnTo>
                      <a:pt x="1193007" y="254793"/>
                    </a:lnTo>
                    <a:lnTo>
                      <a:pt x="1123950" y="219075"/>
                    </a:lnTo>
                    <a:lnTo>
                      <a:pt x="1114425" y="328612"/>
                    </a:lnTo>
                    <a:lnTo>
                      <a:pt x="1033463" y="309562"/>
                    </a:lnTo>
                    <a:lnTo>
                      <a:pt x="959644" y="247650"/>
                    </a:lnTo>
                    <a:lnTo>
                      <a:pt x="919163" y="266700"/>
                    </a:lnTo>
                    <a:lnTo>
                      <a:pt x="857250" y="219075"/>
                    </a:lnTo>
                    <a:lnTo>
                      <a:pt x="900113" y="130968"/>
                    </a:lnTo>
                    <a:lnTo>
                      <a:pt x="897732" y="100012"/>
                    </a:lnTo>
                    <a:lnTo>
                      <a:pt x="921544" y="73818"/>
                    </a:lnTo>
                    <a:lnTo>
                      <a:pt x="969169" y="42862"/>
                    </a:lnTo>
                    <a:lnTo>
                      <a:pt x="873919" y="0"/>
                    </a:lnTo>
                    <a:lnTo>
                      <a:pt x="819150" y="14287"/>
                    </a:lnTo>
                    <a:lnTo>
                      <a:pt x="838200" y="54768"/>
                    </a:lnTo>
                    <a:lnTo>
                      <a:pt x="831057" y="80962"/>
                    </a:lnTo>
                    <a:lnTo>
                      <a:pt x="776288" y="52387"/>
                    </a:lnTo>
                    <a:lnTo>
                      <a:pt x="723900" y="76200"/>
                    </a:lnTo>
                    <a:lnTo>
                      <a:pt x="659607" y="61912"/>
                    </a:lnTo>
                    <a:lnTo>
                      <a:pt x="626269" y="116681"/>
                    </a:lnTo>
                    <a:lnTo>
                      <a:pt x="652463" y="192881"/>
                    </a:lnTo>
                    <a:lnTo>
                      <a:pt x="578644" y="204787"/>
                    </a:lnTo>
                    <a:lnTo>
                      <a:pt x="516732" y="216693"/>
                    </a:lnTo>
                    <a:lnTo>
                      <a:pt x="564357" y="157162"/>
                    </a:lnTo>
                    <a:lnTo>
                      <a:pt x="571500" y="80962"/>
                    </a:lnTo>
                    <a:lnTo>
                      <a:pt x="461963" y="33337"/>
                    </a:lnTo>
                    <a:lnTo>
                      <a:pt x="371475" y="83343"/>
                    </a:lnTo>
                    <a:lnTo>
                      <a:pt x="300038" y="85725"/>
                    </a:lnTo>
                    <a:lnTo>
                      <a:pt x="242888" y="154781"/>
                    </a:lnTo>
                    <a:lnTo>
                      <a:pt x="257175" y="233362"/>
                    </a:lnTo>
                    <a:lnTo>
                      <a:pt x="185738" y="288131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itchFamily="-97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4" name="Freeform: Shape 371">
                <a:extLst>
                  <a:ext uri="{FF2B5EF4-FFF2-40B4-BE49-F238E27FC236}">
                    <a16:creationId xmlns:a16="http://schemas.microsoft.com/office/drawing/2014/main" xmlns="" id="{CE46DE24-76E9-442F-9BA2-59FDFEF47F4A}"/>
                  </a:ext>
                </a:extLst>
              </p:cNvPr>
              <p:cNvSpPr/>
              <p:nvPr/>
            </p:nvSpPr>
            <p:spPr>
              <a:xfrm>
                <a:off x="8107021" y="2967363"/>
                <a:ext cx="2109542" cy="1913020"/>
              </a:xfrm>
              <a:custGeom>
                <a:avLst/>
                <a:gdLst>
                  <a:gd name="connsiteX0" fmla="*/ 1806575 w 2286000"/>
                  <a:gd name="connsiteY0" fmla="*/ 273050 h 1974850"/>
                  <a:gd name="connsiteX1" fmla="*/ 1863725 w 2286000"/>
                  <a:gd name="connsiteY1" fmla="*/ 317500 h 1974850"/>
                  <a:gd name="connsiteX2" fmla="*/ 1917700 w 2286000"/>
                  <a:gd name="connsiteY2" fmla="*/ 317500 h 1974850"/>
                  <a:gd name="connsiteX3" fmla="*/ 1917700 w 2286000"/>
                  <a:gd name="connsiteY3" fmla="*/ 374650 h 1974850"/>
                  <a:gd name="connsiteX4" fmla="*/ 1876425 w 2286000"/>
                  <a:gd name="connsiteY4" fmla="*/ 396875 h 1974850"/>
                  <a:gd name="connsiteX5" fmla="*/ 1812925 w 2286000"/>
                  <a:gd name="connsiteY5" fmla="*/ 492125 h 1974850"/>
                  <a:gd name="connsiteX6" fmla="*/ 1822450 w 2286000"/>
                  <a:gd name="connsiteY6" fmla="*/ 536575 h 1974850"/>
                  <a:gd name="connsiteX7" fmla="*/ 1860550 w 2286000"/>
                  <a:gd name="connsiteY7" fmla="*/ 546100 h 1974850"/>
                  <a:gd name="connsiteX8" fmla="*/ 1831975 w 2286000"/>
                  <a:gd name="connsiteY8" fmla="*/ 676275 h 1974850"/>
                  <a:gd name="connsiteX9" fmla="*/ 1851025 w 2286000"/>
                  <a:gd name="connsiteY9" fmla="*/ 733425 h 1974850"/>
                  <a:gd name="connsiteX10" fmla="*/ 1879600 w 2286000"/>
                  <a:gd name="connsiteY10" fmla="*/ 733425 h 1974850"/>
                  <a:gd name="connsiteX11" fmla="*/ 1895475 w 2286000"/>
                  <a:gd name="connsiteY11" fmla="*/ 787400 h 1974850"/>
                  <a:gd name="connsiteX12" fmla="*/ 1974850 w 2286000"/>
                  <a:gd name="connsiteY12" fmla="*/ 781050 h 1974850"/>
                  <a:gd name="connsiteX13" fmla="*/ 2044700 w 2286000"/>
                  <a:gd name="connsiteY13" fmla="*/ 806450 h 1974850"/>
                  <a:gd name="connsiteX14" fmla="*/ 2143125 w 2286000"/>
                  <a:gd name="connsiteY14" fmla="*/ 736600 h 1974850"/>
                  <a:gd name="connsiteX15" fmla="*/ 2190750 w 2286000"/>
                  <a:gd name="connsiteY15" fmla="*/ 771525 h 1974850"/>
                  <a:gd name="connsiteX16" fmla="*/ 2184400 w 2286000"/>
                  <a:gd name="connsiteY16" fmla="*/ 892175 h 1974850"/>
                  <a:gd name="connsiteX17" fmla="*/ 2212975 w 2286000"/>
                  <a:gd name="connsiteY17" fmla="*/ 942975 h 1974850"/>
                  <a:gd name="connsiteX18" fmla="*/ 2178050 w 2286000"/>
                  <a:gd name="connsiteY18" fmla="*/ 962025 h 1974850"/>
                  <a:gd name="connsiteX19" fmla="*/ 2247900 w 2286000"/>
                  <a:gd name="connsiteY19" fmla="*/ 1028700 h 1974850"/>
                  <a:gd name="connsiteX20" fmla="*/ 2251075 w 2286000"/>
                  <a:gd name="connsiteY20" fmla="*/ 1092200 h 1974850"/>
                  <a:gd name="connsiteX21" fmla="*/ 2286000 w 2286000"/>
                  <a:gd name="connsiteY21" fmla="*/ 1158875 h 1974850"/>
                  <a:gd name="connsiteX22" fmla="*/ 2276475 w 2286000"/>
                  <a:gd name="connsiteY22" fmla="*/ 1263650 h 1974850"/>
                  <a:gd name="connsiteX23" fmla="*/ 2238375 w 2286000"/>
                  <a:gd name="connsiteY23" fmla="*/ 1270000 h 1974850"/>
                  <a:gd name="connsiteX24" fmla="*/ 2238375 w 2286000"/>
                  <a:gd name="connsiteY24" fmla="*/ 1327150 h 1974850"/>
                  <a:gd name="connsiteX25" fmla="*/ 2117725 w 2286000"/>
                  <a:gd name="connsiteY25" fmla="*/ 1311275 h 1974850"/>
                  <a:gd name="connsiteX26" fmla="*/ 2108200 w 2286000"/>
                  <a:gd name="connsiteY26" fmla="*/ 1365250 h 1974850"/>
                  <a:gd name="connsiteX27" fmla="*/ 2171700 w 2286000"/>
                  <a:gd name="connsiteY27" fmla="*/ 1400175 h 1974850"/>
                  <a:gd name="connsiteX28" fmla="*/ 2159000 w 2286000"/>
                  <a:gd name="connsiteY28" fmla="*/ 1466850 h 1974850"/>
                  <a:gd name="connsiteX29" fmla="*/ 2066925 w 2286000"/>
                  <a:gd name="connsiteY29" fmla="*/ 1495425 h 1974850"/>
                  <a:gd name="connsiteX30" fmla="*/ 2028825 w 2286000"/>
                  <a:gd name="connsiteY30" fmla="*/ 1492250 h 1974850"/>
                  <a:gd name="connsiteX31" fmla="*/ 1997075 w 2286000"/>
                  <a:gd name="connsiteY31" fmla="*/ 1568450 h 1974850"/>
                  <a:gd name="connsiteX32" fmla="*/ 1914525 w 2286000"/>
                  <a:gd name="connsiteY32" fmla="*/ 1549400 h 1974850"/>
                  <a:gd name="connsiteX33" fmla="*/ 1882775 w 2286000"/>
                  <a:gd name="connsiteY33" fmla="*/ 1549400 h 1974850"/>
                  <a:gd name="connsiteX34" fmla="*/ 1851025 w 2286000"/>
                  <a:gd name="connsiteY34" fmla="*/ 1590675 h 1974850"/>
                  <a:gd name="connsiteX35" fmla="*/ 1844675 w 2286000"/>
                  <a:gd name="connsiteY35" fmla="*/ 1635125 h 1974850"/>
                  <a:gd name="connsiteX36" fmla="*/ 1866900 w 2286000"/>
                  <a:gd name="connsiteY36" fmla="*/ 1666875 h 1974850"/>
                  <a:gd name="connsiteX37" fmla="*/ 1784350 w 2286000"/>
                  <a:gd name="connsiteY37" fmla="*/ 1809750 h 1974850"/>
                  <a:gd name="connsiteX38" fmla="*/ 1708150 w 2286000"/>
                  <a:gd name="connsiteY38" fmla="*/ 1797050 h 1974850"/>
                  <a:gd name="connsiteX39" fmla="*/ 1625600 w 2286000"/>
                  <a:gd name="connsiteY39" fmla="*/ 1844675 h 1974850"/>
                  <a:gd name="connsiteX40" fmla="*/ 1593850 w 2286000"/>
                  <a:gd name="connsiteY40" fmla="*/ 1930400 h 1974850"/>
                  <a:gd name="connsiteX41" fmla="*/ 1549400 w 2286000"/>
                  <a:gd name="connsiteY41" fmla="*/ 1939925 h 1974850"/>
                  <a:gd name="connsiteX42" fmla="*/ 1473200 w 2286000"/>
                  <a:gd name="connsiteY42" fmla="*/ 1927225 h 1974850"/>
                  <a:gd name="connsiteX43" fmla="*/ 1352550 w 2286000"/>
                  <a:gd name="connsiteY43" fmla="*/ 1927225 h 1974850"/>
                  <a:gd name="connsiteX44" fmla="*/ 1266825 w 2286000"/>
                  <a:gd name="connsiteY44" fmla="*/ 1955800 h 1974850"/>
                  <a:gd name="connsiteX45" fmla="*/ 1162050 w 2286000"/>
                  <a:gd name="connsiteY45" fmla="*/ 1946275 h 1974850"/>
                  <a:gd name="connsiteX46" fmla="*/ 1108075 w 2286000"/>
                  <a:gd name="connsiteY46" fmla="*/ 1974850 h 1974850"/>
                  <a:gd name="connsiteX47" fmla="*/ 1063625 w 2286000"/>
                  <a:gd name="connsiteY47" fmla="*/ 1968500 h 1974850"/>
                  <a:gd name="connsiteX48" fmla="*/ 977900 w 2286000"/>
                  <a:gd name="connsiteY48" fmla="*/ 1936750 h 1974850"/>
                  <a:gd name="connsiteX49" fmla="*/ 739775 w 2286000"/>
                  <a:gd name="connsiteY49" fmla="*/ 1860550 h 1974850"/>
                  <a:gd name="connsiteX50" fmla="*/ 603250 w 2286000"/>
                  <a:gd name="connsiteY50" fmla="*/ 1803400 h 1974850"/>
                  <a:gd name="connsiteX51" fmla="*/ 565150 w 2286000"/>
                  <a:gd name="connsiteY51" fmla="*/ 1762125 h 1974850"/>
                  <a:gd name="connsiteX52" fmla="*/ 492125 w 2286000"/>
                  <a:gd name="connsiteY52" fmla="*/ 1724025 h 1974850"/>
                  <a:gd name="connsiteX53" fmla="*/ 409575 w 2286000"/>
                  <a:gd name="connsiteY53" fmla="*/ 1555750 h 1974850"/>
                  <a:gd name="connsiteX54" fmla="*/ 415925 w 2286000"/>
                  <a:gd name="connsiteY54" fmla="*/ 1492250 h 1974850"/>
                  <a:gd name="connsiteX55" fmla="*/ 393700 w 2286000"/>
                  <a:gd name="connsiteY55" fmla="*/ 1463675 h 1974850"/>
                  <a:gd name="connsiteX56" fmla="*/ 307975 w 2286000"/>
                  <a:gd name="connsiteY56" fmla="*/ 1463675 h 1974850"/>
                  <a:gd name="connsiteX57" fmla="*/ 209550 w 2286000"/>
                  <a:gd name="connsiteY57" fmla="*/ 1425575 h 1974850"/>
                  <a:gd name="connsiteX58" fmla="*/ 114300 w 2286000"/>
                  <a:gd name="connsiteY58" fmla="*/ 1447800 h 1974850"/>
                  <a:gd name="connsiteX59" fmla="*/ 69850 w 2286000"/>
                  <a:gd name="connsiteY59" fmla="*/ 1444625 h 1974850"/>
                  <a:gd name="connsiteX60" fmla="*/ 69850 w 2286000"/>
                  <a:gd name="connsiteY60" fmla="*/ 1295400 h 1974850"/>
                  <a:gd name="connsiteX61" fmla="*/ 76200 w 2286000"/>
                  <a:gd name="connsiteY61" fmla="*/ 1139825 h 1974850"/>
                  <a:gd name="connsiteX62" fmla="*/ 31750 w 2286000"/>
                  <a:gd name="connsiteY62" fmla="*/ 1098550 h 1974850"/>
                  <a:gd name="connsiteX63" fmla="*/ 63500 w 2286000"/>
                  <a:gd name="connsiteY63" fmla="*/ 1009650 h 1974850"/>
                  <a:gd name="connsiteX64" fmla="*/ 104775 w 2286000"/>
                  <a:gd name="connsiteY64" fmla="*/ 946150 h 1974850"/>
                  <a:gd name="connsiteX65" fmla="*/ 95250 w 2286000"/>
                  <a:gd name="connsiteY65" fmla="*/ 866775 h 1974850"/>
                  <a:gd name="connsiteX66" fmla="*/ 69850 w 2286000"/>
                  <a:gd name="connsiteY66" fmla="*/ 774700 h 1974850"/>
                  <a:gd name="connsiteX67" fmla="*/ 69850 w 2286000"/>
                  <a:gd name="connsiteY67" fmla="*/ 714375 h 1974850"/>
                  <a:gd name="connsiteX68" fmla="*/ 0 w 2286000"/>
                  <a:gd name="connsiteY68" fmla="*/ 663575 h 1974850"/>
                  <a:gd name="connsiteX69" fmla="*/ 63500 w 2286000"/>
                  <a:gd name="connsiteY69" fmla="*/ 577850 h 1974850"/>
                  <a:gd name="connsiteX70" fmla="*/ 44450 w 2286000"/>
                  <a:gd name="connsiteY70" fmla="*/ 527050 h 1974850"/>
                  <a:gd name="connsiteX71" fmla="*/ 44450 w 2286000"/>
                  <a:gd name="connsiteY71" fmla="*/ 488950 h 1974850"/>
                  <a:gd name="connsiteX72" fmla="*/ 92075 w 2286000"/>
                  <a:gd name="connsiteY72" fmla="*/ 428625 h 1974850"/>
                  <a:gd name="connsiteX73" fmla="*/ 92075 w 2286000"/>
                  <a:gd name="connsiteY73" fmla="*/ 307975 h 1974850"/>
                  <a:gd name="connsiteX74" fmla="*/ 136525 w 2286000"/>
                  <a:gd name="connsiteY74" fmla="*/ 222250 h 1974850"/>
                  <a:gd name="connsiteX75" fmla="*/ 273050 w 2286000"/>
                  <a:gd name="connsiteY75" fmla="*/ 123825 h 1974850"/>
                  <a:gd name="connsiteX76" fmla="*/ 314325 w 2286000"/>
                  <a:gd name="connsiteY76" fmla="*/ 101600 h 1974850"/>
                  <a:gd name="connsiteX77" fmla="*/ 479425 w 2286000"/>
                  <a:gd name="connsiteY77" fmla="*/ 111125 h 1974850"/>
                  <a:gd name="connsiteX78" fmla="*/ 517525 w 2286000"/>
                  <a:gd name="connsiteY78" fmla="*/ 76200 h 1974850"/>
                  <a:gd name="connsiteX79" fmla="*/ 596900 w 2286000"/>
                  <a:gd name="connsiteY79" fmla="*/ 25400 h 1974850"/>
                  <a:gd name="connsiteX80" fmla="*/ 742950 w 2286000"/>
                  <a:gd name="connsiteY80" fmla="*/ 34925 h 1974850"/>
                  <a:gd name="connsiteX81" fmla="*/ 882650 w 2286000"/>
                  <a:gd name="connsiteY81" fmla="*/ 12700 h 1974850"/>
                  <a:gd name="connsiteX82" fmla="*/ 981075 w 2286000"/>
                  <a:gd name="connsiteY82" fmla="*/ 0 h 1974850"/>
                  <a:gd name="connsiteX83" fmla="*/ 1057275 w 2286000"/>
                  <a:gd name="connsiteY83" fmla="*/ 44450 h 1974850"/>
                  <a:gd name="connsiteX84" fmla="*/ 1139825 w 2286000"/>
                  <a:gd name="connsiteY84" fmla="*/ 66675 h 1974850"/>
                  <a:gd name="connsiteX85" fmla="*/ 1222375 w 2286000"/>
                  <a:gd name="connsiteY85" fmla="*/ 57150 h 1974850"/>
                  <a:gd name="connsiteX86" fmla="*/ 1323975 w 2286000"/>
                  <a:gd name="connsiteY86" fmla="*/ 92075 h 1974850"/>
                  <a:gd name="connsiteX87" fmla="*/ 1352550 w 2286000"/>
                  <a:gd name="connsiteY87" fmla="*/ 155575 h 1974850"/>
                  <a:gd name="connsiteX88" fmla="*/ 1463675 w 2286000"/>
                  <a:gd name="connsiteY88" fmla="*/ 146050 h 1974850"/>
                  <a:gd name="connsiteX89" fmla="*/ 1546225 w 2286000"/>
                  <a:gd name="connsiteY89" fmla="*/ 161925 h 1974850"/>
                  <a:gd name="connsiteX90" fmla="*/ 1597025 w 2286000"/>
                  <a:gd name="connsiteY90" fmla="*/ 200025 h 1974850"/>
                  <a:gd name="connsiteX91" fmla="*/ 1673225 w 2286000"/>
                  <a:gd name="connsiteY91" fmla="*/ 228600 h 1974850"/>
                  <a:gd name="connsiteX92" fmla="*/ 1692275 w 2286000"/>
                  <a:gd name="connsiteY92" fmla="*/ 288925 h 1974850"/>
                  <a:gd name="connsiteX93" fmla="*/ 1806575 w 2286000"/>
                  <a:gd name="connsiteY93" fmla="*/ 273050 h 197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</a:cxnLst>
                <a:rect l="l" t="t" r="r" b="b"/>
                <a:pathLst>
                  <a:path w="2286000" h="1974850">
                    <a:moveTo>
                      <a:pt x="1806575" y="273050"/>
                    </a:moveTo>
                    <a:lnTo>
                      <a:pt x="1863725" y="317500"/>
                    </a:lnTo>
                    <a:lnTo>
                      <a:pt x="1917700" y="317500"/>
                    </a:lnTo>
                    <a:lnTo>
                      <a:pt x="1917700" y="374650"/>
                    </a:lnTo>
                    <a:lnTo>
                      <a:pt x="1876425" y="396875"/>
                    </a:lnTo>
                    <a:lnTo>
                      <a:pt x="1812925" y="492125"/>
                    </a:lnTo>
                    <a:lnTo>
                      <a:pt x="1822450" y="536575"/>
                    </a:lnTo>
                    <a:lnTo>
                      <a:pt x="1860550" y="546100"/>
                    </a:lnTo>
                    <a:lnTo>
                      <a:pt x="1831975" y="676275"/>
                    </a:lnTo>
                    <a:lnTo>
                      <a:pt x="1851025" y="733425"/>
                    </a:lnTo>
                    <a:lnTo>
                      <a:pt x="1879600" y="733425"/>
                    </a:lnTo>
                    <a:lnTo>
                      <a:pt x="1895475" y="787400"/>
                    </a:lnTo>
                    <a:lnTo>
                      <a:pt x="1974850" y="781050"/>
                    </a:lnTo>
                    <a:lnTo>
                      <a:pt x="2044700" y="806450"/>
                    </a:lnTo>
                    <a:lnTo>
                      <a:pt x="2143125" y="736600"/>
                    </a:lnTo>
                    <a:lnTo>
                      <a:pt x="2190750" y="771525"/>
                    </a:lnTo>
                    <a:lnTo>
                      <a:pt x="2184400" y="892175"/>
                    </a:lnTo>
                    <a:lnTo>
                      <a:pt x="2212975" y="942975"/>
                    </a:lnTo>
                    <a:lnTo>
                      <a:pt x="2178050" y="962025"/>
                    </a:lnTo>
                    <a:lnTo>
                      <a:pt x="2247900" y="1028700"/>
                    </a:lnTo>
                    <a:lnTo>
                      <a:pt x="2251075" y="1092200"/>
                    </a:lnTo>
                    <a:lnTo>
                      <a:pt x="2286000" y="1158875"/>
                    </a:lnTo>
                    <a:lnTo>
                      <a:pt x="2276475" y="1263650"/>
                    </a:lnTo>
                    <a:lnTo>
                      <a:pt x="2238375" y="1270000"/>
                    </a:lnTo>
                    <a:lnTo>
                      <a:pt x="2238375" y="1327150"/>
                    </a:lnTo>
                    <a:lnTo>
                      <a:pt x="2117725" y="1311275"/>
                    </a:lnTo>
                    <a:lnTo>
                      <a:pt x="2108200" y="1365250"/>
                    </a:lnTo>
                    <a:lnTo>
                      <a:pt x="2171700" y="1400175"/>
                    </a:lnTo>
                    <a:lnTo>
                      <a:pt x="2159000" y="1466850"/>
                    </a:lnTo>
                    <a:lnTo>
                      <a:pt x="2066925" y="1495425"/>
                    </a:lnTo>
                    <a:lnTo>
                      <a:pt x="2028825" y="1492250"/>
                    </a:lnTo>
                    <a:lnTo>
                      <a:pt x="1997075" y="1568450"/>
                    </a:lnTo>
                    <a:lnTo>
                      <a:pt x="1914525" y="1549400"/>
                    </a:lnTo>
                    <a:lnTo>
                      <a:pt x="1882775" y="1549400"/>
                    </a:lnTo>
                    <a:lnTo>
                      <a:pt x="1851025" y="1590675"/>
                    </a:lnTo>
                    <a:lnTo>
                      <a:pt x="1844675" y="1635125"/>
                    </a:lnTo>
                    <a:lnTo>
                      <a:pt x="1866900" y="1666875"/>
                    </a:lnTo>
                    <a:lnTo>
                      <a:pt x="1784350" y="1809750"/>
                    </a:lnTo>
                    <a:lnTo>
                      <a:pt x="1708150" y="1797050"/>
                    </a:lnTo>
                    <a:lnTo>
                      <a:pt x="1625600" y="1844675"/>
                    </a:lnTo>
                    <a:lnTo>
                      <a:pt x="1593850" y="1930400"/>
                    </a:lnTo>
                    <a:lnTo>
                      <a:pt x="1549400" y="1939925"/>
                    </a:lnTo>
                    <a:lnTo>
                      <a:pt x="1473200" y="1927225"/>
                    </a:lnTo>
                    <a:lnTo>
                      <a:pt x="1352550" y="1927225"/>
                    </a:lnTo>
                    <a:lnTo>
                      <a:pt x="1266825" y="1955800"/>
                    </a:lnTo>
                    <a:lnTo>
                      <a:pt x="1162050" y="1946275"/>
                    </a:lnTo>
                    <a:lnTo>
                      <a:pt x="1108075" y="1974850"/>
                    </a:lnTo>
                    <a:lnTo>
                      <a:pt x="1063625" y="1968500"/>
                    </a:lnTo>
                    <a:lnTo>
                      <a:pt x="977900" y="1936750"/>
                    </a:lnTo>
                    <a:lnTo>
                      <a:pt x="739775" y="1860550"/>
                    </a:lnTo>
                    <a:lnTo>
                      <a:pt x="603250" y="1803400"/>
                    </a:lnTo>
                    <a:lnTo>
                      <a:pt x="565150" y="1762125"/>
                    </a:lnTo>
                    <a:lnTo>
                      <a:pt x="492125" y="1724025"/>
                    </a:lnTo>
                    <a:lnTo>
                      <a:pt x="409575" y="1555750"/>
                    </a:lnTo>
                    <a:lnTo>
                      <a:pt x="415925" y="1492250"/>
                    </a:lnTo>
                    <a:lnTo>
                      <a:pt x="393700" y="1463675"/>
                    </a:lnTo>
                    <a:lnTo>
                      <a:pt x="307975" y="1463675"/>
                    </a:lnTo>
                    <a:lnTo>
                      <a:pt x="209550" y="1425575"/>
                    </a:lnTo>
                    <a:lnTo>
                      <a:pt x="114300" y="1447800"/>
                    </a:lnTo>
                    <a:lnTo>
                      <a:pt x="69850" y="1444625"/>
                    </a:lnTo>
                    <a:lnTo>
                      <a:pt x="69850" y="1295400"/>
                    </a:lnTo>
                    <a:lnTo>
                      <a:pt x="76200" y="1139825"/>
                    </a:lnTo>
                    <a:lnTo>
                      <a:pt x="31750" y="1098550"/>
                    </a:lnTo>
                    <a:lnTo>
                      <a:pt x="63500" y="1009650"/>
                    </a:lnTo>
                    <a:lnTo>
                      <a:pt x="104775" y="946150"/>
                    </a:lnTo>
                    <a:lnTo>
                      <a:pt x="95250" y="866775"/>
                    </a:lnTo>
                    <a:lnTo>
                      <a:pt x="69850" y="774700"/>
                    </a:lnTo>
                    <a:lnTo>
                      <a:pt x="69850" y="714375"/>
                    </a:lnTo>
                    <a:lnTo>
                      <a:pt x="0" y="663575"/>
                    </a:lnTo>
                    <a:lnTo>
                      <a:pt x="63500" y="577850"/>
                    </a:lnTo>
                    <a:lnTo>
                      <a:pt x="44450" y="527050"/>
                    </a:lnTo>
                    <a:lnTo>
                      <a:pt x="44450" y="488950"/>
                    </a:lnTo>
                    <a:lnTo>
                      <a:pt x="92075" y="428625"/>
                    </a:lnTo>
                    <a:lnTo>
                      <a:pt x="92075" y="307975"/>
                    </a:lnTo>
                    <a:lnTo>
                      <a:pt x="136525" y="222250"/>
                    </a:lnTo>
                    <a:lnTo>
                      <a:pt x="273050" y="123825"/>
                    </a:lnTo>
                    <a:lnTo>
                      <a:pt x="314325" y="101600"/>
                    </a:lnTo>
                    <a:lnTo>
                      <a:pt x="479425" y="111125"/>
                    </a:lnTo>
                    <a:lnTo>
                      <a:pt x="517525" y="76200"/>
                    </a:lnTo>
                    <a:lnTo>
                      <a:pt x="596900" y="25400"/>
                    </a:lnTo>
                    <a:lnTo>
                      <a:pt x="742950" y="34925"/>
                    </a:lnTo>
                    <a:lnTo>
                      <a:pt x="882650" y="12700"/>
                    </a:lnTo>
                    <a:lnTo>
                      <a:pt x="981075" y="0"/>
                    </a:lnTo>
                    <a:lnTo>
                      <a:pt x="1057275" y="44450"/>
                    </a:lnTo>
                    <a:lnTo>
                      <a:pt x="1139825" y="66675"/>
                    </a:lnTo>
                    <a:lnTo>
                      <a:pt x="1222375" y="57150"/>
                    </a:lnTo>
                    <a:lnTo>
                      <a:pt x="1323975" y="92075"/>
                    </a:lnTo>
                    <a:lnTo>
                      <a:pt x="1352550" y="155575"/>
                    </a:lnTo>
                    <a:lnTo>
                      <a:pt x="1463675" y="146050"/>
                    </a:lnTo>
                    <a:lnTo>
                      <a:pt x="1546225" y="161925"/>
                    </a:lnTo>
                    <a:lnTo>
                      <a:pt x="1597025" y="200025"/>
                    </a:lnTo>
                    <a:lnTo>
                      <a:pt x="1673225" y="228600"/>
                    </a:lnTo>
                    <a:lnTo>
                      <a:pt x="1692275" y="288925"/>
                    </a:lnTo>
                    <a:lnTo>
                      <a:pt x="1806575" y="273050"/>
                    </a:lnTo>
                    <a:close/>
                  </a:path>
                </a:pathLst>
              </a:custGeom>
              <a:gradFill>
                <a:gsLst>
                  <a:gs pos="0">
                    <a:srgbClr val="6AD5E0"/>
                  </a:gs>
                  <a:gs pos="99000">
                    <a:srgbClr val="0CC3D1"/>
                  </a:gs>
                </a:gsLst>
                <a:lin ang="54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5" name="Freeform: Shape 372">
                <a:extLst>
                  <a:ext uri="{FF2B5EF4-FFF2-40B4-BE49-F238E27FC236}">
                    <a16:creationId xmlns:a16="http://schemas.microsoft.com/office/drawing/2014/main" xmlns="" id="{A2A66574-7DBE-4111-9889-3A5CDC961387}"/>
                  </a:ext>
                </a:extLst>
              </p:cNvPr>
              <p:cNvSpPr/>
              <p:nvPr/>
            </p:nvSpPr>
            <p:spPr>
              <a:xfrm>
                <a:off x="8305522" y="3304909"/>
                <a:ext cx="1415152" cy="1224856"/>
              </a:xfrm>
              <a:custGeom>
                <a:avLst/>
                <a:gdLst>
                  <a:gd name="connsiteX0" fmla="*/ 504825 w 1533525"/>
                  <a:gd name="connsiteY0" fmla="*/ 383382 h 1264444"/>
                  <a:gd name="connsiteX1" fmla="*/ 347663 w 1533525"/>
                  <a:gd name="connsiteY1" fmla="*/ 292894 h 1264444"/>
                  <a:gd name="connsiteX2" fmla="*/ 288132 w 1533525"/>
                  <a:gd name="connsiteY2" fmla="*/ 347663 h 1264444"/>
                  <a:gd name="connsiteX3" fmla="*/ 209550 w 1533525"/>
                  <a:gd name="connsiteY3" fmla="*/ 326232 h 1264444"/>
                  <a:gd name="connsiteX4" fmla="*/ 173832 w 1533525"/>
                  <a:gd name="connsiteY4" fmla="*/ 392907 h 1264444"/>
                  <a:gd name="connsiteX5" fmla="*/ 130969 w 1533525"/>
                  <a:gd name="connsiteY5" fmla="*/ 400050 h 1264444"/>
                  <a:gd name="connsiteX6" fmla="*/ 85725 w 1533525"/>
                  <a:gd name="connsiteY6" fmla="*/ 438150 h 1264444"/>
                  <a:gd name="connsiteX7" fmla="*/ 90488 w 1533525"/>
                  <a:gd name="connsiteY7" fmla="*/ 526257 h 1264444"/>
                  <a:gd name="connsiteX8" fmla="*/ 33338 w 1533525"/>
                  <a:gd name="connsiteY8" fmla="*/ 526257 h 1264444"/>
                  <a:gd name="connsiteX9" fmla="*/ 28575 w 1533525"/>
                  <a:gd name="connsiteY9" fmla="*/ 569119 h 1264444"/>
                  <a:gd name="connsiteX10" fmla="*/ 0 w 1533525"/>
                  <a:gd name="connsiteY10" fmla="*/ 583407 h 1264444"/>
                  <a:gd name="connsiteX11" fmla="*/ 38100 w 1533525"/>
                  <a:gd name="connsiteY11" fmla="*/ 671513 h 1264444"/>
                  <a:gd name="connsiteX12" fmla="*/ 21432 w 1533525"/>
                  <a:gd name="connsiteY12" fmla="*/ 685800 h 1264444"/>
                  <a:gd name="connsiteX13" fmla="*/ 71438 w 1533525"/>
                  <a:gd name="connsiteY13" fmla="*/ 666750 h 1264444"/>
                  <a:gd name="connsiteX14" fmla="*/ 171450 w 1533525"/>
                  <a:gd name="connsiteY14" fmla="*/ 723900 h 1264444"/>
                  <a:gd name="connsiteX15" fmla="*/ 128588 w 1533525"/>
                  <a:gd name="connsiteY15" fmla="*/ 747713 h 1264444"/>
                  <a:gd name="connsiteX16" fmla="*/ 95250 w 1533525"/>
                  <a:gd name="connsiteY16" fmla="*/ 785813 h 1264444"/>
                  <a:gd name="connsiteX17" fmla="*/ 100013 w 1533525"/>
                  <a:gd name="connsiteY17" fmla="*/ 802482 h 1264444"/>
                  <a:gd name="connsiteX18" fmla="*/ 54769 w 1533525"/>
                  <a:gd name="connsiteY18" fmla="*/ 888207 h 1264444"/>
                  <a:gd name="connsiteX19" fmla="*/ 111919 w 1533525"/>
                  <a:gd name="connsiteY19" fmla="*/ 928688 h 1264444"/>
                  <a:gd name="connsiteX20" fmla="*/ 157163 w 1533525"/>
                  <a:gd name="connsiteY20" fmla="*/ 912019 h 1264444"/>
                  <a:gd name="connsiteX21" fmla="*/ 238125 w 1533525"/>
                  <a:gd name="connsiteY21" fmla="*/ 976313 h 1264444"/>
                  <a:gd name="connsiteX22" fmla="*/ 314325 w 1533525"/>
                  <a:gd name="connsiteY22" fmla="*/ 995363 h 1264444"/>
                  <a:gd name="connsiteX23" fmla="*/ 323850 w 1533525"/>
                  <a:gd name="connsiteY23" fmla="*/ 885825 h 1264444"/>
                  <a:gd name="connsiteX24" fmla="*/ 402432 w 1533525"/>
                  <a:gd name="connsiteY24" fmla="*/ 923925 h 1264444"/>
                  <a:gd name="connsiteX25" fmla="*/ 466725 w 1533525"/>
                  <a:gd name="connsiteY25" fmla="*/ 928688 h 1264444"/>
                  <a:gd name="connsiteX26" fmla="*/ 471488 w 1533525"/>
                  <a:gd name="connsiteY26" fmla="*/ 995363 h 1264444"/>
                  <a:gd name="connsiteX27" fmla="*/ 557213 w 1533525"/>
                  <a:gd name="connsiteY27" fmla="*/ 997744 h 1264444"/>
                  <a:gd name="connsiteX28" fmla="*/ 564357 w 1533525"/>
                  <a:gd name="connsiteY28" fmla="*/ 1071563 h 1264444"/>
                  <a:gd name="connsiteX29" fmla="*/ 614363 w 1533525"/>
                  <a:gd name="connsiteY29" fmla="*/ 1078707 h 1264444"/>
                  <a:gd name="connsiteX30" fmla="*/ 590550 w 1533525"/>
                  <a:gd name="connsiteY30" fmla="*/ 1154907 h 1264444"/>
                  <a:gd name="connsiteX31" fmla="*/ 561975 w 1533525"/>
                  <a:gd name="connsiteY31" fmla="*/ 1164432 h 1264444"/>
                  <a:gd name="connsiteX32" fmla="*/ 552450 w 1533525"/>
                  <a:gd name="connsiteY32" fmla="*/ 1185863 h 1264444"/>
                  <a:gd name="connsiteX33" fmla="*/ 602457 w 1533525"/>
                  <a:gd name="connsiteY33" fmla="*/ 1209675 h 1264444"/>
                  <a:gd name="connsiteX34" fmla="*/ 611982 w 1533525"/>
                  <a:gd name="connsiteY34" fmla="*/ 1216819 h 1264444"/>
                  <a:gd name="connsiteX35" fmla="*/ 645319 w 1533525"/>
                  <a:gd name="connsiteY35" fmla="*/ 1200150 h 1264444"/>
                  <a:gd name="connsiteX36" fmla="*/ 669132 w 1533525"/>
                  <a:gd name="connsiteY36" fmla="*/ 1231107 h 1264444"/>
                  <a:gd name="connsiteX37" fmla="*/ 709613 w 1533525"/>
                  <a:gd name="connsiteY37" fmla="*/ 1176338 h 1264444"/>
                  <a:gd name="connsiteX38" fmla="*/ 731044 w 1533525"/>
                  <a:gd name="connsiteY38" fmla="*/ 1185863 h 1264444"/>
                  <a:gd name="connsiteX39" fmla="*/ 766763 w 1533525"/>
                  <a:gd name="connsiteY39" fmla="*/ 1176338 h 1264444"/>
                  <a:gd name="connsiteX40" fmla="*/ 809625 w 1533525"/>
                  <a:gd name="connsiteY40" fmla="*/ 1193007 h 1264444"/>
                  <a:gd name="connsiteX41" fmla="*/ 854869 w 1533525"/>
                  <a:gd name="connsiteY41" fmla="*/ 1173957 h 1264444"/>
                  <a:gd name="connsiteX42" fmla="*/ 909638 w 1533525"/>
                  <a:gd name="connsiteY42" fmla="*/ 1183482 h 1264444"/>
                  <a:gd name="connsiteX43" fmla="*/ 954882 w 1533525"/>
                  <a:gd name="connsiteY43" fmla="*/ 1176338 h 1264444"/>
                  <a:gd name="connsiteX44" fmla="*/ 969169 w 1533525"/>
                  <a:gd name="connsiteY44" fmla="*/ 1119188 h 1264444"/>
                  <a:gd name="connsiteX45" fmla="*/ 990600 w 1533525"/>
                  <a:gd name="connsiteY45" fmla="*/ 1131094 h 1264444"/>
                  <a:gd name="connsiteX46" fmla="*/ 990600 w 1533525"/>
                  <a:gd name="connsiteY46" fmla="*/ 1173957 h 1264444"/>
                  <a:gd name="connsiteX47" fmla="*/ 1023938 w 1533525"/>
                  <a:gd name="connsiteY47" fmla="*/ 1197769 h 1264444"/>
                  <a:gd name="connsiteX48" fmla="*/ 1038225 w 1533525"/>
                  <a:gd name="connsiteY48" fmla="*/ 1223963 h 1264444"/>
                  <a:gd name="connsiteX49" fmla="*/ 1085850 w 1533525"/>
                  <a:gd name="connsiteY49" fmla="*/ 1264444 h 1264444"/>
                  <a:gd name="connsiteX50" fmla="*/ 1138238 w 1533525"/>
                  <a:gd name="connsiteY50" fmla="*/ 1264444 h 1264444"/>
                  <a:gd name="connsiteX51" fmla="*/ 1166813 w 1533525"/>
                  <a:gd name="connsiteY51" fmla="*/ 1221582 h 1264444"/>
                  <a:gd name="connsiteX52" fmla="*/ 1138238 w 1533525"/>
                  <a:gd name="connsiteY52" fmla="*/ 1190625 h 1264444"/>
                  <a:gd name="connsiteX53" fmla="*/ 1126332 w 1533525"/>
                  <a:gd name="connsiteY53" fmla="*/ 1100138 h 1264444"/>
                  <a:gd name="connsiteX54" fmla="*/ 1209675 w 1533525"/>
                  <a:gd name="connsiteY54" fmla="*/ 1040607 h 1264444"/>
                  <a:gd name="connsiteX55" fmla="*/ 1178719 w 1533525"/>
                  <a:gd name="connsiteY55" fmla="*/ 983457 h 1264444"/>
                  <a:gd name="connsiteX56" fmla="*/ 1421607 w 1533525"/>
                  <a:gd name="connsiteY56" fmla="*/ 1059657 h 1264444"/>
                  <a:gd name="connsiteX57" fmla="*/ 1443038 w 1533525"/>
                  <a:gd name="connsiteY57" fmla="*/ 954882 h 1264444"/>
                  <a:gd name="connsiteX58" fmla="*/ 1393032 w 1533525"/>
                  <a:gd name="connsiteY58" fmla="*/ 938213 h 1264444"/>
                  <a:gd name="connsiteX59" fmla="*/ 1459707 w 1533525"/>
                  <a:gd name="connsiteY59" fmla="*/ 864394 h 1264444"/>
                  <a:gd name="connsiteX60" fmla="*/ 1500188 w 1533525"/>
                  <a:gd name="connsiteY60" fmla="*/ 866775 h 1264444"/>
                  <a:gd name="connsiteX61" fmla="*/ 1512094 w 1533525"/>
                  <a:gd name="connsiteY61" fmla="*/ 852488 h 1264444"/>
                  <a:gd name="connsiteX62" fmla="*/ 1459707 w 1533525"/>
                  <a:gd name="connsiteY62" fmla="*/ 745332 h 1264444"/>
                  <a:gd name="connsiteX63" fmla="*/ 1512094 w 1533525"/>
                  <a:gd name="connsiteY63" fmla="*/ 683419 h 1264444"/>
                  <a:gd name="connsiteX64" fmla="*/ 1488282 w 1533525"/>
                  <a:gd name="connsiteY64" fmla="*/ 650082 h 1264444"/>
                  <a:gd name="connsiteX65" fmla="*/ 1533525 w 1533525"/>
                  <a:gd name="connsiteY65" fmla="*/ 564357 h 1264444"/>
                  <a:gd name="connsiteX66" fmla="*/ 1438275 w 1533525"/>
                  <a:gd name="connsiteY66" fmla="*/ 533400 h 1264444"/>
                  <a:gd name="connsiteX67" fmla="*/ 1488282 w 1533525"/>
                  <a:gd name="connsiteY67" fmla="*/ 400050 h 1264444"/>
                  <a:gd name="connsiteX68" fmla="*/ 1402557 w 1533525"/>
                  <a:gd name="connsiteY68" fmla="*/ 400050 h 1264444"/>
                  <a:gd name="connsiteX69" fmla="*/ 1397794 w 1533525"/>
                  <a:gd name="connsiteY69" fmla="*/ 326232 h 1264444"/>
                  <a:gd name="connsiteX70" fmla="*/ 1435894 w 1533525"/>
                  <a:gd name="connsiteY70" fmla="*/ 280988 h 1264444"/>
                  <a:gd name="connsiteX71" fmla="*/ 1335882 w 1533525"/>
                  <a:gd name="connsiteY71" fmla="*/ 130969 h 1264444"/>
                  <a:gd name="connsiteX72" fmla="*/ 1295400 w 1533525"/>
                  <a:gd name="connsiteY72" fmla="*/ 90488 h 1264444"/>
                  <a:gd name="connsiteX73" fmla="*/ 1045369 w 1533525"/>
                  <a:gd name="connsiteY73" fmla="*/ 97632 h 1264444"/>
                  <a:gd name="connsiteX74" fmla="*/ 1040607 w 1533525"/>
                  <a:gd name="connsiteY74" fmla="*/ 57150 h 1264444"/>
                  <a:gd name="connsiteX75" fmla="*/ 990600 w 1533525"/>
                  <a:gd name="connsiteY75" fmla="*/ 64294 h 1264444"/>
                  <a:gd name="connsiteX76" fmla="*/ 923925 w 1533525"/>
                  <a:gd name="connsiteY76" fmla="*/ 0 h 1264444"/>
                  <a:gd name="connsiteX77" fmla="*/ 695325 w 1533525"/>
                  <a:gd name="connsiteY77" fmla="*/ 9525 h 1264444"/>
                  <a:gd name="connsiteX78" fmla="*/ 623888 w 1533525"/>
                  <a:gd name="connsiteY78" fmla="*/ 109538 h 1264444"/>
                  <a:gd name="connsiteX79" fmla="*/ 550069 w 1533525"/>
                  <a:gd name="connsiteY79" fmla="*/ 69057 h 1264444"/>
                  <a:gd name="connsiteX80" fmla="*/ 383382 w 1533525"/>
                  <a:gd name="connsiteY80" fmla="*/ 119063 h 1264444"/>
                  <a:gd name="connsiteX81" fmla="*/ 504825 w 1533525"/>
                  <a:gd name="connsiteY81" fmla="*/ 383382 h 1264444"/>
                  <a:gd name="connsiteX0" fmla="*/ 504825 w 1533525"/>
                  <a:gd name="connsiteY0" fmla="*/ 383382 h 1264444"/>
                  <a:gd name="connsiteX1" fmla="*/ 347663 w 1533525"/>
                  <a:gd name="connsiteY1" fmla="*/ 292894 h 1264444"/>
                  <a:gd name="connsiteX2" fmla="*/ 288132 w 1533525"/>
                  <a:gd name="connsiteY2" fmla="*/ 347663 h 1264444"/>
                  <a:gd name="connsiteX3" fmla="*/ 209550 w 1533525"/>
                  <a:gd name="connsiteY3" fmla="*/ 326232 h 1264444"/>
                  <a:gd name="connsiteX4" fmla="*/ 173832 w 1533525"/>
                  <a:gd name="connsiteY4" fmla="*/ 392907 h 1264444"/>
                  <a:gd name="connsiteX5" fmla="*/ 130969 w 1533525"/>
                  <a:gd name="connsiteY5" fmla="*/ 400050 h 1264444"/>
                  <a:gd name="connsiteX6" fmla="*/ 85725 w 1533525"/>
                  <a:gd name="connsiteY6" fmla="*/ 438150 h 1264444"/>
                  <a:gd name="connsiteX7" fmla="*/ 90488 w 1533525"/>
                  <a:gd name="connsiteY7" fmla="*/ 526257 h 1264444"/>
                  <a:gd name="connsiteX8" fmla="*/ 33338 w 1533525"/>
                  <a:gd name="connsiteY8" fmla="*/ 526257 h 1264444"/>
                  <a:gd name="connsiteX9" fmla="*/ 28575 w 1533525"/>
                  <a:gd name="connsiteY9" fmla="*/ 569119 h 1264444"/>
                  <a:gd name="connsiteX10" fmla="*/ 0 w 1533525"/>
                  <a:gd name="connsiteY10" fmla="*/ 583407 h 1264444"/>
                  <a:gd name="connsiteX11" fmla="*/ 38100 w 1533525"/>
                  <a:gd name="connsiteY11" fmla="*/ 671513 h 1264444"/>
                  <a:gd name="connsiteX12" fmla="*/ 21432 w 1533525"/>
                  <a:gd name="connsiteY12" fmla="*/ 685800 h 1264444"/>
                  <a:gd name="connsiteX13" fmla="*/ 71438 w 1533525"/>
                  <a:gd name="connsiteY13" fmla="*/ 666750 h 1264444"/>
                  <a:gd name="connsiteX14" fmla="*/ 171450 w 1533525"/>
                  <a:gd name="connsiteY14" fmla="*/ 723900 h 1264444"/>
                  <a:gd name="connsiteX15" fmla="*/ 128588 w 1533525"/>
                  <a:gd name="connsiteY15" fmla="*/ 747713 h 1264444"/>
                  <a:gd name="connsiteX16" fmla="*/ 95250 w 1533525"/>
                  <a:gd name="connsiteY16" fmla="*/ 785813 h 1264444"/>
                  <a:gd name="connsiteX17" fmla="*/ 100013 w 1533525"/>
                  <a:gd name="connsiteY17" fmla="*/ 802482 h 1264444"/>
                  <a:gd name="connsiteX18" fmla="*/ 54769 w 1533525"/>
                  <a:gd name="connsiteY18" fmla="*/ 888207 h 1264444"/>
                  <a:gd name="connsiteX19" fmla="*/ 111919 w 1533525"/>
                  <a:gd name="connsiteY19" fmla="*/ 928688 h 1264444"/>
                  <a:gd name="connsiteX20" fmla="*/ 157163 w 1533525"/>
                  <a:gd name="connsiteY20" fmla="*/ 912019 h 1264444"/>
                  <a:gd name="connsiteX21" fmla="*/ 238125 w 1533525"/>
                  <a:gd name="connsiteY21" fmla="*/ 976313 h 1264444"/>
                  <a:gd name="connsiteX22" fmla="*/ 314325 w 1533525"/>
                  <a:gd name="connsiteY22" fmla="*/ 995363 h 1264444"/>
                  <a:gd name="connsiteX23" fmla="*/ 323850 w 1533525"/>
                  <a:gd name="connsiteY23" fmla="*/ 885825 h 1264444"/>
                  <a:gd name="connsiteX24" fmla="*/ 402432 w 1533525"/>
                  <a:gd name="connsiteY24" fmla="*/ 923925 h 1264444"/>
                  <a:gd name="connsiteX25" fmla="*/ 466725 w 1533525"/>
                  <a:gd name="connsiteY25" fmla="*/ 928688 h 1264444"/>
                  <a:gd name="connsiteX26" fmla="*/ 471488 w 1533525"/>
                  <a:gd name="connsiteY26" fmla="*/ 995363 h 1264444"/>
                  <a:gd name="connsiteX27" fmla="*/ 557213 w 1533525"/>
                  <a:gd name="connsiteY27" fmla="*/ 997744 h 1264444"/>
                  <a:gd name="connsiteX28" fmla="*/ 564357 w 1533525"/>
                  <a:gd name="connsiteY28" fmla="*/ 1071563 h 1264444"/>
                  <a:gd name="connsiteX29" fmla="*/ 614363 w 1533525"/>
                  <a:gd name="connsiteY29" fmla="*/ 1078707 h 1264444"/>
                  <a:gd name="connsiteX30" fmla="*/ 590550 w 1533525"/>
                  <a:gd name="connsiteY30" fmla="*/ 1154907 h 1264444"/>
                  <a:gd name="connsiteX31" fmla="*/ 561975 w 1533525"/>
                  <a:gd name="connsiteY31" fmla="*/ 1164432 h 1264444"/>
                  <a:gd name="connsiteX32" fmla="*/ 552450 w 1533525"/>
                  <a:gd name="connsiteY32" fmla="*/ 1185863 h 1264444"/>
                  <a:gd name="connsiteX33" fmla="*/ 602457 w 1533525"/>
                  <a:gd name="connsiteY33" fmla="*/ 1209675 h 1264444"/>
                  <a:gd name="connsiteX34" fmla="*/ 611982 w 1533525"/>
                  <a:gd name="connsiteY34" fmla="*/ 1216819 h 1264444"/>
                  <a:gd name="connsiteX35" fmla="*/ 645319 w 1533525"/>
                  <a:gd name="connsiteY35" fmla="*/ 1200150 h 1264444"/>
                  <a:gd name="connsiteX36" fmla="*/ 669132 w 1533525"/>
                  <a:gd name="connsiteY36" fmla="*/ 1231107 h 1264444"/>
                  <a:gd name="connsiteX37" fmla="*/ 709613 w 1533525"/>
                  <a:gd name="connsiteY37" fmla="*/ 1176338 h 1264444"/>
                  <a:gd name="connsiteX38" fmla="*/ 731044 w 1533525"/>
                  <a:gd name="connsiteY38" fmla="*/ 1185863 h 1264444"/>
                  <a:gd name="connsiteX39" fmla="*/ 766763 w 1533525"/>
                  <a:gd name="connsiteY39" fmla="*/ 1176338 h 1264444"/>
                  <a:gd name="connsiteX40" fmla="*/ 809625 w 1533525"/>
                  <a:gd name="connsiteY40" fmla="*/ 1193007 h 1264444"/>
                  <a:gd name="connsiteX41" fmla="*/ 854869 w 1533525"/>
                  <a:gd name="connsiteY41" fmla="*/ 1173957 h 1264444"/>
                  <a:gd name="connsiteX42" fmla="*/ 909638 w 1533525"/>
                  <a:gd name="connsiteY42" fmla="*/ 1183482 h 1264444"/>
                  <a:gd name="connsiteX43" fmla="*/ 954882 w 1533525"/>
                  <a:gd name="connsiteY43" fmla="*/ 1176338 h 1264444"/>
                  <a:gd name="connsiteX44" fmla="*/ 969169 w 1533525"/>
                  <a:gd name="connsiteY44" fmla="*/ 1119188 h 1264444"/>
                  <a:gd name="connsiteX45" fmla="*/ 990600 w 1533525"/>
                  <a:gd name="connsiteY45" fmla="*/ 1131094 h 1264444"/>
                  <a:gd name="connsiteX46" fmla="*/ 990600 w 1533525"/>
                  <a:gd name="connsiteY46" fmla="*/ 1173957 h 1264444"/>
                  <a:gd name="connsiteX47" fmla="*/ 1023938 w 1533525"/>
                  <a:gd name="connsiteY47" fmla="*/ 1197769 h 1264444"/>
                  <a:gd name="connsiteX48" fmla="*/ 1038225 w 1533525"/>
                  <a:gd name="connsiteY48" fmla="*/ 1223963 h 1264444"/>
                  <a:gd name="connsiteX49" fmla="*/ 1085850 w 1533525"/>
                  <a:gd name="connsiteY49" fmla="*/ 1264444 h 1264444"/>
                  <a:gd name="connsiteX50" fmla="*/ 1138238 w 1533525"/>
                  <a:gd name="connsiteY50" fmla="*/ 1264444 h 1264444"/>
                  <a:gd name="connsiteX51" fmla="*/ 1166813 w 1533525"/>
                  <a:gd name="connsiteY51" fmla="*/ 1221582 h 1264444"/>
                  <a:gd name="connsiteX52" fmla="*/ 1138238 w 1533525"/>
                  <a:gd name="connsiteY52" fmla="*/ 1190625 h 1264444"/>
                  <a:gd name="connsiteX53" fmla="*/ 1126332 w 1533525"/>
                  <a:gd name="connsiteY53" fmla="*/ 1100138 h 1264444"/>
                  <a:gd name="connsiteX54" fmla="*/ 1209675 w 1533525"/>
                  <a:gd name="connsiteY54" fmla="*/ 1040607 h 1264444"/>
                  <a:gd name="connsiteX55" fmla="*/ 1178719 w 1533525"/>
                  <a:gd name="connsiteY55" fmla="*/ 983457 h 1264444"/>
                  <a:gd name="connsiteX56" fmla="*/ 1421607 w 1533525"/>
                  <a:gd name="connsiteY56" fmla="*/ 1059657 h 1264444"/>
                  <a:gd name="connsiteX57" fmla="*/ 1443038 w 1533525"/>
                  <a:gd name="connsiteY57" fmla="*/ 954882 h 1264444"/>
                  <a:gd name="connsiteX58" fmla="*/ 1393032 w 1533525"/>
                  <a:gd name="connsiteY58" fmla="*/ 938213 h 1264444"/>
                  <a:gd name="connsiteX59" fmla="*/ 1459707 w 1533525"/>
                  <a:gd name="connsiteY59" fmla="*/ 864394 h 1264444"/>
                  <a:gd name="connsiteX60" fmla="*/ 1500188 w 1533525"/>
                  <a:gd name="connsiteY60" fmla="*/ 866775 h 1264444"/>
                  <a:gd name="connsiteX61" fmla="*/ 1512094 w 1533525"/>
                  <a:gd name="connsiteY61" fmla="*/ 852488 h 1264444"/>
                  <a:gd name="connsiteX62" fmla="*/ 1459707 w 1533525"/>
                  <a:gd name="connsiteY62" fmla="*/ 745332 h 1264444"/>
                  <a:gd name="connsiteX63" fmla="*/ 1512094 w 1533525"/>
                  <a:gd name="connsiteY63" fmla="*/ 683419 h 1264444"/>
                  <a:gd name="connsiteX64" fmla="*/ 1488282 w 1533525"/>
                  <a:gd name="connsiteY64" fmla="*/ 650082 h 1264444"/>
                  <a:gd name="connsiteX65" fmla="*/ 1533525 w 1533525"/>
                  <a:gd name="connsiteY65" fmla="*/ 564357 h 1264444"/>
                  <a:gd name="connsiteX66" fmla="*/ 1438275 w 1533525"/>
                  <a:gd name="connsiteY66" fmla="*/ 533400 h 1264444"/>
                  <a:gd name="connsiteX67" fmla="*/ 1488282 w 1533525"/>
                  <a:gd name="connsiteY67" fmla="*/ 400050 h 1264444"/>
                  <a:gd name="connsiteX68" fmla="*/ 1402557 w 1533525"/>
                  <a:gd name="connsiteY68" fmla="*/ 400050 h 1264444"/>
                  <a:gd name="connsiteX69" fmla="*/ 1397794 w 1533525"/>
                  <a:gd name="connsiteY69" fmla="*/ 326232 h 1264444"/>
                  <a:gd name="connsiteX70" fmla="*/ 1435894 w 1533525"/>
                  <a:gd name="connsiteY70" fmla="*/ 280988 h 1264444"/>
                  <a:gd name="connsiteX71" fmla="*/ 1335882 w 1533525"/>
                  <a:gd name="connsiteY71" fmla="*/ 130969 h 1264444"/>
                  <a:gd name="connsiteX72" fmla="*/ 1295400 w 1533525"/>
                  <a:gd name="connsiteY72" fmla="*/ 90488 h 1264444"/>
                  <a:gd name="connsiteX73" fmla="*/ 1045369 w 1533525"/>
                  <a:gd name="connsiteY73" fmla="*/ 97632 h 1264444"/>
                  <a:gd name="connsiteX74" fmla="*/ 1040607 w 1533525"/>
                  <a:gd name="connsiteY74" fmla="*/ 57150 h 1264444"/>
                  <a:gd name="connsiteX75" fmla="*/ 990600 w 1533525"/>
                  <a:gd name="connsiteY75" fmla="*/ 64294 h 1264444"/>
                  <a:gd name="connsiteX76" fmla="*/ 923925 w 1533525"/>
                  <a:gd name="connsiteY76" fmla="*/ 0 h 1264444"/>
                  <a:gd name="connsiteX77" fmla="*/ 695325 w 1533525"/>
                  <a:gd name="connsiteY77" fmla="*/ 9525 h 1264444"/>
                  <a:gd name="connsiteX78" fmla="*/ 623888 w 1533525"/>
                  <a:gd name="connsiteY78" fmla="*/ 109538 h 1264444"/>
                  <a:gd name="connsiteX79" fmla="*/ 550069 w 1533525"/>
                  <a:gd name="connsiteY79" fmla="*/ 69057 h 1264444"/>
                  <a:gd name="connsiteX80" fmla="*/ 383382 w 1533525"/>
                  <a:gd name="connsiteY80" fmla="*/ 119063 h 1264444"/>
                  <a:gd name="connsiteX81" fmla="*/ 504825 w 1533525"/>
                  <a:gd name="connsiteY81" fmla="*/ 383382 h 1264444"/>
                  <a:gd name="connsiteX0" fmla="*/ 404812 w 1533525"/>
                  <a:gd name="connsiteY0" fmla="*/ 271464 h 1264444"/>
                  <a:gd name="connsiteX1" fmla="*/ 347663 w 1533525"/>
                  <a:gd name="connsiteY1" fmla="*/ 292894 h 1264444"/>
                  <a:gd name="connsiteX2" fmla="*/ 288132 w 1533525"/>
                  <a:gd name="connsiteY2" fmla="*/ 347663 h 1264444"/>
                  <a:gd name="connsiteX3" fmla="*/ 209550 w 1533525"/>
                  <a:gd name="connsiteY3" fmla="*/ 326232 h 1264444"/>
                  <a:gd name="connsiteX4" fmla="*/ 173832 w 1533525"/>
                  <a:gd name="connsiteY4" fmla="*/ 392907 h 1264444"/>
                  <a:gd name="connsiteX5" fmla="*/ 130969 w 1533525"/>
                  <a:gd name="connsiteY5" fmla="*/ 400050 h 1264444"/>
                  <a:gd name="connsiteX6" fmla="*/ 85725 w 1533525"/>
                  <a:gd name="connsiteY6" fmla="*/ 438150 h 1264444"/>
                  <a:gd name="connsiteX7" fmla="*/ 90488 w 1533525"/>
                  <a:gd name="connsiteY7" fmla="*/ 526257 h 1264444"/>
                  <a:gd name="connsiteX8" fmla="*/ 33338 w 1533525"/>
                  <a:gd name="connsiteY8" fmla="*/ 526257 h 1264444"/>
                  <a:gd name="connsiteX9" fmla="*/ 28575 w 1533525"/>
                  <a:gd name="connsiteY9" fmla="*/ 569119 h 1264444"/>
                  <a:gd name="connsiteX10" fmla="*/ 0 w 1533525"/>
                  <a:gd name="connsiteY10" fmla="*/ 583407 h 1264444"/>
                  <a:gd name="connsiteX11" fmla="*/ 38100 w 1533525"/>
                  <a:gd name="connsiteY11" fmla="*/ 671513 h 1264444"/>
                  <a:gd name="connsiteX12" fmla="*/ 21432 w 1533525"/>
                  <a:gd name="connsiteY12" fmla="*/ 685800 h 1264444"/>
                  <a:gd name="connsiteX13" fmla="*/ 71438 w 1533525"/>
                  <a:gd name="connsiteY13" fmla="*/ 666750 h 1264444"/>
                  <a:gd name="connsiteX14" fmla="*/ 171450 w 1533525"/>
                  <a:gd name="connsiteY14" fmla="*/ 723900 h 1264444"/>
                  <a:gd name="connsiteX15" fmla="*/ 128588 w 1533525"/>
                  <a:gd name="connsiteY15" fmla="*/ 747713 h 1264444"/>
                  <a:gd name="connsiteX16" fmla="*/ 95250 w 1533525"/>
                  <a:gd name="connsiteY16" fmla="*/ 785813 h 1264444"/>
                  <a:gd name="connsiteX17" fmla="*/ 100013 w 1533525"/>
                  <a:gd name="connsiteY17" fmla="*/ 802482 h 1264444"/>
                  <a:gd name="connsiteX18" fmla="*/ 54769 w 1533525"/>
                  <a:gd name="connsiteY18" fmla="*/ 888207 h 1264444"/>
                  <a:gd name="connsiteX19" fmla="*/ 111919 w 1533525"/>
                  <a:gd name="connsiteY19" fmla="*/ 928688 h 1264444"/>
                  <a:gd name="connsiteX20" fmla="*/ 157163 w 1533525"/>
                  <a:gd name="connsiteY20" fmla="*/ 912019 h 1264444"/>
                  <a:gd name="connsiteX21" fmla="*/ 238125 w 1533525"/>
                  <a:gd name="connsiteY21" fmla="*/ 976313 h 1264444"/>
                  <a:gd name="connsiteX22" fmla="*/ 314325 w 1533525"/>
                  <a:gd name="connsiteY22" fmla="*/ 995363 h 1264444"/>
                  <a:gd name="connsiteX23" fmla="*/ 323850 w 1533525"/>
                  <a:gd name="connsiteY23" fmla="*/ 885825 h 1264444"/>
                  <a:gd name="connsiteX24" fmla="*/ 402432 w 1533525"/>
                  <a:gd name="connsiteY24" fmla="*/ 923925 h 1264444"/>
                  <a:gd name="connsiteX25" fmla="*/ 466725 w 1533525"/>
                  <a:gd name="connsiteY25" fmla="*/ 928688 h 1264444"/>
                  <a:gd name="connsiteX26" fmla="*/ 471488 w 1533525"/>
                  <a:gd name="connsiteY26" fmla="*/ 995363 h 1264444"/>
                  <a:gd name="connsiteX27" fmla="*/ 557213 w 1533525"/>
                  <a:gd name="connsiteY27" fmla="*/ 997744 h 1264444"/>
                  <a:gd name="connsiteX28" fmla="*/ 564357 w 1533525"/>
                  <a:gd name="connsiteY28" fmla="*/ 1071563 h 1264444"/>
                  <a:gd name="connsiteX29" fmla="*/ 614363 w 1533525"/>
                  <a:gd name="connsiteY29" fmla="*/ 1078707 h 1264444"/>
                  <a:gd name="connsiteX30" fmla="*/ 590550 w 1533525"/>
                  <a:gd name="connsiteY30" fmla="*/ 1154907 h 1264444"/>
                  <a:gd name="connsiteX31" fmla="*/ 561975 w 1533525"/>
                  <a:gd name="connsiteY31" fmla="*/ 1164432 h 1264444"/>
                  <a:gd name="connsiteX32" fmla="*/ 552450 w 1533525"/>
                  <a:gd name="connsiteY32" fmla="*/ 1185863 h 1264444"/>
                  <a:gd name="connsiteX33" fmla="*/ 602457 w 1533525"/>
                  <a:gd name="connsiteY33" fmla="*/ 1209675 h 1264444"/>
                  <a:gd name="connsiteX34" fmla="*/ 611982 w 1533525"/>
                  <a:gd name="connsiteY34" fmla="*/ 1216819 h 1264444"/>
                  <a:gd name="connsiteX35" fmla="*/ 645319 w 1533525"/>
                  <a:gd name="connsiteY35" fmla="*/ 1200150 h 1264444"/>
                  <a:gd name="connsiteX36" fmla="*/ 669132 w 1533525"/>
                  <a:gd name="connsiteY36" fmla="*/ 1231107 h 1264444"/>
                  <a:gd name="connsiteX37" fmla="*/ 709613 w 1533525"/>
                  <a:gd name="connsiteY37" fmla="*/ 1176338 h 1264444"/>
                  <a:gd name="connsiteX38" fmla="*/ 731044 w 1533525"/>
                  <a:gd name="connsiteY38" fmla="*/ 1185863 h 1264444"/>
                  <a:gd name="connsiteX39" fmla="*/ 766763 w 1533525"/>
                  <a:gd name="connsiteY39" fmla="*/ 1176338 h 1264444"/>
                  <a:gd name="connsiteX40" fmla="*/ 809625 w 1533525"/>
                  <a:gd name="connsiteY40" fmla="*/ 1193007 h 1264444"/>
                  <a:gd name="connsiteX41" fmla="*/ 854869 w 1533525"/>
                  <a:gd name="connsiteY41" fmla="*/ 1173957 h 1264444"/>
                  <a:gd name="connsiteX42" fmla="*/ 909638 w 1533525"/>
                  <a:gd name="connsiteY42" fmla="*/ 1183482 h 1264444"/>
                  <a:gd name="connsiteX43" fmla="*/ 954882 w 1533525"/>
                  <a:gd name="connsiteY43" fmla="*/ 1176338 h 1264444"/>
                  <a:gd name="connsiteX44" fmla="*/ 969169 w 1533525"/>
                  <a:gd name="connsiteY44" fmla="*/ 1119188 h 1264444"/>
                  <a:gd name="connsiteX45" fmla="*/ 990600 w 1533525"/>
                  <a:gd name="connsiteY45" fmla="*/ 1131094 h 1264444"/>
                  <a:gd name="connsiteX46" fmla="*/ 990600 w 1533525"/>
                  <a:gd name="connsiteY46" fmla="*/ 1173957 h 1264444"/>
                  <a:gd name="connsiteX47" fmla="*/ 1023938 w 1533525"/>
                  <a:gd name="connsiteY47" fmla="*/ 1197769 h 1264444"/>
                  <a:gd name="connsiteX48" fmla="*/ 1038225 w 1533525"/>
                  <a:gd name="connsiteY48" fmla="*/ 1223963 h 1264444"/>
                  <a:gd name="connsiteX49" fmla="*/ 1085850 w 1533525"/>
                  <a:gd name="connsiteY49" fmla="*/ 1264444 h 1264444"/>
                  <a:gd name="connsiteX50" fmla="*/ 1138238 w 1533525"/>
                  <a:gd name="connsiteY50" fmla="*/ 1264444 h 1264444"/>
                  <a:gd name="connsiteX51" fmla="*/ 1166813 w 1533525"/>
                  <a:gd name="connsiteY51" fmla="*/ 1221582 h 1264444"/>
                  <a:gd name="connsiteX52" fmla="*/ 1138238 w 1533525"/>
                  <a:gd name="connsiteY52" fmla="*/ 1190625 h 1264444"/>
                  <a:gd name="connsiteX53" fmla="*/ 1126332 w 1533525"/>
                  <a:gd name="connsiteY53" fmla="*/ 1100138 h 1264444"/>
                  <a:gd name="connsiteX54" fmla="*/ 1209675 w 1533525"/>
                  <a:gd name="connsiteY54" fmla="*/ 1040607 h 1264444"/>
                  <a:gd name="connsiteX55" fmla="*/ 1178719 w 1533525"/>
                  <a:gd name="connsiteY55" fmla="*/ 983457 h 1264444"/>
                  <a:gd name="connsiteX56" fmla="*/ 1421607 w 1533525"/>
                  <a:gd name="connsiteY56" fmla="*/ 1059657 h 1264444"/>
                  <a:gd name="connsiteX57" fmla="*/ 1443038 w 1533525"/>
                  <a:gd name="connsiteY57" fmla="*/ 954882 h 1264444"/>
                  <a:gd name="connsiteX58" fmla="*/ 1393032 w 1533525"/>
                  <a:gd name="connsiteY58" fmla="*/ 938213 h 1264444"/>
                  <a:gd name="connsiteX59" fmla="*/ 1459707 w 1533525"/>
                  <a:gd name="connsiteY59" fmla="*/ 864394 h 1264444"/>
                  <a:gd name="connsiteX60" fmla="*/ 1500188 w 1533525"/>
                  <a:gd name="connsiteY60" fmla="*/ 866775 h 1264444"/>
                  <a:gd name="connsiteX61" fmla="*/ 1512094 w 1533525"/>
                  <a:gd name="connsiteY61" fmla="*/ 852488 h 1264444"/>
                  <a:gd name="connsiteX62" fmla="*/ 1459707 w 1533525"/>
                  <a:gd name="connsiteY62" fmla="*/ 745332 h 1264444"/>
                  <a:gd name="connsiteX63" fmla="*/ 1512094 w 1533525"/>
                  <a:gd name="connsiteY63" fmla="*/ 683419 h 1264444"/>
                  <a:gd name="connsiteX64" fmla="*/ 1488282 w 1533525"/>
                  <a:gd name="connsiteY64" fmla="*/ 650082 h 1264444"/>
                  <a:gd name="connsiteX65" fmla="*/ 1533525 w 1533525"/>
                  <a:gd name="connsiteY65" fmla="*/ 564357 h 1264444"/>
                  <a:gd name="connsiteX66" fmla="*/ 1438275 w 1533525"/>
                  <a:gd name="connsiteY66" fmla="*/ 533400 h 1264444"/>
                  <a:gd name="connsiteX67" fmla="*/ 1488282 w 1533525"/>
                  <a:gd name="connsiteY67" fmla="*/ 400050 h 1264444"/>
                  <a:gd name="connsiteX68" fmla="*/ 1402557 w 1533525"/>
                  <a:gd name="connsiteY68" fmla="*/ 400050 h 1264444"/>
                  <a:gd name="connsiteX69" fmla="*/ 1397794 w 1533525"/>
                  <a:gd name="connsiteY69" fmla="*/ 326232 h 1264444"/>
                  <a:gd name="connsiteX70" fmla="*/ 1435894 w 1533525"/>
                  <a:gd name="connsiteY70" fmla="*/ 280988 h 1264444"/>
                  <a:gd name="connsiteX71" fmla="*/ 1335882 w 1533525"/>
                  <a:gd name="connsiteY71" fmla="*/ 130969 h 1264444"/>
                  <a:gd name="connsiteX72" fmla="*/ 1295400 w 1533525"/>
                  <a:gd name="connsiteY72" fmla="*/ 90488 h 1264444"/>
                  <a:gd name="connsiteX73" fmla="*/ 1045369 w 1533525"/>
                  <a:gd name="connsiteY73" fmla="*/ 97632 h 1264444"/>
                  <a:gd name="connsiteX74" fmla="*/ 1040607 w 1533525"/>
                  <a:gd name="connsiteY74" fmla="*/ 57150 h 1264444"/>
                  <a:gd name="connsiteX75" fmla="*/ 990600 w 1533525"/>
                  <a:gd name="connsiteY75" fmla="*/ 64294 h 1264444"/>
                  <a:gd name="connsiteX76" fmla="*/ 923925 w 1533525"/>
                  <a:gd name="connsiteY76" fmla="*/ 0 h 1264444"/>
                  <a:gd name="connsiteX77" fmla="*/ 695325 w 1533525"/>
                  <a:gd name="connsiteY77" fmla="*/ 9525 h 1264444"/>
                  <a:gd name="connsiteX78" fmla="*/ 623888 w 1533525"/>
                  <a:gd name="connsiteY78" fmla="*/ 109538 h 1264444"/>
                  <a:gd name="connsiteX79" fmla="*/ 550069 w 1533525"/>
                  <a:gd name="connsiteY79" fmla="*/ 69057 h 1264444"/>
                  <a:gd name="connsiteX80" fmla="*/ 383382 w 1533525"/>
                  <a:gd name="connsiteY80" fmla="*/ 119063 h 1264444"/>
                  <a:gd name="connsiteX81" fmla="*/ 404812 w 1533525"/>
                  <a:gd name="connsiteY81" fmla="*/ 271464 h 126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1533525" h="1264444">
                    <a:moveTo>
                      <a:pt x="404812" y="271464"/>
                    </a:moveTo>
                    <a:lnTo>
                      <a:pt x="347663" y="292894"/>
                    </a:lnTo>
                    <a:lnTo>
                      <a:pt x="288132" y="347663"/>
                    </a:lnTo>
                    <a:lnTo>
                      <a:pt x="209550" y="326232"/>
                    </a:lnTo>
                    <a:lnTo>
                      <a:pt x="173832" y="392907"/>
                    </a:lnTo>
                    <a:lnTo>
                      <a:pt x="130969" y="400050"/>
                    </a:lnTo>
                    <a:lnTo>
                      <a:pt x="85725" y="438150"/>
                    </a:lnTo>
                    <a:lnTo>
                      <a:pt x="90488" y="526257"/>
                    </a:lnTo>
                    <a:lnTo>
                      <a:pt x="33338" y="526257"/>
                    </a:lnTo>
                    <a:lnTo>
                      <a:pt x="28575" y="569119"/>
                    </a:lnTo>
                    <a:lnTo>
                      <a:pt x="0" y="583407"/>
                    </a:lnTo>
                    <a:lnTo>
                      <a:pt x="38100" y="671513"/>
                    </a:lnTo>
                    <a:lnTo>
                      <a:pt x="21432" y="685800"/>
                    </a:lnTo>
                    <a:lnTo>
                      <a:pt x="71438" y="666750"/>
                    </a:lnTo>
                    <a:lnTo>
                      <a:pt x="171450" y="723900"/>
                    </a:lnTo>
                    <a:lnTo>
                      <a:pt x="128588" y="747713"/>
                    </a:lnTo>
                    <a:lnTo>
                      <a:pt x="95250" y="785813"/>
                    </a:lnTo>
                    <a:lnTo>
                      <a:pt x="100013" y="802482"/>
                    </a:lnTo>
                    <a:lnTo>
                      <a:pt x="54769" y="888207"/>
                    </a:lnTo>
                    <a:lnTo>
                      <a:pt x="111919" y="928688"/>
                    </a:lnTo>
                    <a:lnTo>
                      <a:pt x="157163" y="912019"/>
                    </a:lnTo>
                    <a:lnTo>
                      <a:pt x="238125" y="976313"/>
                    </a:lnTo>
                    <a:lnTo>
                      <a:pt x="314325" y="995363"/>
                    </a:lnTo>
                    <a:lnTo>
                      <a:pt x="323850" y="885825"/>
                    </a:lnTo>
                    <a:lnTo>
                      <a:pt x="402432" y="923925"/>
                    </a:lnTo>
                    <a:lnTo>
                      <a:pt x="466725" y="928688"/>
                    </a:lnTo>
                    <a:lnTo>
                      <a:pt x="471488" y="995363"/>
                    </a:lnTo>
                    <a:lnTo>
                      <a:pt x="557213" y="997744"/>
                    </a:lnTo>
                    <a:lnTo>
                      <a:pt x="564357" y="1071563"/>
                    </a:lnTo>
                    <a:lnTo>
                      <a:pt x="614363" y="1078707"/>
                    </a:lnTo>
                    <a:lnTo>
                      <a:pt x="590550" y="1154907"/>
                    </a:lnTo>
                    <a:lnTo>
                      <a:pt x="561975" y="1164432"/>
                    </a:lnTo>
                    <a:lnTo>
                      <a:pt x="552450" y="1185863"/>
                    </a:lnTo>
                    <a:lnTo>
                      <a:pt x="602457" y="1209675"/>
                    </a:lnTo>
                    <a:lnTo>
                      <a:pt x="611982" y="1216819"/>
                    </a:lnTo>
                    <a:lnTo>
                      <a:pt x="645319" y="1200150"/>
                    </a:lnTo>
                    <a:lnTo>
                      <a:pt x="669132" y="1231107"/>
                    </a:lnTo>
                    <a:lnTo>
                      <a:pt x="709613" y="1176338"/>
                    </a:lnTo>
                    <a:lnTo>
                      <a:pt x="731044" y="1185863"/>
                    </a:lnTo>
                    <a:lnTo>
                      <a:pt x="766763" y="1176338"/>
                    </a:lnTo>
                    <a:lnTo>
                      <a:pt x="809625" y="1193007"/>
                    </a:lnTo>
                    <a:lnTo>
                      <a:pt x="854869" y="1173957"/>
                    </a:lnTo>
                    <a:lnTo>
                      <a:pt x="909638" y="1183482"/>
                    </a:lnTo>
                    <a:lnTo>
                      <a:pt x="954882" y="1176338"/>
                    </a:lnTo>
                    <a:lnTo>
                      <a:pt x="969169" y="1119188"/>
                    </a:lnTo>
                    <a:lnTo>
                      <a:pt x="990600" y="1131094"/>
                    </a:lnTo>
                    <a:lnTo>
                      <a:pt x="990600" y="1173957"/>
                    </a:lnTo>
                    <a:lnTo>
                      <a:pt x="1023938" y="1197769"/>
                    </a:lnTo>
                    <a:lnTo>
                      <a:pt x="1038225" y="1223963"/>
                    </a:lnTo>
                    <a:lnTo>
                      <a:pt x="1085850" y="1264444"/>
                    </a:lnTo>
                    <a:lnTo>
                      <a:pt x="1138238" y="1264444"/>
                    </a:lnTo>
                    <a:lnTo>
                      <a:pt x="1166813" y="1221582"/>
                    </a:lnTo>
                    <a:lnTo>
                      <a:pt x="1138238" y="1190625"/>
                    </a:lnTo>
                    <a:lnTo>
                      <a:pt x="1126332" y="1100138"/>
                    </a:lnTo>
                    <a:lnTo>
                      <a:pt x="1209675" y="1040607"/>
                    </a:lnTo>
                    <a:lnTo>
                      <a:pt x="1178719" y="983457"/>
                    </a:lnTo>
                    <a:lnTo>
                      <a:pt x="1421607" y="1059657"/>
                    </a:lnTo>
                    <a:lnTo>
                      <a:pt x="1443038" y="954882"/>
                    </a:lnTo>
                    <a:lnTo>
                      <a:pt x="1393032" y="938213"/>
                    </a:lnTo>
                    <a:lnTo>
                      <a:pt x="1459707" y="864394"/>
                    </a:lnTo>
                    <a:lnTo>
                      <a:pt x="1500188" y="866775"/>
                    </a:lnTo>
                    <a:lnTo>
                      <a:pt x="1512094" y="852488"/>
                    </a:lnTo>
                    <a:lnTo>
                      <a:pt x="1459707" y="745332"/>
                    </a:lnTo>
                    <a:lnTo>
                      <a:pt x="1512094" y="683419"/>
                    </a:lnTo>
                    <a:lnTo>
                      <a:pt x="1488282" y="650082"/>
                    </a:lnTo>
                    <a:lnTo>
                      <a:pt x="1533525" y="564357"/>
                    </a:lnTo>
                    <a:lnTo>
                      <a:pt x="1438275" y="533400"/>
                    </a:lnTo>
                    <a:lnTo>
                      <a:pt x="1488282" y="400050"/>
                    </a:lnTo>
                    <a:lnTo>
                      <a:pt x="1402557" y="400050"/>
                    </a:lnTo>
                    <a:lnTo>
                      <a:pt x="1397794" y="326232"/>
                    </a:lnTo>
                    <a:lnTo>
                      <a:pt x="1435894" y="280988"/>
                    </a:lnTo>
                    <a:lnTo>
                      <a:pt x="1335882" y="130969"/>
                    </a:lnTo>
                    <a:lnTo>
                      <a:pt x="1295400" y="90488"/>
                    </a:lnTo>
                    <a:lnTo>
                      <a:pt x="1045369" y="97632"/>
                    </a:lnTo>
                    <a:lnTo>
                      <a:pt x="1040607" y="57150"/>
                    </a:lnTo>
                    <a:lnTo>
                      <a:pt x="990600" y="64294"/>
                    </a:lnTo>
                    <a:lnTo>
                      <a:pt x="923925" y="0"/>
                    </a:lnTo>
                    <a:lnTo>
                      <a:pt x="695325" y="9525"/>
                    </a:lnTo>
                    <a:lnTo>
                      <a:pt x="623888" y="109538"/>
                    </a:lnTo>
                    <a:lnTo>
                      <a:pt x="550069" y="69057"/>
                    </a:lnTo>
                    <a:lnTo>
                      <a:pt x="383382" y="119063"/>
                    </a:lnTo>
                    <a:lnTo>
                      <a:pt x="404812" y="271464"/>
                    </a:lnTo>
                    <a:close/>
                  </a:path>
                </a:pathLst>
              </a:custGeom>
              <a:gradFill>
                <a:gsLst>
                  <a:gs pos="0">
                    <a:srgbClr val="41EC8E"/>
                  </a:gs>
                  <a:gs pos="100000">
                    <a:srgbClr val="3AF8CF"/>
                  </a:gs>
                </a:gsLst>
                <a:lin ang="10800000" scaled="1"/>
              </a:gradFill>
              <a:ln w="22225" cap="rnd" cmpd="dbl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itchFamily="-97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7ABF177F-DE47-4648-AB8C-C20B6D61834A}"/>
                  </a:ext>
                </a:extLst>
              </p:cNvPr>
              <p:cNvSpPr txBox="1"/>
              <p:nvPr/>
            </p:nvSpPr>
            <p:spPr>
              <a:xfrm>
                <a:off x="10557507" y="3978645"/>
                <a:ext cx="1603728" cy="360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WHITEFIELD &amp; BROOKEFIELD</a:t>
                </a:r>
                <a:endParaRPr kumimoji="0" lang="en-IN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29777A31-A77A-4DBC-8285-919360CF27FA}"/>
                  </a:ext>
                </a:extLst>
              </p:cNvPr>
              <p:cNvSpPr txBox="1"/>
              <p:nvPr/>
            </p:nvSpPr>
            <p:spPr>
              <a:xfrm>
                <a:off x="8709422" y="3062326"/>
                <a:ext cx="909436" cy="247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SBD CITY</a:t>
                </a:r>
                <a:endParaRPr kumimoji="0" lang="en-IN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0196D48B-30E8-4C54-97DC-F2F26093C094}"/>
                  </a:ext>
                </a:extLst>
              </p:cNvPr>
              <p:cNvSpPr txBox="1"/>
              <p:nvPr/>
            </p:nvSpPr>
            <p:spPr>
              <a:xfrm>
                <a:off x="8296268" y="2489444"/>
                <a:ext cx="1507908" cy="247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NORTH BENGALURU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B66A3844-2D70-4A9E-ABCE-EA7915E5A88B}"/>
                  </a:ext>
                </a:extLst>
              </p:cNvPr>
              <p:cNvSpPr txBox="1"/>
              <p:nvPr/>
            </p:nvSpPr>
            <p:spPr>
              <a:xfrm>
                <a:off x="7531558" y="4782777"/>
                <a:ext cx="1266657" cy="247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PBD WEST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DD596675-9EA7-47B6-B1E3-F67DE37AC37D}"/>
                  </a:ext>
                </a:extLst>
              </p:cNvPr>
              <p:cNvSpPr txBox="1"/>
              <p:nvPr/>
            </p:nvSpPr>
            <p:spPr>
              <a:xfrm>
                <a:off x="9117874" y="5121742"/>
                <a:ext cx="1522803" cy="247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SOUTH BENGALURU</a:t>
                </a:r>
                <a:endParaRPr kumimoji="0" lang="en-IN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1" name="Freeform: Shape 378">
                <a:extLst>
                  <a:ext uri="{FF2B5EF4-FFF2-40B4-BE49-F238E27FC236}">
                    <a16:creationId xmlns:a16="http://schemas.microsoft.com/office/drawing/2014/main" xmlns="" id="{0908DD08-108E-4B1D-9E34-4C215EF25B56}"/>
                  </a:ext>
                </a:extLst>
              </p:cNvPr>
              <p:cNvSpPr/>
              <p:nvPr/>
            </p:nvSpPr>
            <p:spPr>
              <a:xfrm>
                <a:off x="9237971" y="2924305"/>
                <a:ext cx="1353623" cy="1894568"/>
              </a:xfrm>
              <a:custGeom>
                <a:avLst/>
                <a:gdLst>
                  <a:gd name="connsiteX0" fmla="*/ 0 w 1466850"/>
                  <a:gd name="connsiteY0" fmla="*/ 19050 h 1955800"/>
                  <a:gd name="connsiteX1" fmla="*/ 95250 w 1466850"/>
                  <a:gd name="connsiteY1" fmla="*/ 31750 h 1955800"/>
                  <a:gd name="connsiteX2" fmla="*/ 127000 w 1466850"/>
                  <a:gd name="connsiteY2" fmla="*/ 0 h 1955800"/>
                  <a:gd name="connsiteX3" fmla="*/ 273050 w 1466850"/>
                  <a:gd name="connsiteY3" fmla="*/ 19050 h 1955800"/>
                  <a:gd name="connsiteX4" fmla="*/ 393700 w 1466850"/>
                  <a:gd name="connsiteY4" fmla="*/ 25400 h 1955800"/>
                  <a:gd name="connsiteX5" fmla="*/ 508000 w 1466850"/>
                  <a:gd name="connsiteY5" fmla="*/ 50800 h 1955800"/>
                  <a:gd name="connsiteX6" fmla="*/ 565150 w 1466850"/>
                  <a:gd name="connsiteY6" fmla="*/ 215900 h 1955800"/>
                  <a:gd name="connsiteX7" fmla="*/ 952500 w 1466850"/>
                  <a:gd name="connsiteY7" fmla="*/ 425450 h 1955800"/>
                  <a:gd name="connsiteX8" fmla="*/ 1003300 w 1466850"/>
                  <a:gd name="connsiteY8" fmla="*/ 762000 h 1955800"/>
                  <a:gd name="connsiteX9" fmla="*/ 1200150 w 1466850"/>
                  <a:gd name="connsiteY9" fmla="*/ 673100 h 1955800"/>
                  <a:gd name="connsiteX10" fmla="*/ 1270000 w 1466850"/>
                  <a:gd name="connsiteY10" fmla="*/ 685800 h 1955800"/>
                  <a:gd name="connsiteX11" fmla="*/ 1447800 w 1466850"/>
                  <a:gd name="connsiteY11" fmla="*/ 1162050 h 1955800"/>
                  <a:gd name="connsiteX12" fmla="*/ 1466850 w 1466850"/>
                  <a:gd name="connsiteY12" fmla="*/ 1365250 h 1955800"/>
                  <a:gd name="connsiteX13" fmla="*/ 1428750 w 1466850"/>
                  <a:gd name="connsiteY13" fmla="*/ 1549400 h 1955800"/>
                  <a:gd name="connsiteX14" fmla="*/ 1371600 w 1466850"/>
                  <a:gd name="connsiteY14" fmla="*/ 1638300 h 1955800"/>
                  <a:gd name="connsiteX15" fmla="*/ 1257300 w 1466850"/>
                  <a:gd name="connsiteY15" fmla="*/ 1746250 h 1955800"/>
                  <a:gd name="connsiteX16" fmla="*/ 1193800 w 1466850"/>
                  <a:gd name="connsiteY16" fmla="*/ 1828800 h 1955800"/>
                  <a:gd name="connsiteX17" fmla="*/ 1079500 w 1466850"/>
                  <a:gd name="connsiteY17" fmla="*/ 1866900 h 1955800"/>
                  <a:gd name="connsiteX18" fmla="*/ 984250 w 1466850"/>
                  <a:gd name="connsiteY18" fmla="*/ 1885950 h 1955800"/>
                  <a:gd name="connsiteX19" fmla="*/ 762000 w 1466850"/>
                  <a:gd name="connsiteY19" fmla="*/ 1822450 h 1955800"/>
                  <a:gd name="connsiteX20" fmla="*/ 641350 w 1466850"/>
                  <a:gd name="connsiteY20" fmla="*/ 1936750 h 1955800"/>
                  <a:gd name="connsiteX21" fmla="*/ 400050 w 1466850"/>
                  <a:gd name="connsiteY21" fmla="*/ 1955800 h 195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66850" h="1955800">
                    <a:moveTo>
                      <a:pt x="0" y="19050"/>
                    </a:moveTo>
                    <a:lnTo>
                      <a:pt x="95250" y="31750"/>
                    </a:lnTo>
                    <a:lnTo>
                      <a:pt x="127000" y="0"/>
                    </a:lnTo>
                    <a:lnTo>
                      <a:pt x="273050" y="19050"/>
                    </a:lnTo>
                    <a:lnTo>
                      <a:pt x="393700" y="25400"/>
                    </a:lnTo>
                    <a:lnTo>
                      <a:pt x="508000" y="50800"/>
                    </a:lnTo>
                    <a:lnTo>
                      <a:pt x="565150" y="215900"/>
                    </a:lnTo>
                    <a:lnTo>
                      <a:pt x="952500" y="425450"/>
                    </a:lnTo>
                    <a:lnTo>
                      <a:pt x="1003300" y="762000"/>
                    </a:lnTo>
                    <a:lnTo>
                      <a:pt x="1200150" y="673100"/>
                    </a:lnTo>
                    <a:lnTo>
                      <a:pt x="1270000" y="685800"/>
                    </a:lnTo>
                    <a:lnTo>
                      <a:pt x="1447800" y="1162050"/>
                    </a:lnTo>
                    <a:lnTo>
                      <a:pt x="1466850" y="1365250"/>
                    </a:lnTo>
                    <a:lnTo>
                      <a:pt x="1428750" y="1549400"/>
                    </a:lnTo>
                    <a:lnTo>
                      <a:pt x="1371600" y="1638300"/>
                    </a:lnTo>
                    <a:lnTo>
                      <a:pt x="1257300" y="1746250"/>
                    </a:lnTo>
                    <a:lnTo>
                      <a:pt x="1193800" y="1828800"/>
                    </a:lnTo>
                    <a:lnTo>
                      <a:pt x="1079500" y="1866900"/>
                    </a:lnTo>
                    <a:lnTo>
                      <a:pt x="984250" y="1885950"/>
                    </a:lnTo>
                    <a:lnTo>
                      <a:pt x="762000" y="1822450"/>
                    </a:lnTo>
                    <a:lnTo>
                      <a:pt x="641350" y="1936750"/>
                    </a:lnTo>
                    <a:lnTo>
                      <a:pt x="400050" y="1955800"/>
                    </a:lnTo>
                  </a:path>
                </a:pathLst>
              </a:custGeom>
              <a:noFill/>
              <a:ln w="22225" cap="rnd" cmpd="dbl" algn="ctr">
                <a:noFill/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2" name="Freeform: Shape 379">
                <a:extLst>
                  <a:ext uri="{FF2B5EF4-FFF2-40B4-BE49-F238E27FC236}">
                    <a16:creationId xmlns:a16="http://schemas.microsoft.com/office/drawing/2014/main" xmlns="" id="{62A2ED8E-1FA6-46E6-830A-5B5152F3FA59}"/>
                  </a:ext>
                </a:extLst>
              </p:cNvPr>
              <p:cNvSpPr/>
              <p:nvPr/>
            </p:nvSpPr>
            <p:spPr>
              <a:xfrm>
                <a:off x="8944978" y="3908496"/>
                <a:ext cx="275412" cy="202989"/>
              </a:xfrm>
              <a:custGeom>
                <a:avLst/>
                <a:gdLst>
                  <a:gd name="connsiteX0" fmla="*/ 69850 w 298450"/>
                  <a:gd name="connsiteY0" fmla="*/ 0 h 209550"/>
                  <a:gd name="connsiteX1" fmla="*/ 215900 w 298450"/>
                  <a:gd name="connsiteY1" fmla="*/ 38100 h 209550"/>
                  <a:gd name="connsiteX2" fmla="*/ 298450 w 298450"/>
                  <a:gd name="connsiteY2" fmla="*/ 133350 h 209550"/>
                  <a:gd name="connsiteX3" fmla="*/ 234950 w 298450"/>
                  <a:gd name="connsiteY3" fmla="*/ 209550 h 209550"/>
                  <a:gd name="connsiteX4" fmla="*/ 0 w 298450"/>
                  <a:gd name="connsiteY4" fmla="*/ 171450 h 209550"/>
                  <a:gd name="connsiteX5" fmla="*/ 69850 w 298450"/>
                  <a:gd name="connsiteY5" fmla="*/ 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8450" h="209550">
                    <a:moveTo>
                      <a:pt x="69850" y="0"/>
                    </a:moveTo>
                    <a:lnTo>
                      <a:pt x="215900" y="38100"/>
                    </a:lnTo>
                    <a:lnTo>
                      <a:pt x="298450" y="133350"/>
                    </a:lnTo>
                    <a:lnTo>
                      <a:pt x="234950" y="209550"/>
                    </a:lnTo>
                    <a:lnTo>
                      <a:pt x="0" y="171450"/>
                    </a:lnTo>
                    <a:lnTo>
                      <a:pt x="69850" y="0"/>
                    </a:lnTo>
                    <a:close/>
                  </a:path>
                </a:pathLst>
              </a:custGeom>
              <a:noFill/>
              <a:ln w="28575" cap="rnd" cmpd="dbl" algn="ctr">
                <a:solidFill>
                  <a:sysClr val="windowText" lastClr="000000">
                    <a:lumMod val="50000"/>
                    <a:lumOff val="50000"/>
                    <a:alpha val="57000"/>
                  </a:sysClr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3" name="Freeform: Shape 380">
                <a:extLst>
                  <a:ext uri="{FF2B5EF4-FFF2-40B4-BE49-F238E27FC236}">
                    <a16:creationId xmlns:a16="http://schemas.microsoft.com/office/drawing/2014/main" xmlns="" id="{93C05B55-4A3B-4F5F-8CF2-BBD51677477D}"/>
                  </a:ext>
                </a:extLst>
              </p:cNvPr>
              <p:cNvSpPr/>
              <p:nvPr/>
            </p:nvSpPr>
            <p:spPr>
              <a:xfrm>
                <a:off x="9015297" y="705157"/>
                <a:ext cx="785219" cy="3227944"/>
              </a:xfrm>
              <a:custGeom>
                <a:avLst/>
                <a:gdLst>
                  <a:gd name="connsiteX0" fmla="*/ 850900 w 850900"/>
                  <a:gd name="connsiteY0" fmla="*/ 0 h 2959100"/>
                  <a:gd name="connsiteX1" fmla="*/ 546100 w 850900"/>
                  <a:gd name="connsiteY1" fmla="*/ 717550 h 2959100"/>
                  <a:gd name="connsiteX2" fmla="*/ 463550 w 850900"/>
                  <a:gd name="connsiteY2" fmla="*/ 908050 h 2959100"/>
                  <a:gd name="connsiteX3" fmla="*/ 323850 w 850900"/>
                  <a:gd name="connsiteY3" fmla="*/ 1123950 h 2959100"/>
                  <a:gd name="connsiteX4" fmla="*/ 304800 w 850900"/>
                  <a:gd name="connsiteY4" fmla="*/ 1708150 h 2959100"/>
                  <a:gd name="connsiteX5" fmla="*/ 165100 w 850900"/>
                  <a:gd name="connsiteY5" fmla="*/ 2305050 h 2959100"/>
                  <a:gd name="connsiteX6" fmla="*/ 171450 w 850900"/>
                  <a:gd name="connsiteY6" fmla="*/ 2705100 h 2959100"/>
                  <a:gd name="connsiteX7" fmla="*/ 19050 w 850900"/>
                  <a:gd name="connsiteY7" fmla="*/ 2882900 h 2959100"/>
                  <a:gd name="connsiteX8" fmla="*/ 0 w 850900"/>
                  <a:gd name="connsiteY8" fmla="*/ 2959100 h 295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0900" h="2959100">
                    <a:moveTo>
                      <a:pt x="850900" y="0"/>
                    </a:moveTo>
                    <a:lnTo>
                      <a:pt x="546100" y="717550"/>
                    </a:lnTo>
                    <a:lnTo>
                      <a:pt x="463550" y="908050"/>
                    </a:lnTo>
                    <a:lnTo>
                      <a:pt x="323850" y="1123950"/>
                    </a:lnTo>
                    <a:lnTo>
                      <a:pt x="304800" y="1708150"/>
                    </a:lnTo>
                    <a:lnTo>
                      <a:pt x="165100" y="2305050"/>
                    </a:lnTo>
                    <a:lnTo>
                      <a:pt x="171450" y="2705100"/>
                    </a:lnTo>
                    <a:lnTo>
                      <a:pt x="19050" y="2882900"/>
                    </a:lnTo>
                    <a:lnTo>
                      <a:pt x="0" y="2959100"/>
                    </a:lnTo>
                  </a:path>
                </a:pathLst>
              </a:custGeom>
              <a:noFill/>
              <a:ln w="28575" cap="rnd" cmpd="dbl" algn="ctr">
                <a:solidFill>
                  <a:srgbClr val="00B050">
                    <a:alpha val="57000"/>
                  </a:srgbClr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4" name="Freeform: Shape 381">
                <a:extLst>
                  <a:ext uri="{FF2B5EF4-FFF2-40B4-BE49-F238E27FC236}">
                    <a16:creationId xmlns:a16="http://schemas.microsoft.com/office/drawing/2014/main" xmlns="" id="{8A331F6C-CE7C-45EC-9750-14BDE8255134}"/>
                  </a:ext>
                </a:extLst>
              </p:cNvPr>
              <p:cNvSpPr/>
              <p:nvPr/>
            </p:nvSpPr>
            <p:spPr>
              <a:xfrm>
                <a:off x="8944978" y="684180"/>
                <a:ext cx="363310" cy="1477378"/>
              </a:xfrm>
              <a:custGeom>
                <a:avLst/>
                <a:gdLst>
                  <a:gd name="connsiteX0" fmla="*/ 0 w 393700"/>
                  <a:gd name="connsiteY0" fmla="*/ 0 h 1282700"/>
                  <a:gd name="connsiteX1" fmla="*/ 57150 w 393700"/>
                  <a:gd name="connsiteY1" fmla="*/ 819150 h 1282700"/>
                  <a:gd name="connsiteX2" fmla="*/ 393700 w 393700"/>
                  <a:gd name="connsiteY2" fmla="*/ 1282700 h 1282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3700" h="1282700">
                    <a:moveTo>
                      <a:pt x="0" y="0"/>
                    </a:moveTo>
                    <a:lnTo>
                      <a:pt x="57150" y="819150"/>
                    </a:lnTo>
                    <a:lnTo>
                      <a:pt x="393700" y="1282700"/>
                    </a:lnTo>
                  </a:path>
                </a:pathLst>
              </a:custGeom>
              <a:noFill/>
              <a:ln w="28575" cap="rnd" cmpd="dbl" algn="ctr">
                <a:solidFill>
                  <a:srgbClr val="00B050">
                    <a:alpha val="57000"/>
                  </a:srgbClr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5" name="Freeform: Shape 382">
                <a:extLst>
                  <a:ext uri="{FF2B5EF4-FFF2-40B4-BE49-F238E27FC236}">
                    <a16:creationId xmlns:a16="http://schemas.microsoft.com/office/drawing/2014/main" xmlns="" id="{705A3C30-0317-4387-9D2D-D30AE0E3ED3D}"/>
                  </a:ext>
                </a:extLst>
              </p:cNvPr>
              <p:cNvSpPr/>
              <p:nvPr/>
            </p:nvSpPr>
            <p:spPr>
              <a:xfrm>
                <a:off x="9232110" y="2610594"/>
                <a:ext cx="2379095" cy="1494740"/>
              </a:xfrm>
              <a:custGeom>
                <a:avLst/>
                <a:gdLst>
                  <a:gd name="connsiteX0" fmla="*/ 0 w 2578100"/>
                  <a:gd name="connsiteY0" fmla="*/ 1473200 h 1543050"/>
                  <a:gd name="connsiteX1" fmla="*/ 82550 w 2578100"/>
                  <a:gd name="connsiteY1" fmla="*/ 1543050 h 1543050"/>
                  <a:gd name="connsiteX2" fmla="*/ 317500 w 2578100"/>
                  <a:gd name="connsiteY2" fmla="*/ 1397000 h 1543050"/>
                  <a:gd name="connsiteX3" fmla="*/ 419100 w 2578100"/>
                  <a:gd name="connsiteY3" fmla="*/ 1428750 h 1543050"/>
                  <a:gd name="connsiteX4" fmla="*/ 552450 w 2578100"/>
                  <a:gd name="connsiteY4" fmla="*/ 1282700 h 1543050"/>
                  <a:gd name="connsiteX5" fmla="*/ 857250 w 2578100"/>
                  <a:gd name="connsiteY5" fmla="*/ 1155700 h 1543050"/>
                  <a:gd name="connsiteX6" fmla="*/ 1003300 w 2578100"/>
                  <a:gd name="connsiteY6" fmla="*/ 1092200 h 1543050"/>
                  <a:gd name="connsiteX7" fmla="*/ 1625600 w 2578100"/>
                  <a:gd name="connsiteY7" fmla="*/ 704850 h 1543050"/>
                  <a:gd name="connsiteX8" fmla="*/ 2108200 w 2578100"/>
                  <a:gd name="connsiteY8" fmla="*/ 361950 h 1543050"/>
                  <a:gd name="connsiteX9" fmla="*/ 2578100 w 2578100"/>
                  <a:gd name="connsiteY9" fmla="*/ 0 h 1543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78100" h="1543050">
                    <a:moveTo>
                      <a:pt x="0" y="1473200"/>
                    </a:moveTo>
                    <a:lnTo>
                      <a:pt x="82550" y="1543050"/>
                    </a:lnTo>
                    <a:lnTo>
                      <a:pt x="317500" y="1397000"/>
                    </a:lnTo>
                    <a:lnTo>
                      <a:pt x="419100" y="1428750"/>
                    </a:lnTo>
                    <a:lnTo>
                      <a:pt x="552450" y="1282700"/>
                    </a:lnTo>
                    <a:lnTo>
                      <a:pt x="857250" y="1155700"/>
                    </a:lnTo>
                    <a:lnTo>
                      <a:pt x="1003300" y="1092200"/>
                    </a:lnTo>
                    <a:lnTo>
                      <a:pt x="1625600" y="704850"/>
                    </a:lnTo>
                    <a:lnTo>
                      <a:pt x="2108200" y="361950"/>
                    </a:lnTo>
                    <a:lnTo>
                      <a:pt x="2578100" y="0"/>
                    </a:lnTo>
                  </a:path>
                </a:pathLst>
              </a:custGeom>
              <a:noFill/>
              <a:ln w="38100" cap="rnd" cmpd="dbl" algn="ctr">
                <a:solidFill>
                  <a:srgbClr val="00B050">
                    <a:alpha val="57000"/>
                  </a:srgbClr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6" name="Freeform: Shape 383">
                <a:extLst>
                  <a:ext uri="{FF2B5EF4-FFF2-40B4-BE49-F238E27FC236}">
                    <a16:creationId xmlns:a16="http://schemas.microsoft.com/office/drawing/2014/main" xmlns="" id="{7A03E93E-DB09-4FA0-B65D-C5E70FE85F02}"/>
                  </a:ext>
                </a:extLst>
              </p:cNvPr>
              <p:cNvSpPr/>
              <p:nvPr/>
            </p:nvSpPr>
            <p:spPr>
              <a:xfrm>
                <a:off x="10169686" y="4751208"/>
                <a:ext cx="1277444" cy="731992"/>
              </a:xfrm>
              <a:custGeom>
                <a:avLst/>
                <a:gdLst>
                  <a:gd name="connsiteX0" fmla="*/ 0 w 1384300"/>
                  <a:gd name="connsiteY0" fmla="*/ 0 h 755650"/>
                  <a:gd name="connsiteX1" fmla="*/ 558800 w 1384300"/>
                  <a:gd name="connsiteY1" fmla="*/ 292100 h 755650"/>
                  <a:gd name="connsiteX2" fmla="*/ 1136650 w 1384300"/>
                  <a:gd name="connsiteY2" fmla="*/ 603250 h 755650"/>
                  <a:gd name="connsiteX3" fmla="*/ 1384300 w 1384300"/>
                  <a:gd name="connsiteY3" fmla="*/ 755650 h 755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4300" h="755650">
                    <a:moveTo>
                      <a:pt x="0" y="0"/>
                    </a:moveTo>
                    <a:lnTo>
                      <a:pt x="558800" y="292100"/>
                    </a:lnTo>
                    <a:lnTo>
                      <a:pt x="1136650" y="603250"/>
                    </a:lnTo>
                    <a:lnTo>
                      <a:pt x="1384300" y="755650"/>
                    </a:lnTo>
                  </a:path>
                </a:pathLst>
              </a:custGeom>
              <a:noFill/>
              <a:ln w="28575" cap="rnd" cmpd="dbl" algn="ctr">
                <a:solidFill>
                  <a:srgbClr val="00B050">
                    <a:alpha val="57000"/>
                  </a:srgbClr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7" name="Freeform: Shape 384">
                <a:extLst>
                  <a:ext uri="{FF2B5EF4-FFF2-40B4-BE49-F238E27FC236}">
                    <a16:creationId xmlns:a16="http://schemas.microsoft.com/office/drawing/2014/main" xmlns="" id="{24307DCF-1C0B-4024-A098-08EA13FFCE11}"/>
                  </a:ext>
                </a:extLst>
              </p:cNvPr>
              <p:cNvSpPr/>
              <p:nvPr/>
            </p:nvSpPr>
            <p:spPr>
              <a:xfrm>
                <a:off x="9384466" y="4486707"/>
                <a:ext cx="984453" cy="1685427"/>
              </a:xfrm>
              <a:custGeom>
                <a:avLst/>
                <a:gdLst>
                  <a:gd name="connsiteX0" fmla="*/ 0 w 1066800"/>
                  <a:gd name="connsiteY0" fmla="*/ 0 h 1739900"/>
                  <a:gd name="connsiteX1" fmla="*/ 107950 w 1066800"/>
                  <a:gd name="connsiteY1" fmla="*/ 69850 h 1739900"/>
                  <a:gd name="connsiteX2" fmla="*/ 698500 w 1066800"/>
                  <a:gd name="connsiteY2" fmla="*/ 1073150 h 1739900"/>
                  <a:gd name="connsiteX3" fmla="*/ 977900 w 1066800"/>
                  <a:gd name="connsiteY3" fmla="*/ 1549400 h 1739900"/>
                  <a:gd name="connsiteX4" fmla="*/ 1066800 w 1066800"/>
                  <a:gd name="connsiteY4" fmla="*/ 1739900 h 1739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6800" h="1739900">
                    <a:moveTo>
                      <a:pt x="0" y="0"/>
                    </a:moveTo>
                    <a:lnTo>
                      <a:pt x="107950" y="69850"/>
                    </a:lnTo>
                    <a:lnTo>
                      <a:pt x="698500" y="1073150"/>
                    </a:lnTo>
                    <a:lnTo>
                      <a:pt x="977900" y="1549400"/>
                    </a:lnTo>
                    <a:lnTo>
                      <a:pt x="1066800" y="1739900"/>
                    </a:lnTo>
                  </a:path>
                </a:pathLst>
              </a:custGeom>
              <a:noFill/>
              <a:ln w="28575" cap="rnd" cmpd="dbl" algn="ctr">
                <a:solidFill>
                  <a:srgbClr val="00B050">
                    <a:alpha val="57000"/>
                  </a:srgbClr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8" name="Freeform: Shape 385">
                <a:extLst>
                  <a:ext uri="{FF2B5EF4-FFF2-40B4-BE49-F238E27FC236}">
                    <a16:creationId xmlns:a16="http://schemas.microsoft.com/office/drawing/2014/main" xmlns="" id="{5F2A3664-421F-4297-A4E6-D5D40DA4F60A}"/>
                  </a:ext>
                </a:extLst>
              </p:cNvPr>
              <p:cNvSpPr/>
              <p:nvPr/>
            </p:nvSpPr>
            <p:spPr>
              <a:xfrm>
                <a:off x="8241797" y="4216054"/>
                <a:ext cx="855536" cy="2719704"/>
              </a:xfrm>
              <a:custGeom>
                <a:avLst/>
                <a:gdLst>
                  <a:gd name="connsiteX0" fmla="*/ 927100 w 927100"/>
                  <a:gd name="connsiteY0" fmla="*/ 0 h 1905000"/>
                  <a:gd name="connsiteX1" fmla="*/ 901700 w 927100"/>
                  <a:gd name="connsiteY1" fmla="*/ 165100 h 1905000"/>
                  <a:gd name="connsiteX2" fmla="*/ 800100 w 927100"/>
                  <a:gd name="connsiteY2" fmla="*/ 177800 h 1905000"/>
                  <a:gd name="connsiteX3" fmla="*/ 831850 w 927100"/>
                  <a:gd name="connsiteY3" fmla="*/ 260350 h 1905000"/>
                  <a:gd name="connsiteX4" fmla="*/ 882650 w 927100"/>
                  <a:gd name="connsiteY4" fmla="*/ 285750 h 1905000"/>
                  <a:gd name="connsiteX5" fmla="*/ 831850 w 927100"/>
                  <a:gd name="connsiteY5" fmla="*/ 742950 h 1905000"/>
                  <a:gd name="connsiteX6" fmla="*/ 660400 w 927100"/>
                  <a:gd name="connsiteY6" fmla="*/ 1054100 h 1905000"/>
                  <a:gd name="connsiteX7" fmla="*/ 0 w 927100"/>
                  <a:gd name="connsiteY7" fmla="*/ 1905000 h 190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27100" h="1905000">
                    <a:moveTo>
                      <a:pt x="927100" y="0"/>
                    </a:moveTo>
                    <a:lnTo>
                      <a:pt x="901700" y="165100"/>
                    </a:lnTo>
                    <a:lnTo>
                      <a:pt x="800100" y="177800"/>
                    </a:lnTo>
                    <a:lnTo>
                      <a:pt x="831850" y="260350"/>
                    </a:lnTo>
                    <a:lnTo>
                      <a:pt x="882650" y="285750"/>
                    </a:lnTo>
                    <a:lnTo>
                      <a:pt x="831850" y="742950"/>
                    </a:lnTo>
                    <a:lnTo>
                      <a:pt x="660400" y="1054100"/>
                    </a:lnTo>
                    <a:lnTo>
                      <a:pt x="0" y="1905000"/>
                    </a:lnTo>
                  </a:path>
                </a:pathLst>
              </a:custGeom>
              <a:noFill/>
              <a:ln w="28575" cap="rnd" cmpd="dbl" algn="ctr">
                <a:solidFill>
                  <a:srgbClr val="00B050">
                    <a:alpha val="57000"/>
                  </a:srgbClr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9" name="Freeform: Shape 386">
                <a:extLst>
                  <a:ext uri="{FF2B5EF4-FFF2-40B4-BE49-F238E27FC236}">
                    <a16:creationId xmlns:a16="http://schemas.microsoft.com/office/drawing/2014/main" xmlns="" id="{536FE74D-0161-4B0D-914C-9DA23E4EB500}"/>
                  </a:ext>
                </a:extLst>
              </p:cNvPr>
              <p:cNvSpPr/>
              <p:nvPr/>
            </p:nvSpPr>
            <p:spPr>
              <a:xfrm>
                <a:off x="6758216" y="4072269"/>
                <a:ext cx="2196285" cy="2107285"/>
              </a:xfrm>
              <a:custGeom>
                <a:avLst/>
                <a:gdLst>
                  <a:gd name="connsiteX0" fmla="*/ 1720850 w 1720850"/>
                  <a:gd name="connsiteY0" fmla="*/ 0 h 1377950"/>
                  <a:gd name="connsiteX1" fmla="*/ 1244600 w 1720850"/>
                  <a:gd name="connsiteY1" fmla="*/ 234950 h 1377950"/>
                  <a:gd name="connsiteX2" fmla="*/ 1187450 w 1720850"/>
                  <a:gd name="connsiteY2" fmla="*/ 393700 h 1377950"/>
                  <a:gd name="connsiteX3" fmla="*/ 996950 w 1720850"/>
                  <a:gd name="connsiteY3" fmla="*/ 400050 h 1377950"/>
                  <a:gd name="connsiteX4" fmla="*/ 425450 w 1720850"/>
                  <a:gd name="connsiteY4" fmla="*/ 863600 h 1377950"/>
                  <a:gd name="connsiteX5" fmla="*/ 0 w 1720850"/>
                  <a:gd name="connsiteY5" fmla="*/ 1377950 h 1377950"/>
                  <a:gd name="connsiteX0" fmla="*/ 1775619 w 1775619"/>
                  <a:gd name="connsiteY0" fmla="*/ 0 h 1418431"/>
                  <a:gd name="connsiteX1" fmla="*/ 1244600 w 1775619"/>
                  <a:gd name="connsiteY1" fmla="*/ 275431 h 1418431"/>
                  <a:gd name="connsiteX2" fmla="*/ 1187450 w 1775619"/>
                  <a:gd name="connsiteY2" fmla="*/ 434181 h 1418431"/>
                  <a:gd name="connsiteX3" fmla="*/ 996950 w 1775619"/>
                  <a:gd name="connsiteY3" fmla="*/ 440531 h 1418431"/>
                  <a:gd name="connsiteX4" fmla="*/ 425450 w 1775619"/>
                  <a:gd name="connsiteY4" fmla="*/ 904081 h 1418431"/>
                  <a:gd name="connsiteX5" fmla="*/ 0 w 1775619"/>
                  <a:gd name="connsiteY5" fmla="*/ 1418431 h 1418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5619" h="1418431">
                    <a:moveTo>
                      <a:pt x="1775619" y="0"/>
                    </a:moveTo>
                    <a:lnTo>
                      <a:pt x="1244600" y="275431"/>
                    </a:lnTo>
                    <a:lnTo>
                      <a:pt x="1187450" y="434181"/>
                    </a:lnTo>
                    <a:lnTo>
                      <a:pt x="996950" y="440531"/>
                    </a:lnTo>
                    <a:lnTo>
                      <a:pt x="425450" y="904081"/>
                    </a:lnTo>
                    <a:lnTo>
                      <a:pt x="0" y="1418431"/>
                    </a:lnTo>
                  </a:path>
                </a:pathLst>
              </a:custGeom>
              <a:noFill/>
              <a:ln w="28575" cap="rnd" cmpd="dbl" algn="ctr">
                <a:solidFill>
                  <a:srgbClr val="00B050">
                    <a:alpha val="57000"/>
                  </a:srgbClr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0" name="Freeform: Shape 387">
                <a:extLst>
                  <a:ext uri="{FF2B5EF4-FFF2-40B4-BE49-F238E27FC236}">
                    <a16:creationId xmlns:a16="http://schemas.microsoft.com/office/drawing/2014/main" xmlns="" id="{104181E3-F1E0-480E-BD76-C8A79C8BA63F}"/>
                  </a:ext>
                </a:extLst>
              </p:cNvPr>
              <p:cNvSpPr/>
              <p:nvPr/>
            </p:nvSpPr>
            <p:spPr>
              <a:xfrm>
                <a:off x="7286644" y="3637842"/>
                <a:ext cx="1546997" cy="307559"/>
              </a:xfrm>
              <a:custGeom>
                <a:avLst/>
                <a:gdLst>
                  <a:gd name="connsiteX0" fmla="*/ 1676400 w 1676400"/>
                  <a:gd name="connsiteY0" fmla="*/ 165100 h 317500"/>
                  <a:gd name="connsiteX1" fmla="*/ 1600200 w 1676400"/>
                  <a:gd name="connsiteY1" fmla="*/ 146050 h 317500"/>
                  <a:gd name="connsiteX2" fmla="*/ 1568450 w 1676400"/>
                  <a:gd name="connsiteY2" fmla="*/ 317500 h 317500"/>
                  <a:gd name="connsiteX3" fmla="*/ 1162050 w 1676400"/>
                  <a:gd name="connsiteY3" fmla="*/ 95250 h 317500"/>
                  <a:gd name="connsiteX4" fmla="*/ 952500 w 1676400"/>
                  <a:gd name="connsiteY4" fmla="*/ 57150 h 317500"/>
                  <a:gd name="connsiteX5" fmla="*/ 679450 w 1676400"/>
                  <a:gd name="connsiteY5" fmla="*/ 158750 h 317500"/>
                  <a:gd name="connsiteX6" fmla="*/ 400050 w 1676400"/>
                  <a:gd name="connsiteY6" fmla="*/ 0 h 317500"/>
                  <a:gd name="connsiteX7" fmla="*/ 311150 w 1676400"/>
                  <a:gd name="connsiteY7" fmla="*/ 6350 h 317500"/>
                  <a:gd name="connsiteX8" fmla="*/ 203200 w 1676400"/>
                  <a:gd name="connsiteY8" fmla="*/ 101600 h 317500"/>
                  <a:gd name="connsiteX9" fmla="*/ 0 w 1676400"/>
                  <a:gd name="connsiteY9" fmla="*/ 209550 h 317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76400" h="317500">
                    <a:moveTo>
                      <a:pt x="1676400" y="165100"/>
                    </a:moveTo>
                    <a:lnTo>
                      <a:pt x="1600200" y="146050"/>
                    </a:lnTo>
                    <a:lnTo>
                      <a:pt x="1568450" y="317500"/>
                    </a:lnTo>
                    <a:lnTo>
                      <a:pt x="1162050" y="95250"/>
                    </a:lnTo>
                    <a:lnTo>
                      <a:pt x="952500" y="57150"/>
                    </a:lnTo>
                    <a:lnTo>
                      <a:pt x="679450" y="158750"/>
                    </a:lnTo>
                    <a:lnTo>
                      <a:pt x="400050" y="0"/>
                    </a:lnTo>
                    <a:lnTo>
                      <a:pt x="311150" y="6350"/>
                    </a:lnTo>
                    <a:lnTo>
                      <a:pt x="203200" y="101600"/>
                    </a:lnTo>
                    <a:lnTo>
                      <a:pt x="0" y="209550"/>
                    </a:lnTo>
                  </a:path>
                </a:pathLst>
              </a:custGeom>
              <a:noFill/>
              <a:ln w="28575" cap="rnd" cmpd="dbl" algn="ctr">
                <a:solidFill>
                  <a:srgbClr val="00B050">
                    <a:alpha val="57000"/>
                  </a:srgbClr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1" name="Freeform: Shape 389">
                <a:extLst>
                  <a:ext uri="{FF2B5EF4-FFF2-40B4-BE49-F238E27FC236}">
                    <a16:creationId xmlns:a16="http://schemas.microsoft.com/office/drawing/2014/main" xmlns="" id="{D0040465-4A24-4CF0-A801-7F74FB271DAA}"/>
                  </a:ext>
                </a:extLst>
              </p:cNvPr>
              <p:cNvSpPr/>
              <p:nvPr/>
            </p:nvSpPr>
            <p:spPr>
              <a:xfrm>
                <a:off x="6810963" y="1999351"/>
                <a:ext cx="2010855" cy="1440176"/>
              </a:xfrm>
              <a:custGeom>
                <a:avLst/>
                <a:gdLst>
                  <a:gd name="connsiteX0" fmla="*/ 1625600 w 1625600"/>
                  <a:gd name="connsiteY0" fmla="*/ 1066800 h 1066800"/>
                  <a:gd name="connsiteX1" fmla="*/ 1600200 w 1625600"/>
                  <a:gd name="connsiteY1" fmla="*/ 984250 h 1066800"/>
                  <a:gd name="connsiteX2" fmla="*/ 1600200 w 1625600"/>
                  <a:gd name="connsiteY2" fmla="*/ 869950 h 1066800"/>
                  <a:gd name="connsiteX3" fmla="*/ 1320800 w 1625600"/>
                  <a:gd name="connsiteY3" fmla="*/ 654050 h 1066800"/>
                  <a:gd name="connsiteX4" fmla="*/ 381000 w 1625600"/>
                  <a:gd name="connsiteY4" fmla="*/ 241300 h 1066800"/>
                  <a:gd name="connsiteX5" fmla="*/ 0 w 1625600"/>
                  <a:gd name="connsiteY5" fmla="*/ 0 h 106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25600" h="1066800">
                    <a:moveTo>
                      <a:pt x="1625600" y="1066800"/>
                    </a:moveTo>
                    <a:lnTo>
                      <a:pt x="1600200" y="984250"/>
                    </a:lnTo>
                    <a:lnTo>
                      <a:pt x="1600200" y="869950"/>
                    </a:lnTo>
                    <a:lnTo>
                      <a:pt x="1320800" y="654050"/>
                    </a:lnTo>
                    <a:lnTo>
                      <a:pt x="381000" y="24130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 cmpd="dbl" algn="ctr">
                <a:solidFill>
                  <a:srgbClr val="00B050">
                    <a:alpha val="57000"/>
                  </a:srgbClr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Freeform: Shape 390">
                <a:extLst>
                  <a:ext uri="{FF2B5EF4-FFF2-40B4-BE49-F238E27FC236}">
                    <a16:creationId xmlns:a16="http://schemas.microsoft.com/office/drawing/2014/main" xmlns="" id="{8C1B71B2-1DD7-46EA-92C1-55789E0E79E5}"/>
                  </a:ext>
                </a:extLst>
              </p:cNvPr>
              <p:cNvSpPr/>
              <p:nvPr/>
            </p:nvSpPr>
            <p:spPr>
              <a:xfrm>
                <a:off x="9591757" y="4015851"/>
                <a:ext cx="2330018" cy="280169"/>
              </a:xfrm>
              <a:custGeom>
                <a:avLst/>
                <a:gdLst>
                  <a:gd name="connsiteX0" fmla="*/ 0 w 2698750"/>
                  <a:gd name="connsiteY0" fmla="*/ 0 h 266700"/>
                  <a:gd name="connsiteX1" fmla="*/ 76200 w 2698750"/>
                  <a:gd name="connsiteY1" fmla="*/ 127000 h 266700"/>
                  <a:gd name="connsiteX2" fmla="*/ 298450 w 2698750"/>
                  <a:gd name="connsiteY2" fmla="*/ 114300 h 266700"/>
                  <a:gd name="connsiteX3" fmla="*/ 838200 w 2698750"/>
                  <a:gd name="connsiteY3" fmla="*/ 234950 h 266700"/>
                  <a:gd name="connsiteX4" fmla="*/ 1066800 w 2698750"/>
                  <a:gd name="connsiteY4" fmla="*/ 184150 h 266700"/>
                  <a:gd name="connsiteX5" fmla="*/ 1962150 w 2698750"/>
                  <a:gd name="connsiteY5" fmla="*/ 203200 h 266700"/>
                  <a:gd name="connsiteX6" fmla="*/ 2698750 w 2698750"/>
                  <a:gd name="connsiteY6" fmla="*/ 266700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98750" h="266700">
                    <a:moveTo>
                      <a:pt x="0" y="0"/>
                    </a:moveTo>
                    <a:lnTo>
                      <a:pt x="76200" y="127000"/>
                    </a:lnTo>
                    <a:lnTo>
                      <a:pt x="298450" y="114300"/>
                    </a:lnTo>
                    <a:lnTo>
                      <a:pt x="838200" y="234950"/>
                    </a:lnTo>
                    <a:lnTo>
                      <a:pt x="1066800" y="184150"/>
                    </a:lnTo>
                    <a:lnTo>
                      <a:pt x="1962150" y="203200"/>
                    </a:lnTo>
                    <a:lnTo>
                      <a:pt x="2698750" y="266700"/>
                    </a:lnTo>
                  </a:path>
                </a:pathLst>
              </a:custGeom>
              <a:noFill/>
              <a:ln w="28575" cap="rnd" cmpd="dbl" algn="ctr">
                <a:solidFill>
                  <a:srgbClr val="00B050">
                    <a:alpha val="57000"/>
                  </a:srgbClr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Freeform: Shape 391">
                <a:extLst>
                  <a:ext uri="{FF2B5EF4-FFF2-40B4-BE49-F238E27FC236}">
                    <a16:creationId xmlns:a16="http://schemas.microsoft.com/office/drawing/2014/main" xmlns="" id="{14846993-DE83-4815-8E4A-E584C4805C1A}"/>
                  </a:ext>
                </a:extLst>
              </p:cNvPr>
              <p:cNvSpPr/>
              <p:nvPr/>
            </p:nvSpPr>
            <p:spPr>
              <a:xfrm>
                <a:off x="8786762" y="3336435"/>
                <a:ext cx="843818" cy="1156424"/>
              </a:xfrm>
              <a:custGeom>
                <a:avLst/>
                <a:gdLst>
                  <a:gd name="connsiteX0" fmla="*/ 25400 w 914400"/>
                  <a:gd name="connsiteY0" fmla="*/ 139700 h 1193800"/>
                  <a:gd name="connsiteX1" fmla="*/ 25400 w 914400"/>
                  <a:gd name="connsiteY1" fmla="*/ 215900 h 1193800"/>
                  <a:gd name="connsiteX2" fmla="*/ 0 w 914400"/>
                  <a:gd name="connsiteY2" fmla="*/ 260350 h 1193800"/>
                  <a:gd name="connsiteX3" fmla="*/ 88900 w 914400"/>
                  <a:gd name="connsiteY3" fmla="*/ 412750 h 1193800"/>
                  <a:gd name="connsiteX4" fmla="*/ 50800 w 914400"/>
                  <a:gd name="connsiteY4" fmla="*/ 476250 h 1193800"/>
                  <a:gd name="connsiteX5" fmla="*/ 139700 w 914400"/>
                  <a:gd name="connsiteY5" fmla="*/ 546100 h 1193800"/>
                  <a:gd name="connsiteX6" fmla="*/ 158750 w 914400"/>
                  <a:gd name="connsiteY6" fmla="*/ 698500 h 1193800"/>
                  <a:gd name="connsiteX7" fmla="*/ 120650 w 914400"/>
                  <a:gd name="connsiteY7" fmla="*/ 800100 h 1193800"/>
                  <a:gd name="connsiteX8" fmla="*/ 158750 w 914400"/>
                  <a:gd name="connsiteY8" fmla="*/ 857250 h 1193800"/>
                  <a:gd name="connsiteX9" fmla="*/ 336550 w 914400"/>
                  <a:gd name="connsiteY9" fmla="*/ 920750 h 1193800"/>
                  <a:gd name="connsiteX10" fmla="*/ 495300 w 914400"/>
                  <a:gd name="connsiteY10" fmla="*/ 977900 h 1193800"/>
                  <a:gd name="connsiteX11" fmla="*/ 552450 w 914400"/>
                  <a:gd name="connsiteY11" fmla="*/ 1079500 h 1193800"/>
                  <a:gd name="connsiteX12" fmla="*/ 590550 w 914400"/>
                  <a:gd name="connsiteY12" fmla="*/ 1085850 h 1193800"/>
                  <a:gd name="connsiteX13" fmla="*/ 565150 w 914400"/>
                  <a:gd name="connsiteY13" fmla="*/ 1181100 h 1193800"/>
                  <a:gd name="connsiteX14" fmla="*/ 654050 w 914400"/>
                  <a:gd name="connsiteY14" fmla="*/ 1193800 h 1193800"/>
                  <a:gd name="connsiteX15" fmla="*/ 711200 w 914400"/>
                  <a:gd name="connsiteY15" fmla="*/ 762000 h 1193800"/>
                  <a:gd name="connsiteX16" fmla="*/ 876300 w 914400"/>
                  <a:gd name="connsiteY16" fmla="*/ 711200 h 1193800"/>
                  <a:gd name="connsiteX17" fmla="*/ 914400 w 914400"/>
                  <a:gd name="connsiteY17" fmla="*/ 387350 h 1193800"/>
                  <a:gd name="connsiteX18" fmla="*/ 717550 w 914400"/>
                  <a:gd name="connsiteY18" fmla="*/ 336550 h 1193800"/>
                  <a:gd name="connsiteX19" fmla="*/ 546100 w 914400"/>
                  <a:gd name="connsiteY19" fmla="*/ 323850 h 1193800"/>
                  <a:gd name="connsiteX20" fmla="*/ 476250 w 914400"/>
                  <a:gd name="connsiteY20" fmla="*/ 6350 h 1193800"/>
                  <a:gd name="connsiteX21" fmla="*/ 393700 w 914400"/>
                  <a:gd name="connsiteY21" fmla="*/ 6350 h 1193800"/>
                  <a:gd name="connsiteX22" fmla="*/ 228600 w 914400"/>
                  <a:gd name="connsiteY22" fmla="*/ 0 h 1193800"/>
                  <a:gd name="connsiteX23" fmla="*/ 25400 w 914400"/>
                  <a:gd name="connsiteY23" fmla="*/ 13970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914400" h="1193800">
                    <a:moveTo>
                      <a:pt x="25400" y="139700"/>
                    </a:moveTo>
                    <a:lnTo>
                      <a:pt x="25400" y="215900"/>
                    </a:lnTo>
                    <a:lnTo>
                      <a:pt x="0" y="260350"/>
                    </a:lnTo>
                    <a:lnTo>
                      <a:pt x="88900" y="412750"/>
                    </a:lnTo>
                    <a:lnTo>
                      <a:pt x="50800" y="476250"/>
                    </a:lnTo>
                    <a:lnTo>
                      <a:pt x="139700" y="546100"/>
                    </a:lnTo>
                    <a:lnTo>
                      <a:pt x="158750" y="698500"/>
                    </a:lnTo>
                    <a:lnTo>
                      <a:pt x="120650" y="800100"/>
                    </a:lnTo>
                    <a:lnTo>
                      <a:pt x="158750" y="857250"/>
                    </a:lnTo>
                    <a:lnTo>
                      <a:pt x="336550" y="920750"/>
                    </a:lnTo>
                    <a:lnTo>
                      <a:pt x="495300" y="977900"/>
                    </a:lnTo>
                    <a:lnTo>
                      <a:pt x="552450" y="1079500"/>
                    </a:lnTo>
                    <a:lnTo>
                      <a:pt x="590550" y="1085850"/>
                    </a:lnTo>
                    <a:lnTo>
                      <a:pt x="565150" y="1181100"/>
                    </a:lnTo>
                    <a:lnTo>
                      <a:pt x="654050" y="1193800"/>
                    </a:lnTo>
                    <a:lnTo>
                      <a:pt x="711200" y="762000"/>
                    </a:lnTo>
                    <a:lnTo>
                      <a:pt x="876300" y="711200"/>
                    </a:lnTo>
                    <a:lnTo>
                      <a:pt x="914400" y="387350"/>
                    </a:lnTo>
                    <a:lnTo>
                      <a:pt x="717550" y="336550"/>
                    </a:lnTo>
                    <a:lnTo>
                      <a:pt x="546100" y="323850"/>
                    </a:lnTo>
                    <a:lnTo>
                      <a:pt x="476250" y="6350"/>
                    </a:lnTo>
                    <a:lnTo>
                      <a:pt x="393700" y="6350"/>
                    </a:lnTo>
                    <a:lnTo>
                      <a:pt x="228600" y="0"/>
                    </a:lnTo>
                    <a:lnTo>
                      <a:pt x="25400" y="139700"/>
                    </a:lnTo>
                    <a:close/>
                  </a:path>
                </a:pathLst>
              </a:custGeom>
              <a:noFill/>
              <a:ln w="28575" cap="rnd" cmpd="dbl" algn="ctr">
                <a:solidFill>
                  <a:sysClr val="windowText" lastClr="000000">
                    <a:lumMod val="50000"/>
                    <a:lumOff val="50000"/>
                    <a:alpha val="57000"/>
                  </a:sysClr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xmlns="" id="{2D31C265-4FC1-4AB4-9499-34225558D0E8}"/>
                  </a:ext>
                </a:extLst>
              </p:cNvPr>
              <p:cNvSpPr txBox="1"/>
              <p:nvPr/>
            </p:nvSpPr>
            <p:spPr>
              <a:xfrm>
                <a:off x="8850854" y="3761636"/>
                <a:ext cx="702803" cy="247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CBD</a:t>
                </a:r>
                <a:endParaRPr kumimoji="0" lang="en-IN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xmlns="" id="{BEBB693E-4418-4DEE-8AA3-0447EDBD5B99}"/>
                  </a:ext>
                </a:extLst>
              </p:cNvPr>
              <p:cNvGrpSpPr/>
              <p:nvPr/>
            </p:nvGrpSpPr>
            <p:grpSpPr>
              <a:xfrm>
                <a:off x="9228450" y="2924304"/>
                <a:ext cx="1362414" cy="1826902"/>
                <a:chOff x="2536031" y="2076450"/>
                <a:chExt cx="1476375" cy="1885950"/>
              </a:xfrm>
              <a:solidFill>
                <a:srgbClr val="FFC000">
                  <a:lumMod val="20000"/>
                  <a:lumOff val="80000"/>
                </a:srgbClr>
              </a:solidFill>
            </p:grpSpPr>
            <p:sp>
              <p:nvSpPr>
                <p:cNvPr id="52" name="Freeform: Shape 462">
                  <a:extLst>
                    <a:ext uri="{FF2B5EF4-FFF2-40B4-BE49-F238E27FC236}">
                      <a16:creationId xmlns:a16="http://schemas.microsoft.com/office/drawing/2014/main" xmlns="" id="{E055C06A-5C04-426A-B2B2-8C7FAAE76C9E}"/>
                    </a:ext>
                  </a:extLst>
                </p:cNvPr>
                <p:cNvSpPr/>
                <p:nvPr/>
              </p:nvSpPr>
              <p:spPr>
                <a:xfrm>
                  <a:off x="3481388" y="2738438"/>
                  <a:ext cx="531018" cy="716756"/>
                </a:xfrm>
                <a:custGeom>
                  <a:avLst/>
                  <a:gdLst>
                    <a:gd name="connsiteX0" fmla="*/ 0 w 531018"/>
                    <a:gd name="connsiteY0" fmla="*/ 142875 h 716756"/>
                    <a:gd name="connsiteX1" fmla="*/ 71437 w 531018"/>
                    <a:gd name="connsiteY1" fmla="*/ 92868 h 716756"/>
                    <a:gd name="connsiteX2" fmla="*/ 278606 w 531018"/>
                    <a:gd name="connsiteY2" fmla="*/ 0 h 716756"/>
                    <a:gd name="connsiteX3" fmla="*/ 350043 w 531018"/>
                    <a:gd name="connsiteY3" fmla="*/ 30956 h 716756"/>
                    <a:gd name="connsiteX4" fmla="*/ 511968 w 531018"/>
                    <a:gd name="connsiteY4" fmla="*/ 495300 h 716756"/>
                    <a:gd name="connsiteX5" fmla="*/ 531018 w 531018"/>
                    <a:gd name="connsiteY5" fmla="*/ 671512 h 716756"/>
                    <a:gd name="connsiteX6" fmla="*/ 288131 w 531018"/>
                    <a:gd name="connsiteY6" fmla="*/ 716756 h 716756"/>
                    <a:gd name="connsiteX7" fmla="*/ 71437 w 531018"/>
                    <a:gd name="connsiteY7" fmla="*/ 666750 h 716756"/>
                    <a:gd name="connsiteX8" fmla="*/ 73818 w 531018"/>
                    <a:gd name="connsiteY8" fmla="*/ 640556 h 716756"/>
                    <a:gd name="connsiteX9" fmla="*/ 111918 w 531018"/>
                    <a:gd name="connsiteY9" fmla="*/ 631031 h 716756"/>
                    <a:gd name="connsiteX10" fmla="*/ 121443 w 531018"/>
                    <a:gd name="connsiteY10" fmla="*/ 540543 h 716756"/>
                    <a:gd name="connsiteX11" fmla="*/ 80962 w 531018"/>
                    <a:gd name="connsiteY11" fmla="*/ 469106 h 716756"/>
                    <a:gd name="connsiteX12" fmla="*/ 83343 w 531018"/>
                    <a:gd name="connsiteY12" fmla="*/ 404812 h 716756"/>
                    <a:gd name="connsiteX13" fmla="*/ 11906 w 531018"/>
                    <a:gd name="connsiteY13" fmla="*/ 342900 h 716756"/>
                    <a:gd name="connsiteX14" fmla="*/ 50006 w 531018"/>
                    <a:gd name="connsiteY14" fmla="*/ 319087 h 716756"/>
                    <a:gd name="connsiteX15" fmla="*/ 16668 w 531018"/>
                    <a:gd name="connsiteY15" fmla="*/ 266700 h 716756"/>
                    <a:gd name="connsiteX16" fmla="*/ 0 w 531018"/>
                    <a:gd name="connsiteY16" fmla="*/ 142875 h 716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531018" h="716756">
                      <a:moveTo>
                        <a:pt x="0" y="142875"/>
                      </a:moveTo>
                      <a:lnTo>
                        <a:pt x="71437" y="92868"/>
                      </a:lnTo>
                      <a:lnTo>
                        <a:pt x="278606" y="0"/>
                      </a:lnTo>
                      <a:lnTo>
                        <a:pt x="350043" y="30956"/>
                      </a:lnTo>
                      <a:lnTo>
                        <a:pt x="511968" y="495300"/>
                      </a:lnTo>
                      <a:lnTo>
                        <a:pt x="531018" y="671512"/>
                      </a:lnTo>
                      <a:lnTo>
                        <a:pt x="288131" y="716756"/>
                      </a:lnTo>
                      <a:lnTo>
                        <a:pt x="71437" y="666750"/>
                      </a:lnTo>
                      <a:lnTo>
                        <a:pt x="73818" y="640556"/>
                      </a:lnTo>
                      <a:lnTo>
                        <a:pt x="111918" y="631031"/>
                      </a:lnTo>
                      <a:lnTo>
                        <a:pt x="121443" y="540543"/>
                      </a:lnTo>
                      <a:lnTo>
                        <a:pt x="80962" y="469106"/>
                      </a:lnTo>
                      <a:cubicBezTo>
                        <a:pt x="81756" y="447675"/>
                        <a:pt x="82549" y="426243"/>
                        <a:pt x="83343" y="404812"/>
                      </a:cubicBezTo>
                      <a:lnTo>
                        <a:pt x="11906" y="342900"/>
                      </a:lnTo>
                      <a:lnTo>
                        <a:pt x="50006" y="319087"/>
                      </a:lnTo>
                      <a:lnTo>
                        <a:pt x="16668" y="266700"/>
                      </a:lnTo>
                      <a:lnTo>
                        <a:pt x="0" y="142875"/>
                      </a:lnTo>
                      <a:close/>
                    </a:path>
                  </a:pathLst>
                </a:custGeom>
                <a:grpFill/>
                <a:ln w="38100" cap="flat" cmpd="dbl" algn="ctr">
                  <a:solidFill>
                    <a:srgbClr val="FFDD7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3" name="Freeform: Shape 463">
                  <a:extLst>
                    <a:ext uri="{FF2B5EF4-FFF2-40B4-BE49-F238E27FC236}">
                      <a16:creationId xmlns:a16="http://schemas.microsoft.com/office/drawing/2014/main" xmlns="" id="{6C05F27C-7568-4765-BA75-7717DD0C72E9}"/>
                    </a:ext>
                  </a:extLst>
                </p:cNvPr>
                <p:cNvSpPr/>
                <p:nvPr/>
              </p:nvSpPr>
              <p:spPr>
                <a:xfrm>
                  <a:off x="3169444" y="3412331"/>
                  <a:ext cx="842962" cy="550069"/>
                </a:xfrm>
                <a:custGeom>
                  <a:avLst/>
                  <a:gdLst>
                    <a:gd name="connsiteX0" fmla="*/ 385762 w 842962"/>
                    <a:gd name="connsiteY0" fmla="*/ 4763 h 550069"/>
                    <a:gd name="connsiteX1" fmla="*/ 388144 w 842962"/>
                    <a:gd name="connsiteY1" fmla="*/ 28575 h 550069"/>
                    <a:gd name="connsiteX2" fmla="*/ 261937 w 842962"/>
                    <a:gd name="connsiteY2" fmla="*/ 11907 h 550069"/>
                    <a:gd name="connsiteX3" fmla="*/ 254794 w 842962"/>
                    <a:gd name="connsiteY3" fmla="*/ 76200 h 550069"/>
                    <a:gd name="connsiteX4" fmla="*/ 319087 w 842962"/>
                    <a:gd name="connsiteY4" fmla="*/ 119063 h 550069"/>
                    <a:gd name="connsiteX5" fmla="*/ 302419 w 842962"/>
                    <a:gd name="connsiteY5" fmla="*/ 164307 h 550069"/>
                    <a:gd name="connsiteX6" fmla="*/ 221456 w 842962"/>
                    <a:gd name="connsiteY6" fmla="*/ 192882 h 550069"/>
                    <a:gd name="connsiteX7" fmla="*/ 176212 w 842962"/>
                    <a:gd name="connsiteY7" fmla="*/ 195263 h 550069"/>
                    <a:gd name="connsiteX8" fmla="*/ 142875 w 842962"/>
                    <a:gd name="connsiteY8" fmla="*/ 269082 h 550069"/>
                    <a:gd name="connsiteX9" fmla="*/ 35719 w 842962"/>
                    <a:gd name="connsiteY9" fmla="*/ 250032 h 550069"/>
                    <a:gd name="connsiteX10" fmla="*/ 0 w 842962"/>
                    <a:gd name="connsiteY10" fmla="*/ 309563 h 550069"/>
                    <a:gd name="connsiteX11" fmla="*/ 295275 w 842962"/>
                    <a:gd name="connsiteY11" fmla="*/ 502444 h 550069"/>
                    <a:gd name="connsiteX12" fmla="*/ 288131 w 842962"/>
                    <a:gd name="connsiteY12" fmla="*/ 531019 h 550069"/>
                    <a:gd name="connsiteX13" fmla="*/ 390525 w 842962"/>
                    <a:gd name="connsiteY13" fmla="*/ 550069 h 550069"/>
                    <a:gd name="connsiteX14" fmla="*/ 583406 w 842962"/>
                    <a:gd name="connsiteY14" fmla="*/ 485775 h 550069"/>
                    <a:gd name="connsiteX15" fmla="*/ 647700 w 842962"/>
                    <a:gd name="connsiteY15" fmla="*/ 395288 h 550069"/>
                    <a:gd name="connsiteX16" fmla="*/ 757237 w 842962"/>
                    <a:gd name="connsiteY16" fmla="*/ 295275 h 550069"/>
                    <a:gd name="connsiteX17" fmla="*/ 802481 w 842962"/>
                    <a:gd name="connsiteY17" fmla="*/ 211932 h 550069"/>
                    <a:gd name="connsiteX18" fmla="*/ 842962 w 842962"/>
                    <a:gd name="connsiteY18" fmla="*/ 28575 h 550069"/>
                    <a:gd name="connsiteX19" fmla="*/ 842962 w 842962"/>
                    <a:gd name="connsiteY19" fmla="*/ 0 h 550069"/>
                    <a:gd name="connsiteX20" fmla="*/ 604837 w 842962"/>
                    <a:gd name="connsiteY20" fmla="*/ 45244 h 550069"/>
                    <a:gd name="connsiteX21" fmla="*/ 385762 w 842962"/>
                    <a:gd name="connsiteY21" fmla="*/ 4763 h 5500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42962" h="550069">
                      <a:moveTo>
                        <a:pt x="385762" y="4763"/>
                      </a:moveTo>
                      <a:lnTo>
                        <a:pt x="388144" y="28575"/>
                      </a:lnTo>
                      <a:lnTo>
                        <a:pt x="261937" y="11907"/>
                      </a:lnTo>
                      <a:lnTo>
                        <a:pt x="254794" y="76200"/>
                      </a:lnTo>
                      <a:lnTo>
                        <a:pt x="319087" y="119063"/>
                      </a:lnTo>
                      <a:lnTo>
                        <a:pt x="302419" y="164307"/>
                      </a:lnTo>
                      <a:lnTo>
                        <a:pt x="221456" y="192882"/>
                      </a:lnTo>
                      <a:lnTo>
                        <a:pt x="176212" y="195263"/>
                      </a:lnTo>
                      <a:lnTo>
                        <a:pt x="142875" y="269082"/>
                      </a:lnTo>
                      <a:lnTo>
                        <a:pt x="35719" y="250032"/>
                      </a:lnTo>
                      <a:lnTo>
                        <a:pt x="0" y="309563"/>
                      </a:lnTo>
                      <a:lnTo>
                        <a:pt x="295275" y="502444"/>
                      </a:lnTo>
                      <a:lnTo>
                        <a:pt x="288131" y="531019"/>
                      </a:lnTo>
                      <a:lnTo>
                        <a:pt x="390525" y="550069"/>
                      </a:lnTo>
                      <a:lnTo>
                        <a:pt x="583406" y="485775"/>
                      </a:lnTo>
                      <a:lnTo>
                        <a:pt x="647700" y="395288"/>
                      </a:lnTo>
                      <a:lnTo>
                        <a:pt x="757237" y="295275"/>
                      </a:lnTo>
                      <a:lnTo>
                        <a:pt x="802481" y="211932"/>
                      </a:lnTo>
                      <a:lnTo>
                        <a:pt x="842962" y="28575"/>
                      </a:lnTo>
                      <a:lnTo>
                        <a:pt x="842962" y="0"/>
                      </a:lnTo>
                      <a:lnTo>
                        <a:pt x="604837" y="45244"/>
                      </a:lnTo>
                      <a:lnTo>
                        <a:pt x="385762" y="4763"/>
                      </a:lnTo>
                      <a:close/>
                    </a:path>
                  </a:pathLst>
                </a:custGeom>
                <a:grpFill/>
                <a:ln w="38100" cap="flat" cmpd="dbl" algn="ctr">
                  <a:solidFill>
                    <a:srgbClr val="FFDD7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4" name="Freeform: Shape 464">
                  <a:extLst>
                    <a:ext uri="{FF2B5EF4-FFF2-40B4-BE49-F238E27FC236}">
                      <a16:creationId xmlns:a16="http://schemas.microsoft.com/office/drawing/2014/main" xmlns="" id="{2C5C04FE-C34F-4C13-9118-F8FF8A801C25}"/>
                    </a:ext>
                  </a:extLst>
                </p:cNvPr>
                <p:cNvSpPr/>
                <p:nvPr/>
              </p:nvSpPr>
              <p:spPr>
                <a:xfrm>
                  <a:off x="2536031" y="2076450"/>
                  <a:ext cx="1012032" cy="850106"/>
                </a:xfrm>
                <a:custGeom>
                  <a:avLst/>
                  <a:gdLst>
                    <a:gd name="connsiteX0" fmla="*/ 21432 w 1012032"/>
                    <a:gd name="connsiteY0" fmla="*/ 23813 h 850106"/>
                    <a:gd name="connsiteX1" fmla="*/ 0 w 1012032"/>
                    <a:gd name="connsiteY1" fmla="*/ 111919 h 850106"/>
                    <a:gd name="connsiteX2" fmla="*/ 40482 w 1012032"/>
                    <a:gd name="connsiteY2" fmla="*/ 123825 h 850106"/>
                    <a:gd name="connsiteX3" fmla="*/ 109538 w 1012032"/>
                    <a:gd name="connsiteY3" fmla="*/ 142875 h 850106"/>
                    <a:gd name="connsiteX4" fmla="*/ 130969 w 1012032"/>
                    <a:gd name="connsiteY4" fmla="*/ 207169 h 850106"/>
                    <a:gd name="connsiteX5" fmla="*/ 252413 w 1012032"/>
                    <a:gd name="connsiteY5" fmla="*/ 192881 h 850106"/>
                    <a:gd name="connsiteX6" fmla="*/ 333375 w 1012032"/>
                    <a:gd name="connsiteY6" fmla="*/ 207169 h 850106"/>
                    <a:gd name="connsiteX7" fmla="*/ 371475 w 1012032"/>
                    <a:gd name="connsiteY7" fmla="*/ 252413 h 850106"/>
                    <a:gd name="connsiteX8" fmla="*/ 459582 w 1012032"/>
                    <a:gd name="connsiteY8" fmla="*/ 276225 h 850106"/>
                    <a:gd name="connsiteX9" fmla="*/ 481013 w 1012032"/>
                    <a:gd name="connsiteY9" fmla="*/ 330994 h 850106"/>
                    <a:gd name="connsiteX10" fmla="*/ 592932 w 1012032"/>
                    <a:gd name="connsiteY10" fmla="*/ 316706 h 850106"/>
                    <a:gd name="connsiteX11" fmla="*/ 647700 w 1012032"/>
                    <a:gd name="connsiteY11" fmla="*/ 371475 h 850106"/>
                    <a:gd name="connsiteX12" fmla="*/ 695325 w 1012032"/>
                    <a:gd name="connsiteY12" fmla="*/ 373856 h 850106"/>
                    <a:gd name="connsiteX13" fmla="*/ 692944 w 1012032"/>
                    <a:gd name="connsiteY13" fmla="*/ 419100 h 850106"/>
                    <a:gd name="connsiteX14" fmla="*/ 645319 w 1012032"/>
                    <a:gd name="connsiteY14" fmla="*/ 440531 h 850106"/>
                    <a:gd name="connsiteX15" fmla="*/ 590550 w 1012032"/>
                    <a:gd name="connsiteY15" fmla="*/ 540544 h 850106"/>
                    <a:gd name="connsiteX16" fmla="*/ 600075 w 1012032"/>
                    <a:gd name="connsiteY16" fmla="*/ 583406 h 850106"/>
                    <a:gd name="connsiteX17" fmla="*/ 645319 w 1012032"/>
                    <a:gd name="connsiteY17" fmla="*/ 604838 h 850106"/>
                    <a:gd name="connsiteX18" fmla="*/ 609600 w 1012032"/>
                    <a:gd name="connsiteY18" fmla="*/ 719138 h 850106"/>
                    <a:gd name="connsiteX19" fmla="*/ 626269 w 1012032"/>
                    <a:gd name="connsiteY19" fmla="*/ 785813 h 850106"/>
                    <a:gd name="connsiteX20" fmla="*/ 659607 w 1012032"/>
                    <a:gd name="connsiteY20" fmla="*/ 781050 h 850106"/>
                    <a:gd name="connsiteX21" fmla="*/ 676275 w 1012032"/>
                    <a:gd name="connsiteY21" fmla="*/ 847725 h 850106"/>
                    <a:gd name="connsiteX22" fmla="*/ 778669 w 1012032"/>
                    <a:gd name="connsiteY22" fmla="*/ 835819 h 850106"/>
                    <a:gd name="connsiteX23" fmla="*/ 816769 w 1012032"/>
                    <a:gd name="connsiteY23" fmla="*/ 850106 h 850106"/>
                    <a:gd name="connsiteX24" fmla="*/ 1012032 w 1012032"/>
                    <a:gd name="connsiteY24" fmla="*/ 757238 h 850106"/>
                    <a:gd name="connsiteX25" fmla="*/ 959644 w 1012032"/>
                    <a:gd name="connsiteY25" fmla="*/ 421481 h 850106"/>
                    <a:gd name="connsiteX26" fmla="*/ 588169 w 1012032"/>
                    <a:gd name="connsiteY26" fmla="*/ 221456 h 850106"/>
                    <a:gd name="connsiteX27" fmla="*/ 516732 w 1012032"/>
                    <a:gd name="connsiteY27" fmla="*/ 42863 h 850106"/>
                    <a:gd name="connsiteX28" fmla="*/ 404813 w 1012032"/>
                    <a:gd name="connsiteY28" fmla="*/ 23813 h 850106"/>
                    <a:gd name="connsiteX29" fmla="*/ 130969 w 1012032"/>
                    <a:gd name="connsiteY29" fmla="*/ 0 h 850106"/>
                    <a:gd name="connsiteX30" fmla="*/ 97632 w 1012032"/>
                    <a:gd name="connsiteY30" fmla="*/ 35719 h 850106"/>
                    <a:gd name="connsiteX31" fmla="*/ 21432 w 1012032"/>
                    <a:gd name="connsiteY31" fmla="*/ 23813 h 8501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1012032" h="850106">
                      <a:moveTo>
                        <a:pt x="21432" y="23813"/>
                      </a:moveTo>
                      <a:lnTo>
                        <a:pt x="0" y="111919"/>
                      </a:lnTo>
                      <a:lnTo>
                        <a:pt x="40482" y="123825"/>
                      </a:lnTo>
                      <a:lnTo>
                        <a:pt x="109538" y="142875"/>
                      </a:lnTo>
                      <a:lnTo>
                        <a:pt x="130969" y="207169"/>
                      </a:lnTo>
                      <a:lnTo>
                        <a:pt x="252413" y="192881"/>
                      </a:lnTo>
                      <a:lnTo>
                        <a:pt x="333375" y="207169"/>
                      </a:lnTo>
                      <a:lnTo>
                        <a:pt x="371475" y="252413"/>
                      </a:lnTo>
                      <a:lnTo>
                        <a:pt x="459582" y="276225"/>
                      </a:lnTo>
                      <a:lnTo>
                        <a:pt x="481013" y="330994"/>
                      </a:lnTo>
                      <a:lnTo>
                        <a:pt x="592932" y="316706"/>
                      </a:lnTo>
                      <a:lnTo>
                        <a:pt x="647700" y="371475"/>
                      </a:lnTo>
                      <a:lnTo>
                        <a:pt x="695325" y="373856"/>
                      </a:lnTo>
                      <a:lnTo>
                        <a:pt x="692944" y="419100"/>
                      </a:lnTo>
                      <a:lnTo>
                        <a:pt x="645319" y="440531"/>
                      </a:lnTo>
                      <a:lnTo>
                        <a:pt x="590550" y="540544"/>
                      </a:lnTo>
                      <a:lnTo>
                        <a:pt x="600075" y="583406"/>
                      </a:lnTo>
                      <a:lnTo>
                        <a:pt x="645319" y="604838"/>
                      </a:lnTo>
                      <a:lnTo>
                        <a:pt x="609600" y="719138"/>
                      </a:lnTo>
                      <a:lnTo>
                        <a:pt x="626269" y="785813"/>
                      </a:lnTo>
                      <a:lnTo>
                        <a:pt x="659607" y="781050"/>
                      </a:lnTo>
                      <a:lnTo>
                        <a:pt x="676275" y="847725"/>
                      </a:lnTo>
                      <a:lnTo>
                        <a:pt x="778669" y="835819"/>
                      </a:lnTo>
                      <a:lnTo>
                        <a:pt x="816769" y="850106"/>
                      </a:lnTo>
                      <a:lnTo>
                        <a:pt x="1012032" y="757238"/>
                      </a:lnTo>
                      <a:lnTo>
                        <a:pt x="959644" y="421481"/>
                      </a:lnTo>
                      <a:lnTo>
                        <a:pt x="588169" y="221456"/>
                      </a:lnTo>
                      <a:lnTo>
                        <a:pt x="516732" y="42863"/>
                      </a:lnTo>
                      <a:lnTo>
                        <a:pt x="404813" y="23813"/>
                      </a:lnTo>
                      <a:lnTo>
                        <a:pt x="130969" y="0"/>
                      </a:lnTo>
                      <a:lnTo>
                        <a:pt x="97632" y="35719"/>
                      </a:lnTo>
                      <a:lnTo>
                        <a:pt x="21432" y="23813"/>
                      </a:lnTo>
                      <a:close/>
                    </a:path>
                  </a:pathLst>
                </a:custGeom>
                <a:grpFill/>
                <a:ln w="38100" cap="flat" cmpd="dbl" algn="ctr">
                  <a:solidFill>
                    <a:srgbClr val="FFDD7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xmlns="" id="{CBCEB85A-93A8-4D0C-85F0-3A357F0BBC62}"/>
                  </a:ext>
                </a:extLst>
              </p:cNvPr>
              <p:cNvSpPr txBox="1"/>
              <p:nvPr/>
            </p:nvSpPr>
            <p:spPr>
              <a:xfrm>
                <a:off x="9585431" y="4392027"/>
                <a:ext cx="1266657" cy="247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ORR Z1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="" id="{285861A3-D776-42A7-8F44-41CF7B6A4652}"/>
                  </a:ext>
                </a:extLst>
              </p:cNvPr>
              <p:cNvSpPr txBox="1"/>
              <p:nvPr/>
            </p:nvSpPr>
            <p:spPr>
              <a:xfrm>
                <a:off x="9708806" y="3845504"/>
                <a:ext cx="1266657" cy="247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ORR Z2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xmlns="" id="{5BCE2EF7-D750-4B9E-8FE6-4E952ABE4D00}"/>
                  </a:ext>
                </a:extLst>
              </p:cNvPr>
              <p:cNvSpPr txBox="1"/>
              <p:nvPr/>
            </p:nvSpPr>
            <p:spPr>
              <a:xfrm>
                <a:off x="9314880" y="3315027"/>
                <a:ext cx="1266657" cy="247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ORR Z3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="" id="{DDDCB217-609F-4739-AFC2-DA2529EDA4A8}"/>
                  </a:ext>
                </a:extLst>
              </p:cNvPr>
              <p:cNvSpPr txBox="1"/>
              <p:nvPr/>
            </p:nvSpPr>
            <p:spPr>
              <a:xfrm>
                <a:off x="9633068" y="1111831"/>
                <a:ext cx="1368591" cy="473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Bengaluru International Airport</a:t>
                </a:r>
                <a:endParaRPr kumimoji="0" lang="en-IN" sz="500" b="1" i="0" u="none" strike="noStrike" kern="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xmlns="" id="{9B4C09FC-948B-403A-B46B-D40BC18CA0B0}"/>
                  </a:ext>
                </a:extLst>
              </p:cNvPr>
              <p:cNvSpPr/>
              <p:nvPr/>
            </p:nvSpPr>
            <p:spPr>
              <a:xfrm rot="1800000">
                <a:off x="10780773" y="5151876"/>
                <a:ext cx="821058" cy="21544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Sarjapura Road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xmlns="" id="{0F5FD78A-C80B-46CE-B1F4-528B8A686FCE}"/>
                  </a:ext>
                </a:extLst>
              </p:cNvPr>
              <p:cNvSpPr/>
              <p:nvPr/>
            </p:nvSpPr>
            <p:spPr>
              <a:xfrm rot="280192">
                <a:off x="11393270" y="4108528"/>
                <a:ext cx="782588" cy="21544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Old Airport Rd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xmlns="" id="{AFBDDF2D-E31F-4367-B167-E68E0A6AACBA}"/>
                  </a:ext>
                </a:extLst>
              </p:cNvPr>
              <p:cNvSpPr/>
              <p:nvPr/>
            </p:nvSpPr>
            <p:spPr>
              <a:xfrm rot="19153401">
                <a:off x="10894848" y="2683498"/>
                <a:ext cx="803425" cy="21544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Old Madras Rd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xmlns="" id="{0CCF6D29-D199-46CA-9C14-DE8EFEB0EA87}"/>
                  </a:ext>
                </a:extLst>
              </p:cNvPr>
              <p:cNvSpPr/>
              <p:nvPr/>
            </p:nvSpPr>
            <p:spPr>
              <a:xfrm rot="17547985">
                <a:off x="8682258" y="1279119"/>
                <a:ext cx="1544012" cy="21544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Towards Hyderabad NH44 (NH7)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xmlns="" id="{49038FF5-AFED-4C7E-BF3B-89E780B92560}"/>
                  </a:ext>
                </a:extLst>
              </p:cNvPr>
              <p:cNvSpPr/>
              <p:nvPr/>
            </p:nvSpPr>
            <p:spPr>
              <a:xfrm rot="15959839">
                <a:off x="8437339" y="1172831"/>
                <a:ext cx="939682" cy="21544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Doddaballapur Rd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xmlns="" id="{DF6BAC6A-20D7-41A2-BE7F-44950EE91659}"/>
                  </a:ext>
                </a:extLst>
              </p:cNvPr>
              <p:cNvSpPr/>
              <p:nvPr/>
            </p:nvSpPr>
            <p:spPr>
              <a:xfrm rot="1703405">
                <a:off x="7275754" y="2318417"/>
                <a:ext cx="639920" cy="21544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Tumkur Rd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xmlns="" id="{10D9EFEE-2908-4844-9C40-0F56373096BF}"/>
                  </a:ext>
                </a:extLst>
              </p:cNvPr>
              <p:cNvSpPr/>
              <p:nvPr/>
            </p:nvSpPr>
            <p:spPr>
              <a:xfrm rot="19779239">
                <a:off x="7076992" y="3579252"/>
                <a:ext cx="631904" cy="21544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Magadi Rd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xmlns="" id="{513DD8E4-A286-4E8A-853A-0F904B7EA23E}"/>
                  </a:ext>
                </a:extLst>
              </p:cNvPr>
              <p:cNvSpPr/>
              <p:nvPr/>
            </p:nvSpPr>
            <p:spPr>
              <a:xfrm rot="18558941">
                <a:off x="7039480" y="5151874"/>
                <a:ext cx="633507" cy="21544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Mysore Rd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xmlns="" id="{0E18FE89-E770-44A5-824A-34B6A71879E3}"/>
                  </a:ext>
                </a:extLst>
              </p:cNvPr>
              <p:cNvSpPr/>
              <p:nvPr/>
            </p:nvSpPr>
            <p:spPr>
              <a:xfrm rot="17789442">
                <a:off x="7813935" y="6080147"/>
                <a:ext cx="1204176" cy="21544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Kanakapura Rd (NH 209)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xmlns="" id="{45E9570C-9D77-4BAD-ABD5-2262EBFDA377}"/>
                  </a:ext>
                </a:extLst>
              </p:cNvPr>
              <p:cNvSpPr/>
              <p:nvPr/>
            </p:nvSpPr>
            <p:spPr>
              <a:xfrm rot="3720091">
                <a:off x="10062757" y="5844751"/>
                <a:ext cx="566182" cy="21544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Hosur Rd</a:t>
                </a:r>
              </a:p>
            </p:txBody>
          </p:sp>
          <p:pic>
            <p:nvPicPr>
              <p:cNvPr id="50" name="Picture 8" descr="Arrow, compass, direction, gps, map, navigation, north icon">
                <a:extLst>
                  <a:ext uri="{FF2B5EF4-FFF2-40B4-BE49-F238E27FC236}">
                    <a16:creationId xmlns:a16="http://schemas.microsoft.com/office/drawing/2014/main" xmlns="" id="{F93CCA99-713C-478E-BCE4-3EEA8F3AAB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031806" y="1243473"/>
                <a:ext cx="393770" cy="4133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" name="Picture 2" descr="Airport icon - Free download on Iconfinder">
                <a:extLst>
                  <a:ext uri="{FF2B5EF4-FFF2-40B4-BE49-F238E27FC236}">
                    <a16:creationId xmlns:a16="http://schemas.microsoft.com/office/drawing/2014/main" xmlns="" id="{9C3EE33E-21FA-43CF-8DD7-2D1DC98FD5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125764" y="938063"/>
                <a:ext cx="191598" cy="2011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xmlns="" id="{AFBDDF2D-E31F-4367-B167-E68E0A6AACBA}"/>
                  </a:ext>
                </a:extLst>
              </p:cNvPr>
              <p:cNvSpPr/>
              <p:nvPr/>
            </p:nvSpPr>
            <p:spPr>
              <a:xfrm rot="19309739">
                <a:off x="10862836" y="2780603"/>
                <a:ext cx="1069524" cy="21544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Chennai NH 75 (NH4)</a:t>
                </a:r>
              </a:p>
            </p:txBody>
          </p:sp>
          <p:cxnSp>
            <p:nvCxnSpPr>
              <p:cNvPr id="57" name="Straight Arrow Connector 56"/>
              <p:cNvCxnSpPr/>
              <p:nvPr/>
            </p:nvCxnSpPr>
            <p:spPr>
              <a:xfrm flipV="1">
                <a:off x="11741016" y="2472605"/>
                <a:ext cx="140455" cy="127805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xmlns="" id="{AFBDDF2D-E31F-4367-B167-E68E0A6AACBA}"/>
                  </a:ext>
                </a:extLst>
              </p:cNvPr>
              <p:cNvSpPr/>
              <p:nvPr/>
            </p:nvSpPr>
            <p:spPr>
              <a:xfrm rot="3734131">
                <a:off x="9621192" y="5865536"/>
                <a:ext cx="1082349" cy="21544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Towards</a:t>
                </a:r>
                <a:r>
                  <a:rPr kumimoji="0" lang="en-US" sz="800" b="0" i="0" u="none" strike="noStrike" kern="0" cap="none" spc="0" normalizeH="0" noProof="0" dirty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 Salem </a:t>
                </a: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(NH7)</a:t>
                </a: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xmlns="" id="{513DD8E4-A286-4E8A-853A-0F904B7EA23E}"/>
                  </a:ext>
                </a:extLst>
              </p:cNvPr>
              <p:cNvSpPr/>
              <p:nvPr/>
            </p:nvSpPr>
            <p:spPr>
              <a:xfrm>
                <a:off x="6798141" y="6161750"/>
                <a:ext cx="659155" cy="21544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chemeClr val="bg1">
                        <a:lumMod val="50000"/>
                      </a:schemeClr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Ramnagara</a:t>
                </a: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xmlns="" id="{513DD8E4-A286-4E8A-853A-0F904B7EA23E}"/>
                  </a:ext>
                </a:extLst>
              </p:cNvPr>
              <p:cNvSpPr/>
              <p:nvPr/>
            </p:nvSpPr>
            <p:spPr>
              <a:xfrm>
                <a:off x="10617088" y="6244035"/>
                <a:ext cx="470000" cy="21544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chemeClr val="bg1">
                        <a:lumMod val="50000"/>
                      </a:schemeClr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Anekal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xmlns="" id="{513DD8E4-A286-4E8A-853A-0F904B7EA23E}"/>
                  </a:ext>
                </a:extLst>
              </p:cNvPr>
              <p:cNvSpPr/>
              <p:nvPr/>
            </p:nvSpPr>
            <p:spPr>
              <a:xfrm>
                <a:off x="11121143" y="2215514"/>
                <a:ext cx="529312" cy="21544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chemeClr val="bg1">
                        <a:lumMod val="50000"/>
                      </a:schemeClr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Hoskote</a:t>
                </a: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xmlns="" id="{513DD8E4-A286-4E8A-853A-0F904B7EA23E}"/>
                  </a:ext>
                </a:extLst>
              </p:cNvPr>
              <p:cNvSpPr/>
              <p:nvPr/>
            </p:nvSpPr>
            <p:spPr>
              <a:xfrm>
                <a:off x="9715116" y="656509"/>
                <a:ext cx="675185" cy="21544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chemeClr val="bg1">
                        <a:lumMod val="50000"/>
                      </a:schemeClr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Devanahalli</a:t>
                </a: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xmlns="" id="{513DD8E4-A286-4E8A-853A-0F904B7EA23E}"/>
                  </a:ext>
                </a:extLst>
              </p:cNvPr>
              <p:cNvSpPr/>
              <p:nvPr/>
            </p:nvSpPr>
            <p:spPr>
              <a:xfrm>
                <a:off x="8131255" y="656509"/>
                <a:ext cx="806632" cy="21544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chemeClr val="bg1">
                        <a:lumMod val="50000"/>
                      </a:schemeClr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Doddaballapur</a:t>
                </a: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xmlns="" id="{513DD8E4-A286-4E8A-853A-0F904B7EA23E}"/>
                  </a:ext>
                </a:extLst>
              </p:cNvPr>
              <p:cNvSpPr/>
              <p:nvPr/>
            </p:nvSpPr>
            <p:spPr>
              <a:xfrm>
                <a:off x="6401176" y="2081072"/>
                <a:ext cx="641521" cy="21544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chemeClr val="bg1">
                        <a:lumMod val="50000"/>
                      </a:schemeClr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Dobbespet</a:t>
                </a: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xmlns="" id="{513DD8E4-A286-4E8A-853A-0F904B7EA23E}"/>
                  </a:ext>
                </a:extLst>
              </p:cNvPr>
              <p:cNvSpPr/>
              <p:nvPr/>
            </p:nvSpPr>
            <p:spPr>
              <a:xfrm>
                <a:off x="5918145" y="4427091"/>
                <a:ext cx="498855" cy="21544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chemeClr val="bg1">
                        <a:lumMod val="50000"/>
                      </a:schemeClr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Magadi</a:t>
                </a: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xmlns="" id="{513DD8E4-A286-4E8A-853A-0F904B7EA23E}"/>
                  </a:ext>
                </a:extLst>
              </p:cNvPr>
              <p:cNvSpPr/>
              <p:nvPr/>
            </p:nvSpPr>
            <p:spPr>
              <a:xfrm>
                <a:off x="8462075" y="6548414"/>
                <a:ext cx="631904" cy="21544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 w="0"/>
                    <a:solidFill>
                      <a:schemeClr val="bg1">
                        <a:lumMod val="50000"/>
                      </a:schemeClr>
                    </a:solidFill>
                    <a:effectLst>
                      <a:outerShdw blurRad="38100" dist="1905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Kanakpura</a:t>
                </a:r>
              </a:p>
            </p:txBody>
          </p:sp>
        </p:grpSp>
        <p:sp>
          <p:nvSpPr>
            <p:cNvPr id="3" name="Oval 2"/>
            <p:cNvSpPr/>
            <p:nvPr/>
          </p:nvSpPr>
          <p:spPr>
            <a:xfrm>
              <a:off x="8841715" y="613091"/>
              <a:ext cx="173615" cy="17361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Oval 64"/>
            <p:cNvSpPr/>
            <p:nvPr/>
          </p:nvSpPr>
          <p:spPr>
            <a:xfrm>
              <a:off x="9718698" y="596241"/>
              <a:ext cx="173615" cy="17361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Oval 65"/>
            <p:cNvSpPr/>
            <p:nvPr/>
          </p:nvSpPr>
          <p:spPr>
            <a:xfrm>
              <a:off x="6713147" y="1912543"/>
              <a:ext cx="173615" cy="17361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Oval 67"/>
            <p:cNvSpPr/>
            <p:nvPr/>
          </p:nvSpPr>
          <p:spPr>
            <a:xfrm>
              <a:off x="6659110" y="6138217"/>
              <a:ext cx="173615" cy="17361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Oval 68"/>
            <p:cNvSpPr/>
            <p:nvPr/>
          </p:nvSpPr>
          <p:spPr>
            <a:xfrm>
              <a:off x="8296268" y="6617479"/>
              <a:ext cx="173615" cy="17361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10374992" y="6232685"/>
              <a:ext cx="173615" cy="17361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Oval 70"/>
            <p:cNvSpPr/>
            <p:nvPr/>
          </p:nvSpPr>
          <p:spPr>
            <a:xfrm>
              <a:off x="11601363" y="2430649"/>
              <a:ext cx="173615" cy="17361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Freeform 4"/>
            <p:cNvSpPr/>
            <p:nvPr/>
          </p:nvSpPr>
          <p:spPr>
            <a:xfrm>
              <a:off x="5880683" y="3833769"/>
              <a:ext cx="1400961" cy="587229"/>
            </a:xfrm>
            <a:custGeom>
              <a:avLst/>
              <a:gdLst>
                <a:gd name="connsiteX0" fmla="*/ 1400961 w 1400961"/>
                <a:gd name="connsiteY0" fmla="*/ 0 h 587229"/>
                <a:gd name="connsiteX1" fmla="*/ 0 w 1400961"/>
                <a:gd name="connsiteY1" fmla="*/ 587229 h 587229"/>
                <a:gd name="connsiteX2" fmla="*/ 25167 w 1400961"/>
                <a:gd name="connsiteY2" fmla="*/ 570451 h 5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00961" h="587229">
                  <a:moveTo>
                    <a:pt x="1400961" y="0"/>
                  </a:moveTo>
                  <a:lnTo>
                    <a:pt x="0" y="587229"/>
                  </a:lnTo>
                  <a:lnTo>
                    <a:pt x="25167" y="570451"/>
                  </a:lnTo>
                </a:path>
              </a:pathLst>
            </a:custGeom>
            <a:noFill/>
            <a:ln w="28575" cap="rnd" cmpd="dbl" algn="ctr">
              <a:solidFill>
                <a:srgbClr val="00B050">
                  <a:alpha val="57000"/>
                </a:srgb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" name="Oval 66"/>
            <p:cNvSpPr/>
            <p:nvPr/>
          </p:nvSpPr>
          <p:spPr>
            <a:xfrm>
              <a:off x="5979547" y="4294683"/>
              <a:ext cx="173615" cy="17361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9" name="Picture 7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305" y="62015"/>
            <a:ext cx="1993662" cy="41144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BD00A-B77F-4C9F-ABDE-325AEFB65BD8}" type="slidenum">
              <a:rPr lang="en-US" smtClean="0"/>
              <a:t>7</a:t>
            </a:fld>
            <a:endParaRPr lang="en-US" dirty="0"/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606" y="62636"/>
            <a:ext cx="504622" cy="5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234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250"/>
                            </p:stCondLst>
                            <p:childTnLst>
                              <p:par>
                                <p:cTn id="12" presetID="6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75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  <p:bldP spid="122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5139074" y="-1"/>
            <a:ext cx="7052926" cy="5428446"/>
            <a:chOff x="0" y="0"/>
            <a:chExt cx="406400" cy="1873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6400" cy="187305"/>
            </a:xfrm>
            <a:custGeom>
              <a:avLst/>
              <a:gdLst/>
              <a:ahLst/>
              <a:cxnLst/>
              <a:rect l="l" t="t" r="r" b="b"/>
              <a:pathLst>
                <a:path w="406400" h="187305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3363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00"/>
                </a:lnSpc>
              </a:pPr>
              <a:endParaRPr sz="12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6096000" y="1367644"/>
            <a:ext cx="6133578" cy="5490356"/>
            <a:chOff x="0" y="0"/>
            <a:chExt cx="6184570" cy="50883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184570" cy="5088399"/>
            </a:xfrm>
            <a:custGeom>
              <a:avLst/>
              <a:gdLst/>
              <a:ahLst/>
              <a:cxnLst/>
              <a:rect l="l" t="t" r="r" b="b"/>
              <a:pathLst>
                <a:path w="6184570" h="5088399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6184570" cy="5088399"/>
            </a:xfrm>
            <a:custGeom>
              <a:avLst/>
              <a:gdLst/>
              <a:ahLst/>
              <a:cxnLst/>
              <a:rect l="l" t="t" r="r" b="b"/>
              <a:pathLst>
                <a:path w="6184570" h="5088399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blipFill>
              <a:blip r:embed="rId2"/>
              <a:stretch>
                <a:fillRect l="-11745" r="-117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04565" y="4536396"/>
            <a:ext cx="5037228" cy="2321604"/>
            <a:chOff x="0" y="0"/>
            <a:chExt cx="406400" cy="1873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6400" cy="187305"/>
            </a:xfrm>
            <a:custGeom>
              <a:avLst/>
              <a:gdLst/>
              <a:ahLst/>
              <a:cxnLst/>
              <a:rect l="l" t="t" r="r" b="b"/>
              <a:pathLst>
                <a:path w="406400" h="187305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3363A">
                <a:alpha val="8000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00"/>
                </a:lnSpc>
              </a:pPr>
              <a:endParaRPr sz="1200" dirty="0">
                <a:solidFill>
                  <a:prstClr val="black"/>
                </a:solidFill>
                <a:latin typeface="Calibri"/>
              </a:endParaRPr>
            </a:p>
          </p:txBody>
        </p: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61" y="325778"/>
            <a:ext cx="2412331" cy="49784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82" y="325778"/>
            <a:ext cx="504622" cy="504622"/>
          </a:xfrm>
          <a:prstGeom prst="rect">
            <a:avLst/>
          </a:prstGeom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BD00A-B77F-4C9F-ABDE-325AEFB65BD8}" type="slidenum">
              <a:rPr lang="en-US" smtClean="0"/>
              <a:t>8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8796C209-04B6-474D-9F0C-BF7919647517}"/>
              </a:ext>
            </a:extLst>
          </p:cNvPr>
          <p:cNvSpPr/>
          <p:nvPr/>
        </p:nvSpPr>
        <p:spPr>
          <a:xfrm>
            <a:off x="-100493" y="1778001"/>
            <a:ext cx="6862019" cy="22861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3500" b="1" u="sng" spc="-150" dirty="0">
                <a:solidFill>
                  <a:schemeClr val="tx1"/>
                </a:solidFill>
                <a:latin typeface="Century Gothic"/>
                <a:cs typeface="Arial"/>
              </a:rPr>
              <a:t>PROPOSED OPTIONS </a:t>
            </a:r>
            <a:endParaRPr lang="en-IN" sz="3500" b="1" u="sng" spc="-15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505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525259" y="6482920"/>
            <a:ext cx="597000" cy="365125"/>
          </a:xfrm>
        </p:spPr>
        <p:txBody>
          <a:bodyPr/>
          <a:lstStyle/>
          <a:p>
            <a:fld id="{8FCBD00A-B77F-4C9F-ABDE-325AEFB65BD8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BA74F081-7700-4A4E-BE20-7F6C89428C3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41538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MAP – INDICATING  PROPOSED OPTIONS  </a:t>
            </a:r>
            <a:endParaRPr lang="en-US" altLang="en-US" sz="20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163" y="-17327"/>
            <a:ext cx="2412331" cy="4978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5852" y="18459"/>
            <a:ext cx="504622" cy="50462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735098"/>
              </p:ext>
            </p:extLst>
          </p:nvPr>
        </p:nvGraphicFramePr>
        <p:xfrm>
          <a:off x="7667537" y="550014"/>
          <a:ext cx="4462944" cy="417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28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9457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7208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6663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SL.NO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PROPERTY NAME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LOCATION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9606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SATTVA AURA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Outer Ring Road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58646"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Prestige Technology Park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Outer Ring Road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89126"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Umiya Business Bay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Bellandur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37006"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Zonasha IT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Mahadevapur ORR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37006"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Bagmane Constellation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Mahadevapur ORR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37006"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Helios Tech Park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Outer Ring Road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Prestige Tech Pacific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Bellandur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8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DivyaSree Town Centre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Yemalur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37006">
                <a:tc>
                  <a:txBody>
                    <a:bodyPr/>
                    <a:lstStyle/>
                    <a:p>
                      <a:r>
                        <a:rPr lang="en-US" sz="1000" dirty="0"/>
                        <a:t>9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Prestige Tech Park IV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Outer Ring Road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37006"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RMZ Ecoworld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Outer Ring Road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37006">
                <a:tc>
                  <a:txBody>
                    <a:bodyPr/>
                    <a:lstStyle/>
                    <a:p>
                      <a:r>
                        <a:rPr lang="en-US" sz="1000" dirty="0"/>
                        <a:t>11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RMZ Ecospace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Outer Ring Road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37006">
                <a:tc>
                  <a:txBody>
                    <a:bodyPr/>
                    <a:lstStyle/>
                    <a:p>
                      <a:r>
                        <a:rPr lang="en-US" sz="1000" dirty="0"/>
                        <a:t>12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Mantri Commerce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Outer Ring Road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37006">
                <a:tc>
                  <a:txBody>
                    <a:bodyPr/>
                    <a:lstStyle/>
                    <a:p>
                      <a:r>
                        <a:rPr lang="en-US" sz="1000" dirty="0"/>
                        <a:t>13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Global Tech Park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Outer Ring Road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37006">
                <a:tc>
                  <a:txBody>
                    <a:bodyPr/>
                    <a:lstStyle/>
                    <a:p>
                      <a:r>
                        <a:rPr lang="en-US" sz="1000" dirty="0"/>
                        <a:t>14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Vaishnavi Tech Park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Sarjapur</a:t>
                      </a:r>
                      <a:r>
                        <a:rPr lang="en-US" sz="1000" baseline="0" dirty="0"/>
                        <a:t> Road</a:t>
                      </a:r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37006">
                <a:tc>
                  <a:txBody>
                    <a:bodyPr/>
                    <a:lstStyle/>
                    <a:p>
                      <a:r>
                        <a:rPr lang="en-US" sz="1000" dirty="0"/>
                        <a:t>15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Manyata Tech Park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Nagawara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237006">
                <a:tc>
                  <a:txBody>
                    <a:bodyPr/>
                    <a:lstStyle/>
                    <a:p>
                      <a:r>
                        <a:rPr lang="en-US" sz="1000" dirty="0"/>
                        <a:t>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BCIT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North Bangalore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12443" r="9091"/>
          <a:stretch/>
        </p:blipFill>
        <p:spPr>
          <a:xfrm>
            <a:off x="1" y="354917"/>
            <a:ext cx="7612380" cy="6419263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3694739" y="5054541"/>
            <a:ext cx="395020" cy="28041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80782" y="4125975"/>
            <a:ext cx="395020" cy="28041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11985" y="5011837"/>
            <a:ext cx="395020" cy="28041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78292" y="2109791"/>
            <a:ext cx="395020" cy="28041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09493" y="1758188"/>
            <a:ext cx="395020" cy="28041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11171" y="5367905"/>
            <a:ext cx="395020" cy="28041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92249" y="4288488"/>
            <a:ext cx="395020" cy="28041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7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94739" y="3905462"/>
            <a:ext cx="395020" cy="28041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8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19832" y="3845557"/>
            <a:ext cx="395020" cy="28041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9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85762" y="5863030"/>
            <a:ext cx="395020" cy="28041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01893" y="6194504"/>
            <a:ext cx="395020" cy="28041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134741" y="5541060"/>
            <a:ext cx="395020" cy="28041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390742" y="5872534"/>
            <a:ext cx="395020" cy="28041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89379" y="6498514"/>
            <a:ext cx="395020" cy="28041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2744" y="340310"/>
            <a:ext cx="395020" cy="28041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05487" y="300716"/>
            <a:ext cx="395020" cy="28041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55386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BA74F081-7700-4A4E-BE20-7F6C89428C3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1538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 – 1 – Sattva Aura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xmlns="" id="{2D5943CD-6A4D-4D17-82B8-108BEF2FA4A1}"/>
              </a:ext>
            </a:extLst>
          </p:cNvPr>
          <p:cNvGraphicFramePr/>
          <p:nvPr/>
        </p:nvGraphicFramePr>
        <p:xfrm>
          <a:off x="5688309" y="612664"/>
          <a:ext cx="6248323" cy="1207899"/>
        </p:xfrm>
        <a:graphic>
          <a:graphicData uri="http://schemas.openxmlformats.org/drawingml/2006/table">
            <a:tbl>
              <a:tblPr/>
              <a:tblGrid>
                <a:gridCol w="3342594">
                  <a:extLst>
                    <a:ext uri="{9D8B030D-6E8A-4147-A177-3AD203B41FA5}">
                      <a16:colId xmlns:a16="http://schemas.microsoft.com/office/drawing/2014/main" xmlns="" val="2940371829"/>
                    </a:ext>
                  </a:extLst>
                </a:gridCol>
                <a:gridCol w="2905729">
                  <a:extLst>
                    <a:ext uri="{9D8B030D-6E8A-4147-A177-3AD203B41FA5}">
                      <a16:colId xmlns:a16="http://schemas.microsoft.com/office/drawing/2014/main" xmlns="" val="414994911"/>
                    </a:ext>
                  </a:extLst>
                </a:gridCol>
              </a:tblGrid>
              <a:tr h="402633">
                <a:tc>
                  <a:txBody>
                    <a:bodyPr/>
                    <a:lstStyle/>
                    <a:p>
                      <a:pPr marL="0" lvl="0" indent="9525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Name of the Developer</a:t>
                      </a:r>
                    </a:p>
                  </a:txBody>
                  <a:tcPr marL="6555" marR="6555" marT="65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Sattva Group</a:t>
                      </a:r>
                      <a:endParaRPr lang="en-IN" sz="14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5" marR="6555" marT="65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52955494"/>
                  </a:ext>
                </a:extLst>
              </a:tr>
              <a:tr h="402633">
                <a:tc>
                  <a:txBody>
                    <a:bodyPr/>
                    <a:lstStyle/>
                    <a:p>
                      <a:pPr marL="0" lvl="0" indent="9525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Block/ Tower offered</a:t>
                      </a:r>
                    </a:p>
                  </a:txBody>
                  <a:tcPr marL="6555" marR="6555" marT="65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525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Grade A Building</a:t>
                      </a:r>
                    </a:p>
                  </a:txBody>
                  <a:tcPr marL="6555" marR="6555" marT="65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950320414"/>
                  </a:ext>
                </a:extLst>
              </a:tr>
              <a:tr h="402633">
                <a:tc>
                  <a:txBody>
                    <a:bodyPr/>
                    <a:lstStyle/>
                    <a:p>
                      <a:pPr marL="0" lvl="0" indent="9525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Location</a:t>
                      </a:r>
                    </a:p>
                  </a:txBody>
                  <a:tcPr marL="6555" marR="6555" marT="65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525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ORR</a:t>
                      </a:r>
                    </a:p>
                  </a:txBody>
                  <a:tcPr marL="6555" marR="6555" marT="65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9124790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xmlns="" id="{134F3080-CE77-4DF4-93A2-17A3FCC05604}"/>
              </a:ext>
            </a:extLst>
          </p:cNvPr>
          <p:cNvGraphicFramePr/>
          <p:nvPr/>
        </p:nvGraphicFramePr>
        <p:xfrm>
          <a:off x="-5771" y="2969138"/>
          <a:ext cx="5632910" cy="10328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7084">
                  <a:extLst>
                    <a:ext uri="{9D8B030D-6E8A-4147-A177-3AD203B41FA5}">
                      <a16:colId xmlns:a16="http://schemas.microsoft.com/office/drawing/2014/main" xmlns="" val="3287800296"/>
                    </a:ext>
                  </a:extLst>
                </a:gridCol>
                <a:gridCol w="2965826">
                  <a:extLst>
                    <a:ext uri="{9D8B030D-6E8A-4147-A177-3AD203B41FA5}">
                      <a16:colId xmlns:a16="http://schemas.microsoft.com/office/drawing/2014/main" xmlns="" val="500350253"/>
                    </a:ext>
                  </a:extLst>
                </a:gridCol>
              </a:tblGrid>
              <a:tr h="302305">
                <a:tc gridSpan="2">
                  <a:txBody>
                    <a:bodyPr/>
                    <a:lstStyle/>
                    <a:p>
                      <a:pPr marL="0" indent="95250"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PROPOSED SPACE/ BUILDING DETAILS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26" marR="4826" marT="4826" marB="0" anchor="ctr"/>
                </a:tc>
                <a:extLst>
                  <a:ext uri="{0D108BD9-81ED-4DB2-BD59-A6C34878D82A}">
                    <a16:rowId xmlns:a16="http://schemas.microsoft.com/office/drawing/2014/main" xmlns="" val="3990097337"/>
                  </a:ext>
                </a:extLst>
              </a:tr>
              <a:tr h="243529">
                <a:tc>
                  <a:txBody>
                    <a:bodyPr/>
                    <a:lstStyle/>
                    <a:p>
                      <a:pPr marL="0" indent="9525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effectLst/>
                          <a:latin typeface="Century Gothic" panose="020B0502020202020204" pitchFamily="34" charset="0"/>
                        </a:rPr>
                        <a:t>Total No. of Floors</a:t>
                      </a:r>
                      <a:endParaRPr lang="en-US" sz="1200" b="1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9525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dirty="0">
                          <a:effectLst/>
                          <a:latin typeface="Century Gothic" panose="020B0502020202020204" pitchFamily="34" charset="0"/>
                        </a:rPr>
                        <a:t>Basement + Ground + 6 Upper Floors</a:t>
                      </a: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06387535"/>
                  </a:ext>
                </a:extLst>
              </a:tr>
              <a:tr h="243529">
                <a:tc>
                  <a:txBody>
                    <a:bodyPr/>
                    <a:lstStyle/>
                    <a:p>
                      <a:pPr marL="0" indent="9525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effectLst/>
                          <a:latin typeface="Century Gothic" panose="020B0502020202020204" pitchFamily="34" charset="0"/>
                        </a:rPr>
                        <a:t>Average Floor Plate Size [In Sq. Ft.]</a:t>
                      </a:r>
                      <a:endParaRPr lang="en-US" sz="1200" b="1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9525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dirty="0">
                          <a:effectLst/>
                          <a:latin typeface="Century Gothic" panose="020B0502020202020204" pitchFamily="34" charset="0"/>
                        </a:rPr>
                        <a:t>44,000</a:t>
                      </a: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14221734"/>
                  </a:ext>
                </a:extLst>
              </a:tr>
              <a:tr h="243529">
                <a:tc>
                  <a:txBody>
                    <a:bodyPr/>
                    <a:lstStyle/>
                    <a:p>
                      <a:pPr marL="0" indent="9525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effectLst/>
                          <a:latin typeface="Century Gothic" panose="020B0502020202020204" pitchFamily="34" charset="0"/>
                        </a:rPr>
                        <a:t>Floor Plate Efficiency [Approx.]</a:t>
                      </a:r>
                      <a:endParaRPr lang="en-US" sz="1200" b="1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5250" algn="l" defTabSz="124193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effectLst/>
                          <a:latin typeface="Century Gothic" panose="020B0502020202020204" pitchFamily="34" charset="0"/>
                        </a:rPr>
                        <a:t>80% (+/-2%)</a:t>
                      </a: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849066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xmlns="" id="{A78F7759-AB2A-4C29-8500-B0FD8AAA44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6259591"/>
              </p:ext>
            </p:extLst>
          </p:nvPr>
        </p:nvGraphicFramePr>
        <p:xfrm>
          <a:off x="5675815" y="1901736"/>
          <a:ext cx="6277821" cy="35437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67173">
                  <a:extLst>
                    <a:ext uri="{9D8B030D-6E8A-4147-A177-3AD203B41FA5}">
                      <a16:colId xmlns:a16="http://schemas.microsoft.com/office/drawing/2014/main" xmlns="" val="1153721352"/>
                    </a:ext>
                  </a:extLst>
                </a:gridCol>
                <a:gridCol w="2910648">
                  <a:extLst>
                    <a:ext uri="{9D8B030D-6E8A-4147-A177-3AD203B41FA5}">
                      <a16:colId xmlns:a16="http://schemas.microsoft.com/office/drawing/2014/main" xmlns="" val="3070445857"/>
                    </a:ext>
                  </a:extLst>
                </a:gridCol>
              </a:tblGrid>
              <a:tr h="394462">
                <a:tc gridSpan="2">
                  <a:txBody>
                    <a:bodyPr/>
                    <a:lstStyle/>
                    <a:p>
                      <a:pPr marL="95250" indent="0" algn="ctr" defTabSz="1255713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COMMERCIAL DETAILS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826" marR="4826" marT="4826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03039424"/>
                  </a:ext>
                </a:extLst>
              </a:tr>
              <a:tr h="317768">
                <a:tc>
                  <a:txBody>
                    <a:bodyPr/>
                    <a:lstStyle/>
                    <a:p>
                      <a:pPr marL="0" indent="95250" algn="l" defTabSz="1241938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Quoted Rental [INR/ Sq. Ft./ Month]</a:t>
                      </a:r>
                    </a:p>
                  </a:txBody>
                  <a:tcPr marL="3175" marR="95250" marT="317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52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dirty="0">
                          <a:effectLst/>
                          <a:latin typeface="Century Gothic" panose="020B0502020202020204" pitchFamily="34" charset="0"/>
                        </a:rPr>
                        <a:t>INR 115</a:t>
                      </a:r>
                      <a:r>
                        <a:rPr lang="en-US" sz="1200" b="1" i="0" u="none" strike="noStrike" baseline="0" dirty="0">
                          <a:effectLst/>
                          <a:latin typeface="Century Gothic" panose="020B0502020202020204" pitchFamily="34" charset="0"/>
                        </a:rPr>
                        <a:t> (As is where is basis)</a:t>
                      </a:r>
                      <a:endParaRPr lang="en-US" sz="1200" b="1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07010"/>
                  </a:ext>
                </a:extLst>
              </a:tr>
              <a:tr h="618872">
                <a:tc>
                  <a:txBody>
                    <a:bodyPr/>
                    <a:lstStyle/>
                    <a:p>
                      <a:pPr marL="115888" indent="-20638" algn="l" defTabSz="1241938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Common Area Maintenance Charges</a:t>
                      </a:r>
                    </a:p>
                    <a:p>
                      <a:pPr marL="115888" indent="-20638" algn="l" defTabSz="1241938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[INR/ Sq. Ft./ Month]</a:t>
                      </a:r>
                    </a:p>
                  </a:txBody>
                  <a:tcPr marL="3175" marR="95250" marT="317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52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dirty="0">
                          <a:effectLst/>
                          <a:latin typeface="Century Gothic" panose="020B0502020202020204" pitchFamily="34" charset="0"/>
                        </a:rPr>
                        <a:t>INR 15.00</a:t>
                      </a: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06805892"/>
                  </a:ext>
                </a:extLst>
              </a:tr>
              <a:tr h="317768">
                <a:tc>
                  <a:txBody>
                    <a:bodyPr/>
                    <a:lstStyle/>
                    <a:p>
                      <a:pPr marL="0" indent="95250" algn="l" defTabSz="1241938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Car Parking Charges [INR/ Slot/ Month]</a:t>
                      </a:r>
                    </a:p>
                  </a:txBody>
                  <a:tcPr marL="3175" marR="95250" marT="317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52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dirty="0">
                          <a:effectLst/>
                          <a:latin typeface="Century Gothic" panose="020B0502020202020204" pitchFamily="34" charset="0"/>
                        </a:rPr>
                        <a:t>INR</a:t>
                      </a:r>
                      <a:r>
                        <a:rPr lang="en-US" sz="1200" b="1" i="0" u="none" strike="noStrike" baseline="0" dirty="0">
                          <a:effectLst/>
                          <a:latin typeface="Century Gothic" panose="020B0502020202020204" pitchFamily="34" charset="0"/>
                        </a:rPr>
                        <a:t> 3000</a:t>
                      </a:r>
                      <a:endParaRPr lang="en-US" sz="1200" b="1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02451001"/>
                  </a:ext>
                </a:extLst>
              </a:tr>
              <a:tr h="322751">
                <a:tc>
                  <a:txBody>
                    <a:bodyPr/>
                    <a:lstStyle/>
                    <a:p>
                      <a:pPr marL="0" indent="95250" algn="l" defTabSz="1241938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Rental Escalation [% In Months]</a:t>
                      </a:r>
                    </a:p>
                  </a:txBody>
                  <a:tcPr marL="3175" marR="95250" marT="317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5250" algn="l" defTabSz="1241938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6% every 12 months</a:t>
                      </a:r>
                      <a:endParaRPr lang="en-IN" sz="1200" b="1" i="0" u="none" strike="noStrike" kern="1200" dirty="0">
                        <a:solidFill>
                          <a:schemeClr val="dk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00852545"/>
                  </a:ext>
                </a:extLst>
              </a:tr>
              <a:tr h="618872">
                <a:tc>
                  <a:txBody>
                    <a:bodyPr/>
                    <a:lstStyle/>
                    <a:p>
                      <a:pPr marL="0" indent="95250" algn="l" defTabSz="1241938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Interest Free Refundable Security Deposit [In Months]</a:t>
                      </a:r>
                    </a:p>
                  </a:txBody>
                  <a:tcPr marL="3175" marR="95250" marT="317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52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dirty="0">
                          <a:effectLst/>
                          <a:latin typeface="Century Gothic" panose="020B0502020202020204" pitchFamily="34" charset="0"/>
                        </a:rPr>
                        <a:t>12</a:t>
                      </a: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08851156"/>
                  </a:ext>
                </a:extLst>
              </a:tr>
              <a:tr h="317768">
                <a:tc>
                  <a:txBody>
                    <a:bodyPr/>
                    <a:lstStyle/>
                    <a:p>
                      <a:pPr marL="0" indent="95250" algn="l" defTabSz="1241938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Lease Term [In Months]</a:t>
                      </a:r>
                    </a:p>
                  </a:txBody>
                  <a:tcPr marL="3175" marR="95250" marT="317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52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dirty="0">
                          <a:effectLst/>
                          <a:latin typeface="Century Gothic" panose="020B0502020202020204" pitchFamily="34" charset="0"/>
                        </a:rPr>
                        <a:t>60</a:t>
                      </a: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86076512"/>
                  </a:ext>
                </a:extLst>
              </a:tr>
              <a:tr h="317768">
                <a:tc>
                  <a:txBody>
                    <a:bodyPr/>
                    <a:lstStyle/>
                    <a:p>
                      <a:pPr marL="0" indent="95250" algn="l" defTabSz="1241938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Lock-In Period [In Months]</a:t>
                      </a:r>
                    </a:p>
                  </a:txBody>
                  <a:tcPr marL="3175" marR="95250" marT="317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52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dirty="0">
                          <a:effectLst/>
                          <a:latin typeface="Century Gothic" panose="020B0502020202020204" pitchFamily="34" charset="0"/>
                        </a:rPr>
                        <a:t>36</a:t>
                      </a: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8106622"/>
                  </a:ext>
                </a:extLst>
              </a:tr>
              <a:tr h="317768">
                <a:tc>
                  <a:txBody>
                    <a:bodyPr/>
                    <a:lstStyle/>
                    <a:p>
                      <a:pPr marL="0" indent="95250" algn="l" defTabSz="1241938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Notice Period for Termination [In Months]</a:t>
                      </a:r>
                    </a:p>
                  </a:txBody>
                  <a:tcPr marL="3175" marR="95250" marT="317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52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dirty="0"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4726256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xmlns="" id="{BC9B617A-8FBE-4BF1-BF28-17E7D2BA1D3E}"/>
              </a:ext>
            </a:extLst>
          </p:cNvPr>
          <p:cNvGraphicFramePr/>
          <p:nvPr/>
        </p:nvGraphicFramePr>
        <p:xfrm>
          <a:off x="0" y="4218250"/>
          <a:ext cx="5632910" cy="21515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4490">
                  <a:extLst>
                    <a:ext uri="{9D8B030D-6E8A-4147-A177-3AD203B41FA5}">
                      <a16:colId xmlns:a16="http://schemas.microsoft.com/office/drawing/2014/main" xmlns="" val="3287800296"/>
                    </a:ext>
                  </a:extLst>
                </a:gridCol>
                <a:gridCol w="2978420">
                  <a:extLst>
                    <a:ext uri="{9D8B030D-6E8A-4147-A177-3AD203B41FA5}">
                      <a16:colId xmlns:a16="http://schemas.microsoft.com/office/drawing/2014/main" xmlns="" val="500350253"/>
                    </a:ext>
                  </a:extLst>
                </a:gridCol>
              </a:tblGrid>
              <a:tr h="300286">
                <a:tc gridSpan="2">
                  <a:txBody>
                    <a:bodyPr/>
                    <a:lstStyle/>
                    <a:p>
                      <a:pPr marL="0" indent="95250"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DETAILS OF THE SPACE OFFERED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26" marR="4826" marT="4826" marB="0" anchor="ctr"/>
                </a:tc>
                <a:extLst>
                  <a:ext uri="{0D108BD9-81ED-4DB2-BD59-A6C34878D82A}">
                    <a16:rowId xmlns:a16="http://schemas.microsoft.com/office/drawing/2014/main" xmlns="" val="3990097337"/>
                  </a:ext>
                </a:extLst>
              </a:tr>
              <a:tr h="399831">
                <a:tc>
                  <a:txBody>
                    <a:bodyPr/>
                    <a:lstStyle/>
                    <a:p>
                      <a:pPr marL="0" indent="95250" algn="just" defTabSz="1241938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Area Offered [In Sq. Ft.]</a:t>
                      </a: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52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38440</a:t>
                      </a:r>
                      <a:r>
                        <a:rPr lang="en-US" sz="1200" b="1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and 41412</a:t>
                      </a:r>
                      <a:endParaRPr lang="en-US" sz="1200" b="1" u="none" strike="noStrike" kern="1200" dirty="0">
                        <a:solidFill>
                          <a:schemeClr val="dk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95289935"/>
                  </a:ext>
                </a:extLst>
              </a:tr>
              <a:tr h="241903">
                <a:tc>
                  <a:txBody>
                    <a:bodyPr/>
                    <a:lstStyle/>
                    <a:p>
                      <a:pPr marL="0" indent="95250" algn="just" defTabSz="1241938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Floor Offered</a:t>
                      </a: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52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Ground floor and first floor</a:t>
                      </a: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06383957"/>
                  </a:ext>
                </a:extLst>
              </a:tr>
              <a:tr h="241903">
                <a:tc>
                  <a:txBody>
                    <a:bodyPr/>
                    <a:lstStyle/>
                    <a:p>
                      <a:pPr marL="0" indent="95250" algn="just" defTabSz="1241938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Condition of Space </a:t>
                      </a: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52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Furnished</a:t>
                      </a: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75867785"/>
                  </a:ext>
                </a:extLst>
              </a:tr>
              <a:tr h="241903">
                <a:tc>
                  <a:txBody>
                    <a:bodyPr/>
                    <a:lstStyle/>
                    <a:p>
                      <a:pPr marL="0" indent="95250" algn="just" defTabSz="1241938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Power [In kVA]</a:t>
                      </a: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52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 kVA/ 100 Sq.ft </a:t>
                      </a:r>
                      <a:endParaRPr lang="it-IT" sz="1200" b="1" u="none" strike="noStrike" kern="1200" dirty="0">
                        <a:solidFill>
                          <a:schemeClr val="dk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59001759"/>
                  </a:ext>
                </a:extLst>
              </a:tr>
              <a:tr h="241903">
                <a:tc>
                  <a:txBody>
                    <a:bodyPr/>
                    <a:lstStyle/>
                    <a:p>
                      <a:pPr marL="0" indent="95250" algn="just" defTabSz="1241938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Power Back-up</a:t>
                      </a: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52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06387535"/>
                  </a:ext>
                </a:extLst>
              </a:tr>
              <a:tr h="241903">
                <a:tc>
                  <a:txBody>
                    <a:bodyPr/>
                    <a:lstStyle/>
                    <a:p>
                      <a:pPr marL="0" indent="95250" algn="just" defTabSz="1241938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Car Parking Ratio</a:t>
                      </a: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52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 Slot/ 1000 Sq.Ft.</a:t>
                      </a:r>
                      <a:endParaRPr lang="it-IT" sz="1200" b="1" u="none" strike="noStrike" kern="1200" dirty="0">
                        <a:solidFill>
                          <a:schemeClr val="dk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14221734"/>
                  </a:ext>
                </a:extLst>
              </a:tr>
              <a:tr h="241903">
                <a:tc>
                  <a:txBody>
                    <a:bodyPr/>
                    <a:lstStyle/>
                    <a:p>
                      <a:pPr marL="0" indent="95250" algn="just" defTabSz="1241938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Timeline </a:t>
                      </a: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52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Immediate</a:t>
                      </a:r>
                    </a:p>
                  </a:txBody>
                  <a:tcPr marL="6555" marR="6555" marT="655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37308939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7" y="6564547"/>
            <a:ext cx="1360397" cy="221779"/>
          </a:xfrm>
          <a:prstGeom prst="rect">
            <a:avLst/>
          </a:prstGeom>
        </p:spPr>
      </p:pic>
      <p:pic>
        <p:nvPicPr>
          <p:cNvPr id="2050" name="Picture 2" descr="Sattva Aura Block B | Marathahalli - Sarjapur Outer Circular Road,  Kaverappa Layout, Kadubeesanahalli, | Bengaluru Office properties | JLL  Property India | Commercial Office Space for Lease and Sal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r="8275"/>
          <a:stretch/>
        </p:blipFill>
        <p:spPr bwMode="auto">
          <a:xfrm>
            <a:off x="43916" y="583873"/>
            <a:ext cx="5544083" cy="2311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5670958" y="5484339"/>
            <a:ext cx="6296561" cy="13019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Building Has all approvals like OC, Sanction plan etc.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Nearest bus stop 200 Mtrs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Nearest Metro station 300 </a:t>
            </a:r>
            <a:r>
              <a:rPr lang="en-US" sz="1200" b="1" dirty="0" err="1">
                <a:solidFill>
                  <a:schemeClr val="tx1"/>
                </a:solidFill>
              </a:rPr>
              <a:t>Mtrs</a:t>
            </a:r>
            <a:r>
              <a:rPr lang="en-US" sz="1200" b="1" dirty="0">
                <a:solidFill>
                  <a:schemeClr val="tx1"/>
                </a:solidFill>
              </a:rPr>
              <a:t> (Under construction)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Close by eateries available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Distance from Silk Board 8 KMS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Distance from Central 17 KMS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Distance from BIAL 42 KMS</a:t>
            </a:r>
          </a:p>
        </p:txBody>
      </p:sp>
    </p:spTree>
    <p:extLst>
      <p:ext uri="{BB962C8B-B14F-4D97-AF65-F5344CB8AC3E}">
        <p14:creationId xmlns:p14="http://schemas.microsoft.com/office/powerpoint/2010/main" val="264509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716BEA-4B93-47B5-BDBA-0E9A3B145EC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15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Bangaloreoffice?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C125C1F-E93D-5840-97D5-1E64C66D758A}"/>
              </a:ext>
            </a:extLst>
          </p:cNvPr>
          <p:cNvSpPr/>
          <p:nvPr/>
        </p:nvSpPr>
        <p:spPr>
          <a:xfrm>
            <a:off x="168375" y="776255"/>
            <a:ext cx="10711348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u="sng" dirty="0">
                <a:latin typeface="Bell MT" panose="02020503060305020303" pitchFamily="18" charset="0"/>
              </a:rPr>
              <a:t>DIFFERENTIATOR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EHS Due Diligence/Survey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Expertise in conducting a thorough Environmental Health and Safety audit/survey of every shortlisted property much before going forward for a negotiation. Social and Support Infrastructure reviews. These are critical aspects to be completed, even before coming to a conclusion of the shortlisted options/properties.</a:t>
            </a:r>
            <a:endParaRPr lang="en-IN" sz="1600" dirty="0"/>
          </a:p>
          <a:p>
            <a:endParaRPr lang="en-US"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ClrTx/>
              <a:buSzTx/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Government Departmental Relationship </a:t>
            </a: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 an excellent working relationship with all government departments, which helps in  scanning/ascertaining the timelines of the occupancy certificate, reliability of electricity power, fluctuation on the taxation, stamp duty charges etc.</a:t>
            </a:r>
            <a:endParaRPr lang="en-IN" sz="1600" dirty="0"/>
          </a:p>
          <a:p>
            <a:endParaRPr lang="en-US"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Review </a:t>
            </a: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technical survey of the building such as glazing, direction of the sun light, chiller types, floor loading, car park size measurements, Diesel generator make, Facility management firms capability etc.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Intelligence </a:t>
            </a: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analysis including micro market location trends and competition benchmarking.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Cut Legal Review </a:t>
            </a: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Sanction plans, Occupation certificate, Fire clearance, Draft LOI/Lease Deed.</a:t>
            </a:r>
            <a:r>
              <a:rPr lang="en-IN" b="1" dirty="0">
                <a:solidFill>
                  <a:srgbClr val="002060"/>
                </a:solidFill>
                <a:latin typeface="Bell MT" panose="02020503060305020303" pitchFamily="18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163" y="-17327"/>
            <a:ext cx="2412331" cy="4978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5852" y="18459"/>
            <a:ext cx="504622" cy="5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203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34000" y="0"/>
            <a:ext cx="6858000" cy="673100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-95377" y="-95377"/>
              <a:ext cx="6540754" cy="6540754"/>
            </a:xfrm>
            <a:custGeom>
              <a:avLst/>
              <a:gdLst/>
              <a:ahLst/>
              <a:cxnLst/>
              <a:rect l="l" t="t" r="r" b="b"/>
              <a:pathLst>
                <a:path w="6540754" h="6540754">
                  <a:moveTo>
                    <a:pt x="6540754" y="0"/>
                  </a:moveTo>
                  <a:lnTo>
                    <a:pt x="0" y="6540754"/>
                  </a:lnTo>
                  <a:lnTo>
                    <a:pt x="6540754" y="6540754"/>
                  </a:lnTo>
                  <a:close/>
                </a:path>
              </a:pathLst>
            </a:custGeom>
            <a:blipFill>
              <a:blip r:embed="rId2"/>
              <a:stretch>
                <a:fillRect l="-5009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38284" y="952959"/>
            <a:ext cx="5926940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6800"/>
              </a:lnSpc>
            </a:pPr>
            <a:r>
              <a:rPr lang="en-US" sz="2000" b="1" dirty="0">
                <a:solidFill>
                  <a:srgbClr val="A20E20"/>
                </a:solidFill>
                <a:latin typeface="Garamond" panose="02020404030301010803" pitchFamily="18" charset="0"/>
              </a:rPr>
              <a:t>Connect with us</a:t>
            </a:r>
            <a:r>
              <a:rPr lang="en-US" sz="3000" b="1" dirty="0">
                <a:solidFill>
                  <a:srgbClr val="A20E20"/>
                </a:solidFill>
                <a:latin typeface="Garamond" panose="02020404030301010803" pitchFamily="18" charset="0"/>
              </a:rPr>
              <a:t>.</a:t>
            </a:r>
          </a:p>
        </p:txBody>
      </p:sp>
      <p:grpSp>
        <p:nvGrpSpPr>
          <p:cNvPr id="15" name="Group 15"/>
          <p:cNvGrpSpPr/>
          <p:nvPr/>
        </p:nvGrpSpPr>
        <p:grpSpPr>
          <a:xfrm rot="-10800000">
            <a:off x="9631411" y="0"/>
            <a:ext cx="2609555" cy="2360295"/>
            <a:chOff x="0" y="0"/>
            <a:chExt cx="406400" cy="1873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06400" cy="187305"/>
            </a:xfrm>
            <a:custGeom>
              <a:avLst/>
              <a:gdLst/>
              <a:ahLst/>
              <a:cxnLst/>
              <a:rect l="l" t="t" r="r" b="b"/>
              <a:pathLst>
                <a:path w="406400" h="187305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8223B">
                <a:alpha val="8000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00"/>
                </a:lnSpc>
              </a:pPr>
              <a:endParaRPr sz="1200" dirty="0">
                <a:solidFill>
                  <a:prstClr val="black"/>
                </a:solidFill>
                <a:latin typeface="Calibri"/>
              </a:endParaRPr>
            </a:p>
          </p:txBody>
        </p:sp>
      </p:grpSp>
      <p:pic>
        <p:nvPicPr>
          <p:cNvPr id="35" name="Picture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305" y="62015"/>
            <a:ext cx="1993662" cy="411443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BD00A-B77F-4C9F-ABDE-325AEFB65BD8}" type="slidenum">
              <a:rPr lang="en-US" smtClean="0"/>
              <a:t>12</a:t>
            </a:fld>
            <a:endParaRPr lang="en-US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61" y="325778"/>
            <a:ext cx="2412331" cy="49784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82" y="325778"/>
            <a:ext cx="504622" cy="504622"/>
          </a:xfrm>
          <a:prstGeom prst="rect">
            <a:avLst/>
          </a:prstGeom>
        </p:spPr>
      </p:pic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405692" y="1954328"/>
            <a:ext cx="7730775" cy="1356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b="1" u="sng" dirty="0">
                <a:effectLst/>
                <a:latin typeface="Book Antiqua" panose="02040602050305030304" pitchFamily="18" charset="0"/>
                <a:ea typeface="Calibri" panose="020F0502020204030204" pitchFamily="34" charset="0"/>
                <a:cs typeface="Futura Lt BT"/>
              </a:rPr>
              <a:t>For more details and site visits contact Us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 err="1"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Raghavendra</a:t>
            </a:r>
            <a:r>
              <a:rPr lang="en-US" b="1" dirty="0"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                                          </a:t>
            </a:r>
            <a:r>
              <a:rPr lang="en-US" b="1" dirty="0"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Mohammed Tasleel</a:t>
            </a:r>
            <a:r>
              <a:rPr lang="en-US" b="1" dirty="0"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</a:t>
            </a:r>
            <a:r>
              <a:rPr lang="en-IN" b="1" dirty="0"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T: +91 9900490090                                      T: +91 9900102034                                                                                                                    </a:t>
            </a:r>
            <a:r>
              <a:rPr lang="en-US" u="sng" dirty="0"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raghavendra@bangaloreoffice.com</a:t>
            </a:r>
            <a:r>
              <a:rPr lang="en-US" b="1" dirty="0"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u="sng" dirty="0"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tas@bangaloreoffice.com</a:t>
            </a:r>
            <a:r>
              <a:rPr lang="en-US" b="1" dirty="0"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05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/>
          <p:cNvSpPr/>
          <p:nvPr/>
        </p:nvSpPr>
        <p:spPr>
          <a:xfrm rot="5400000">
            <a:off x="5734787" y="400787"/>
            <a:ext cx="6457213" cy="6457213"/>
          </a:xfrm>
          <a:prstGeom prst="teardrop">
            <a:avLst/>
          </a:prstGeom>
          <a:solidFill>
            <a:schemeClr val="bg1">
              <a:lumMod val="7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ardrop 2"/>
          <p:cNvSpPr/>
          <p:nvPr/>
        </p:nvSpPr>
        <p:spPr>
          <a:xfrm rot="5400000">
            <a:off x="5971616" y="637616"/>
            <a:ext cx="6186754" cy="6186754"/>
          </a:xfrm>
          <a:prstGeom prst="teardrop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904101" y="3213894"/>
            <a:ext cx="397628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</a:rPr>
              <a:t>THANK YOU</a:t>
            </a:r>
            <a:endParaRPr lang="en-US" sz="6000" b="1" dirty="0">
              <a:solidFill>
                <a:schemeClr val="tx1">
                  <a:lumMod val="75000"/>
                  <a:lumOff val="25000"/>
                </a:schemeClr>
              </a:solidFill>
              <a:latin typeface="Garamond" panose="02020404030301010803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460471" y="4234331"/>
            <a:ext cx="2028445" cy="1927023"/>
            <a:chOff x="7467600" y="3105150"/>
            <a:chExt cx="1524000" cy="1447801"/>
          </a:xfrm>
          <a:solidFill>
            <a:srgbClr val="C00000"/>
          </a:solidFill>
        </p:grpSpPr>
        <p:grpSp>
          <p:nvGrpSpPr>
            <p:cNvPr id="6" name="Group 5"/>
            <p:cNvGrpSpPr/>
            <p:nvPr/>
          </p:nvGrpSpPr>
          <p:grpSpPr>
            <a:xfrm>
              <a:off x="8915400" y="3105150"/>
              <a:ext cx="76200" cy="1447800"/>
              <a:chOff x="8915400" y="3105150"/>
              <a:chExt cx="76200" cy="1447800"/>
            </a:xfrm>
            <a:grpFill/>
          </p:grpSpPr>
          <p:sp>
            <p:nvSpPr>
              <p:cNvPr id="11" name="Rectangle 10"/>
              <p:cNvSpPr/>
              <p:nvPr/>
            </p:nvSpPr>
            <p:spPr>
              <a:xfrm>
                <a:off x="8915400" y="3486150"/>
                <a:ext cx="76200" cy="5334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8915400" y="4019550"/>
                <a:ext cx="76200" cy="5334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915400" y="3105150"/>
                <a:ext cx="76200" cy="5334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 rot="16200000" flipV="1">
              <a:off x="8153400" y="3790951"/>
              <a:ext cx="76200" cy="1447800"/>
              <a:chOff x="8915400" y="3105150"/>
              <a:chExt cx="76200" cy="1447800"/>
            </a:xfrm>
            <a:grpFill/>
          </p:grpSpPr>
          <p:sp>
            <p:nvSpPr>
              <p:cNvPr id="8" name="Rectangle 7"/>
              <p:cNvSpPr/>
              <p:nvPr/>
            </p:nvSpPr>
            <p:spPr>
              <a:xfrm>
                <a:off x="8915400" y="3486150"/>
                <a:ext cx="76200" cy="5334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8915400" y="4019550"/>
                <a:ext cx="76200" cy="5334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8915400" y="3105150"/>
                <a:ext cx="76200" cy="5334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4" name="Rectangle 13"/>
          <p:cNvSpPr/>
          <p:nvPr/>
        </p:nvSpPr>
        <p:spPr>
          <a:xfrm>
            <a:off x="7176546" y="3994724"/>
            <a:ext cx="3431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lang="en-US" dirty="0">
                <a:solidFill>
                  <a:srgbClr val="222A35"/>
                </a:solidFill>
                <a:latin typeface="Trebuchet MS"/>
                <a:cs typeface="Trebuchet MS"/>
              </a:rPr>
              <a:t>We</a:t>
            </a:r>
            <a:r>
              <a:rPr lang="en-US" spc="-85" dirty="0">
                <a:solidFill>
                  <a:srgbClr val="222A35"/>
                </a:solidFill>
                <a:latin typeface="Trebuchet MS"/>
                <a:cs typeface="Trebuchet MS"/>
              </a:rPr>
              <a:t> </a:t>
            </a:r>
            <a:r>
              <a:rPr lang="en-US" spc="-65" dirty="0">
                <a:solidFill>
                  <a:srgbClr val="222A35"/>
                </a:solidFill>
                <a:latin typeface="Trebuchet MS"/>
                <a:cs typeface="Trebuchet MS"/>
              </a:rPr>
              <a:t>provide</a:t>
            </a:r>
            <a:r>
              <a:rPr lang="en-US" spc="-70" dirty="0">
                <a:solidFill>
                  <a:srgbClr val="222A35"/>
                </a:solidFill>
                <a:latin typeface="Trebuchet MS"/>
                <a:cs typeface="Trebuchet MS"/>
              </a:rPr>
              <a:t> </a:t>
            </a:r>
            <a:r>
              <a:rPr lang="en-US" spc="-105" dirty="0">
                <a:solidFill>
                  <a:srgbClr val="222A35"/>
                </a:solidFill>
                <a:latin typeface="Trebuchet MS"/>
                <a:cs typeface="Trebuchet MS"/>
              </a:rPr>
              <a:t>the</a:t>
            </a:r>
            <a:r>
              <a:rPr lang="en-US" spc="-50" dirty="0">
                <a:solidFill>
                  <a:srgbClr val="222A35"/>
                </a:solidFill>
                <a:latin typeface="Trebuchet MS"/>
                <a:cs typeface="Trebuchet MS"/>
              </a:rPr>
              <a:t> </a:t>
            </a:r>
            <a:r>
              <a:rPr lang="en-US" spc="-85" dirty="0">
                <a:solidFill>
                  <a:srgbClr val="222A35"/>
                </a:solidFill>
                <a:latin typeface="Trebuchet MS"/>
                <a:cs typeface="Trebuchet MS"/>
              </a:rPr>
              <a:t>service</a:t>
            </a:r>
            <a:r>
              <a:rPr lang="en-US" spc="-65" dirty="0">
                <a:solidFill>
                  <a:srgbClr val="222A35"/>
                </a:solidFill>
                <a:latin typeface="Trebuchet MS"/>
                <a:cs typeface="Trebuchet MS"/>
              </a:rPr>
              <a:t> </a:t>
            </a:r>
            <a:r>
              <a:rPr lang="en-US" dirty="0">
                <a:solidFill>
                  <a:srgbClr val="222A35"/>
                </a:solidFill>
                <a:latin typeface="Trebuchet MS"/>
                <a:cs typeface="Trebuchet MS"/>
              </a:rPr>
              <a:t>you</a:t>
            </a:r>
            <a:r>
              <a:rPr lang="en-US" spc="-65" dirty="0">
                <a:solidFill>
                  <a:srgbClr val="222A35"/>
                </a:solidFill>
                <a:latin typeface="Trebuchet MS"/>
                <a:cs typeface="Trebuchet MS"/>
              </a:rPr>
              <a:t> </a:t>
            </a:r>
            <a:r>
              <a:rPr lang="en-US" spc="-20" dirty="0">
                <a:solidFill>
                  <a:srgbClr val="222A35"/>
                </a:solidFill>
                <a:latin typeface="Trebuchet MS"/>
                <a:cs typeface="Trebuchet MS"/>
              </a:rPr>
              <a:t>need!</a:t>
            </a:r>
            <a:endParaRPr lang="en-US" dirty="0">
              <a:latin typeface="Trebuchet MS"/>
              <a:cs typeface="Trebuchet MS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007" y="1926215"/>
            <a:ext cx="893968" cy="89396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17" y="3144311"/>
            <a:ext cx="4700949" cy="970162"/>
          </a:xfrm>
          <a:prstGeom prst="rect">
            <a:avLst/>
          </a:prstGeom>
        </p:spPr>
      </p:pic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BD00A-B77F-4C9F-ABDE-325AEFB65BD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27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4494</TotalTime>
  <Words>1657</Words>
  <Application>Microsoft Office PowerPoint</Application>
  <PresentationFormat>Widescreen</PresentationFormat>
  <Paragraphs>455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9" baseType="lpstr">
      <vt:lpstr>ＭＳ Ｐゴシック</vt:lpstr>
      <vt:lpstr>Arial</vt:lpstr>
      <vt:lpstr>Bell MT</vt:lpstr>
      <vt:lpstr>Book Antiqua</vt:lpstr>
      <vt:lpstr>Calibri</vt:lpstr>
      <vt:lpstr>Calibri Light</vt:lpstr>
      <vt:lpstr>Carlito</vt:lpstr>
      <vt:lpstr>Century Gothic</vt:lpstr>
      <vt:lpstr>Futura Lt BT</vt:lpstr>
      <vt:lpstr>Garamond</vt:lpstr>
      <vt:lpstr>Goudy Old Style</vt:lpstr>
      <vt:lpstr>Times New Roman</vt:lpstr>
      <vt:lpstr>Trebuchet MS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Sheela Giri</dc:creator>
  <cp:lastModifiedBy>Ghost</cp:lastModifiedBy>
  <cp:revision>180</cp:revision>
  <dcterms:created xsi:type="dcterms:W3CDTF">2024-05-23T04:17:31Z</dcterms:created>
  <dcterms:modified xsi:type="dcterms:W3CDTF">2026-06-25T05:00:22Z</dcterms:modified>
</cp:coreProperties>
</file>